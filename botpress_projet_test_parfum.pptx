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9" r:id="rId10"/>
    <p:sldId id="280" r:id="rId11"/>
    <p:sldId id="281" r:id="rId12"/>
    <p:sldId id="282" r:id="rId13"/>
    <p:sldId id="283" r:id="rId14"/>
    <p:sldId id="266" r:id="rId15"/>
    <p:sldId id="270" r:id="rId16"/>
    <p:sldId id="271" r:id="rId17"/>
    <p:sldId id="272" r:id="rId18"/>
    <p:sldId id="273" r:id="rId19"/>
    <p:sldId id="274" r:id="rId20"/>
    <p:sldId id="275" r:id="rId21"/>
    <p:sldId id="276" r:id="rId22"/>
    <p:sldId id="277" r:id="rId23"/>
    <p:sldId id="278" r:id="rId24"/>
    <p:sldId id="284" r:id="rId25"/>
    <p:sldId id="27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A64E29-B4C0-4A28-A7A5-CE7E3E9913BA}" v="47" dt="2025-12-07T06:09:00.5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83" autoAdjust="0"/>
    <p:restoredTop sz="95033" autoAdjust="0"/>
  </p:normalViewPr>
  <p:slideViewPr>
    <p:cSldViewPr snapToGrid="0">
      <p:cViewPr varScale="1">
        <p:scale>
          <a:sx n="78" d="100"/>
          <a:sy n="78" d="100"/>
        </p:scale>
        <p:origin x="84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387783-11FE-4633-930F-AB100BEFB1ED}" type="datetimeFigureOut">
              <a:rPr lang="fr-FR" smtClean="0"/>
              <a:t>07/12/2025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10913D-0CE9-4A72-A993-1E16434982CF}" type="slidenum">
              <a:rPr lang="fr-FR" smtClean="0"/>
              <a:t>‹N°›</a:t>
            </a:fld>
            <a:endParaRPr lang="fr-FR"/>
          </a:p>
        </p:txBody>
      </p:sp>
    </p:spTree>
    <p:extLst>
      <p:ext uri="{BB962C8B-B14F-4D97-AF65-F5344CB8AC3E}">
        <p14:creationId xmlns:p14="http://schemas.microsoft.com/office/powerpoint/2010/main" val="2303295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710913D-0CE9-4A72-A993-1E16434982CF}" type="slidenum">
              <a:rPr lang="fr-FR" smtClean="0"/>
              <a:t>1</a:t>
            </a:fld>
            <a:endParaRPr lang="fr-FR"/>
          </a:p>
        </p:txBody>
      </p:sp>
    </p:spTree>
    <p:extLst>
      <p:ext uri="{BB962C8B-B14F-4D97-AF65-F5344CB8AC3E}">
        <p14:creationId xmlns:p14="http://schemas.microsoft.com/office/powerpoint/2010/main" val="2976634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E9417-45BA-4109-B99F-E0E500C3B8FB}"/>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p>
        </p:txBody>
      </p:sp>
      <p:sp>
        <p:nvSpPr>
          <p:cNvPr id="3" name="Subtitle 2">
            <a:extLst>
              <a:ext uri="{FF2B5EF4-FFF2-40B4-BE49-F238E27FC236}">
                <a16:creationId xmlns:a16="http://schemas.microsoft.com/office/drawing/2014/main" id="{C4D5B049-AB1D-4A99-AC62-5A47FBC199EF}"/>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p>
        </p:txBody>
      </p:sp>
      <p:sp>
        <p:nvSpPr>
          <p:cNvPr id="4" name="Date Placeholder 3">
            <a:extLst>
              <a:ext uri="{FF2B5EF4-FFF2-40B4-BE49-F238E27FC236}">
                <a16:creationId xmlns:a16="http://schemas.microsoft.com/office/drawing/2014/main" id="{B6520194-1CAF-4391-82A9-5F13A0B39432}"/>
              </a:ext>
            </a:extLst>
          </p:cNvPr>
          <p:cNvSpPr txBox="1">
            <a:spLocks noGrp="1"/>
          </p:cNvSpPr>
          <p:nvPr>
            <p:ph type="dt" sz="half" idx="7"/>
          </p:nvPr>
        </p:nvSpPr>
        <p:spPr/>
        <p:txBody>
          <a:bodyPr/>
          <a:lstStyle>
            <a:lvl1pPr>
              <a:defRPr/>
            </a:lvl1pPr>
          </a:lstStyle>
          <a:p>
            <a:pPr lvl="0"/>
            <a:fld id="{65A4815B-7D3C-4127-8F2A-0F8762C90E4E}" type="datetime1">
              <a:rPr lang="en-US"/>
              <a:pPr lvl="0"/>
              <a:t>12/7/2025</a:t>
            </a:fld>
            <a:endParaRPr lang="en-US"/>
          </a:p>
        </p:txBody>
      </p:sp>
      <p:sp>
        <p:nvSpPr>
          <p:cNvPr id="5" name="Footer Placeholder 4">
            <a:extLst>
              <a:ext uri="{FF2B5EF4-FFF2-40B4-BE49-F238E27FC236}">
                <a16:creationId xmlns:a16="http://schemas.microsoft.com/office/drawing/2014/main" id="{CE7AC2B0-48F7-4B3B-A135-6272859F11B5}"/>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77E70092-025E-4C0E-99C0-12ECF716FD45}"/>
              </a:ext>
            </a:extLst>
          </p:cNvPr>
          <p:cNvSpPr txBox="1">
            <a:spLocks noGrp="1"/>
          </p:cNvSpPr>
          <p:nvPr>
            <p:ph type="sldNum" sz="quarter" idx="8"/>
          </p:nvPr>
        </p:nvSpPr>
        <p:spPr/>
        <p:txBody>
          <a:bodyPr/>
          <a:lstStyle>
            <a:lvl1pPr>
              <a:defRPr/>
            </a:lvl1pPr>
          </a:lstStyle>
          <a:p>
            <a:pPr lvl="0"/>
            <a:fld id="{8FD94D2D-3796-4A36-9E49-00643AE42B33}" type="slidenum">
              <a:t>‹N°›</a:t>
            </a:fld>
            <a:endParaRPr lang="en-US"/>
          </a:p>
        </p:txBody>
      </p:sp>
    </p:spTree>
    <p:extLst>
      <p:ext uri="{BB962C8B-B14F-4D97-AF65-F5344CB8AC3E}">
        <p14:creationId xmlns:p14="http://schemas.microsoft.com/office/powerpoint/2010/main" val="48103073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28787-BF9F-42E7-9440-BE6AE7EA1D4E}"/>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F78EF372-386A-403E-BF47-90E6FB48BB22}"/>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640847-4429-43BD-BB72-FF7AE51555F4}"/>
              </a:ext>
            </a:extLst>
          </p:cNvPr>
          <p:cNvSpPr txBox="1">
            <a:spLocks noGrp="1"/>
          </p:cNvSpPr>
          <p:nvPr>
            <p:ph type="dt" sz="half" idx="7"/>
          </p:nvPr>
        </p:nvSpPr>
        <p:spPr/>
        <p:txBody>
          <a:bodyPr/>
          <a:lstStyle>
            <a:lvl1pPr>
              <a:defRPr/>
            </a:lvl1pPr>
          </a:lstStyle>
          <a:p>
            <a:pPr lvl="0"/>
            <a:fld id="{C1B45BE8-E50F-4EE1-975B-69B101F27713}" type="datetime1">
              <a:rPr lang="en-US"/>
              <a:pPr lvl="0"/>
              <a:t>12/7/2025</a:t>
            </a:fld>
            <a:endParaRPr lang="en-US"/>
          </a:p>
        </p:txBody>
      </p:sp>
      <p:sp>
        <p:nvSpPr>
          <p:cNvPr id="5" name="Footer Placeholder 4">
            <a:extLst>
              <a:ext uri="{FF2B5EF4-FFF2-40B4-BE49-F238E27FC236}">
                <a16:creationId xmlns:a16="http://schemas.microsoft.com/office/drawing/2014/main" id="{95CC897E-1BB9-48ED-AA12-0BD194B304F9}"/>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0E08F1EA-3E85-4A7F-80E5-DBDA5012D9EB}"/>
              </a:ext>
            </a:extLst>
          </p:cNvPr>
          <p:cNvSpPr txBox="1">
            <a:spLocks noGrp="1"/>
          </p:cNvSpPr>
          <p:nvPr>
            <p:ph type="sldNum" sz="quarter" idx="8"/>
          </p:nvPr>
        </p:nvSpPr>
        <p:spPr/>
        <p:txBody>
          <a:bodyPr/>
          <a:lstStyle>
            <a:lvl1pPr>
              <a:defRPr/>
            </a:lvl1pPr>
          </a:lstStyle>
          <a:p>
            <a:pPr lvl="0"/>
            <a:fld id="{DDC1EBDD-F17D-4471-8A2A-9220CEE67D5C}" type="slidenum">
              <a:t>‹N°›</a:t>
            </a:fld>
            <a:endParaRPr lang="en-US"/>
          </a:p>
        </p:txBody>
      </p:sp>
    </p:spTree>
    <p:extLst>
      <p:ext uri="{BB962C8B-B14F-4D97-AF65-F5344CB8AC3E}">
        <p14:creationId xmlns:p14="http://schemas.microsoft.com/office/powerpoint/2010/main" val="135752687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01579-289B-4E03-ACB2-07482BA68745}"/>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p>
        </p:txBody>
      </p:sp>
      <p:sp>
        <p:nvSpPr>
          <p:cNvPr id="3" name="Text Placeholder 2">
            <a:extLst>
              <a:ext uri="{FF2B5EF4-FFF2-40B4-BE49-F238E27FC236}">
                <a16:creationId xmlns:a16="http://schemas.microsoft.com/office/drawing/2014/main" id="{49AB8B57-79ED-40E6-9936-9C0AF6BE900B}"/>
              </a:ext>
            </a:extLst>
          </p:cNvPr>
          <p:cNvSpPr txBox="1">
            <a:spLocks noGrp="1"/>
          </p:cNvSpPr>
          <p:nvPr>
            <p:ph type="body" idx="1"/>
          </p:nvPr>
        </p:nvSpPr>
        <p:spPr>
          <a:xfrm>
            <a:off x="831847" y="4589465"/>
            <a:ext cx="10515600" cy="1500182"/>
          </a:xfrm>
        </p:spPr>
        <p:txBody>
          <a:bodyPr/>
          <a:lstStyle>
            <a:lvl1pPr marL="0" indent="0">
              <a:buNone/>
              <a:defRPr sz="24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DD49843F-B413-40A1-A588-049BF73320FF}"/>
              </a:ext>
            </a:extLst>
          </p:cNvPr>
          <p:cNvSpPr txBox="1">
            <a:spLocks noGrp="1"/>
          </p:cNvSpPr>
          <p:nvPr>
            <p:ph type="dt" sz="half" idx="7"/>
          </p:nvPr>
        </p:nvSpPr>
        <p:spPr/>
        <p:txBody>
          <a:bodyPr/>
          <a:lstStyle>
            <a:lvl1pPr>
              <a:defRPr/>
            </a:lvl1pPr>
          </a:lstStyle>
          <a:p>
            <a:pPr lvl="0"/>
            <a:fld id="{DE5D7B2A-FC8C-457C-846A-E20F8F8C073D}" type="datetime1">
              <a:rPr lang="en-US"/>
              <a:pPr lvl="0"/>
              <a:t>12/7/2025</a:t>
            </a:fld>
            <a:endParaRPr lang="en-US"/>
          </a:p>
        </p:txBody>
      </p:sp>
      <p:sp>
        <p:nvSpPr>
          <p:cNvPr id="5" name="Footer Placeholder 4">
            <a:extLst>
              <a:ext uri="{FF2B5EF4-FFF2-40B4-BE49-F238E27FC236}">
                <a16:creationId xmlns:a16="http://schemas.microsoft.com/office/drawing/2014/main" id="{44E9B8A9-D1A9-44DB-9802-6E64C929C1EE}"/>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66A59CE4-36FA-45CF-84FD-388A4A76FD34}"/>
              </a:ext>
            </a:extLst>
          </p:cNvPr>
          <p:cNvSpPr txBox="1">
            <a:spLocks noGrp="1"/>
          </p:cNvSpPr>
          <p:nvPr>
            <p:ph type="sldNum" sz="quarter" idx="8"/>
          </p:nvPr>
        </p:nvSpPr>
        <p:spPr/>
        <p:txBody>
          <a:bodyPr/>
          <a:lstStyle>
            <a:lvl1pPr>
              <a:defRPr/>
            </a:lvl1pPr>
          </a:lstStyle>
          <a:p>
            <a:pPr lvl="0"/>
            <a:fld id="{75D7E11D-073A-4542-8384-797429DC058E}" type="slidenum">
              <a:t>‹N°›</a:t>
            </a:fld>
            <a:endParaRPr lang="en-US"/>
          </a:p>
        </p:txBody>
      </p:sp>
    </p:spTree>
    <p:extLst>
      <p:ext uri="{BB962C8B-B14F-4D97-AF65-F5344CB8AC3E}">
        <p14:creationId xmlns:p14="http://schemas.microsoft.com/office/powerpoint/2010/main" val="2984372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CC7B7-CAA0-4783-B15A-D392F1DA7C83}"/>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73FCCBB6-BE0A-4668-B797-5DDF9F3F6C98}"/>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42CDDA-7681-4B60-9A8E-030DB769CC7C}"/>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FB8F78-8695-4320-8FF6-CD2073CEA4E0}"/>
              </a:ext>
            </a:extLst>
          </p:cNvPr>
          <p:cNvSpPr txBox="1">
            <a:spLocks noGrp="1"/>
          </p:cNvSpPr>
          <p:nvPr>
            <p:ph type="dt" sz="half" idx="7"/>
          </p:nvPr>
        </p:nvSpPr>
        <p:spPr/>
        <p:txBody>
          <a:bodyPr/>
          <a:lstStyle>
            <a:lvl1pPr>
              <a:defRPr/>
            </a:lvl1pPr>
          </a:lstStyle>
          <a:p>
            <a:pPr lvl="0"/>
            <a:fld id="{3838A15E-D5D7-4F96-91AF-960C1B3786B1}" type="datetime1">
              <a:rPr lang="en-US"/>
              <a:pPr lvl="0"/>
              <a:t>12/7/2025</a:t>
            </a:fld>
            <a:endParaRPr lang="en-US"/>
          </a:p>
        </p:txBody>
      </p:sp>
      <p:sp>
        <p:nvSpPr>
          <p:cNvPr id="6" name="Footer Placeholder 5">
            <a:extLst>
              <a:ext uri="{FF2B5EF4-FFF2-40B4-BE49-F238E27FC236}">
                <a16:creationId xmlns:a16="http://schemas.microsoft.com/office/drawing/2014/main" id="{413F0F73-6D3A-42BF-8315-76B16C23D350}"/>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8BD270C5-2DA0-4234-8A71-2A1DDB6940F8}"/>
              </a:ext>
            </a:extLst>
          </p:cNvPr>
          <p:cNvSpPr txBox="1">
            <a:spLocks noGrp="1"/>
          </p:cNvSpPr>
          <p:nvPr>
            <p:ph type="sldNum" sz="quarter" idx="8"/>
          </p:nvPr>
        </p:nvSpPr>
        <p:spPr/>
        <p:txBody>
          <a:bodyPr/>
          <a:lstStyle>
            <a:lvl1pPr>
              <a:defRPr/>
            </a:lvl1pPr>
          </a:lstStyle>
          <a:p>
            <a:pPr lvl="0"/>
            <a:fld id="{C7CA850C-20EF-4463-9E58-79AEBA393BFC}" type="slidenum">
              <a:t>‹N°›</a:t>
            </a:fld>
            <a:endParaRPr lang="en-US"/>
          </a:p>
        </p:txBody>
      </p:sp>
    </p:spTree>
    <p:extLst>
      <p:ext uri="{BB962C8B-B14F-4D97-AF65-F5344CB8AC3E}">
        <p14:creationId xmlns:p14="http://schemas.microsoft.com/office/powerpoint/2010/main" val="3990678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DA972-EC3F-475D-921F-2CBE6443D6CE}"/>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p>
        </p:txBody>
      </p:sp>
      <p:sp>
        <p:nvSpPr>
          <p:cNvPr id="3" name="Text Placeholder 2">
            <a:extLst>
              <a:ext uri="{FF2B5EF4-FFF2-40B4-BE49-F238E27FC236}">
                <a16:creationId xmlns:a16="http://schemas.microsoft.com/office/drawing/2014/main" id="{325B32FF-F4ED-48B1-8B4C-5DDC7EEE003E}"/>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9B4F0F6D-686B-4929-B109-2E7FE828F4AA}"/>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E58E8AC-2F1E-4BE9-88BC-8E507AF589CD}"/>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AE2D68A1-7A0B-4696-8C7D-21D811D7A4C3}"/>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64351A-2E4B-4CAE-A7EC-A48E4A41DDFE}"/>
              </a:ext>
            </a:extLst>
          </p:cNvPr>
          <p:cNvSpPr txBox="1">
            <a:spLocks noGrp="1"/>
          </p:cNvSpPr>
          <p:nvPr>
            <p:ph type="dt" sz="half" idx="7"/>
          </p:nvPr>
        </p:nvSpPr>
        <p:spPr/>
        <p:txBody>
          <a:bodyPr/>
          <a:lstStyle>
            <a:lvl1pPr>
              <a:defRPr/>
            </a:lvl1pPr>
          </a:lstStyle>
          <a:p>
            <a:pPr lvl="0"/>
            <a:fld id="{894869B8-BDE2-49D4-BB36-BF531A6EFA4A}" type="datetime1">
              <a:rPr lang="en-US"/>
              <a:pPr lvl="0"/>
              <a:t>12/7/2025</a:t>
            </a:fld>
            <a:endParaRPr lang="en-US"/>
          </a:p>
        </p:txBody>
      </p:sp>
      <p:sp>
        <p:nvSpPr>
          <p:cNvPr id="8" name="Footer Placeholder 7">
            <a:extLst>
              <a:ext uri="{FF2B5EF4-FFF2-40B4-BE49-F238E27FC236}">
                <a16:creationId xmlns:a16="http://schemas.microsoft.com/office/drawing/2014/main" id="{367918A4-BBAC-4E26-A1E2-B71382489822}"/>
              </a:ext>
            </a:extLst>
          </p:cNvPr>
          <p:cNvSpPr txBox="1">
            <a:spLocks noGrp="1"/>
          </p:cNvSpPr>
          <p:nvPr>
            <p:ph type="ftr" sz="quarter" idx="9"/>
          </p:nvPr>
        </p:nvSpPr>
        <p:spPr/>
        <p:txBody>
          <a:bodyPr/>
          <a:lstStyle>
            <a:lvl1pPr>
              <a:defRPr/>
            </a:lvl1pPr>
          </a:lstStyle>
          <a:p>
            <a:pPr lvl="0"/>
            <a:endParaRPr lang="en-US"/>
          </a:p>
        </p:txBody>
      </p:sp>
      <p:sp>
        <p:nvSpPr>
          <p:cNvPr id="9" name="Slide Number Placeholder 8">
            <a:extLst>
              <a:ext uri="{FF2B5EF4-FFF2-40B4-BE49-F238E27FC236}">
                <a16:creationId xmlns:a16="http://schemas.microsoft.com/office/drawing/2014/main" id="{881824C4-2969-460C-9DDB-2DA7CA6F65A4}"/>
              </a:ext>
            </a:extLst>
          </p:cNvPr>
          <p:cNvSpPr txBox="1">
            <a:spLocks noGrp="1"/>
          </p:cNvSpPr>
          <p:nvPr>
            <p:ph type="sldNum" sz="quarter" idx="8"/>
          </p:nvPr>
        </p:nvSpPr>
        <p:spPr/>
        <p:txBody>
          <a:bodyPr/>
          <a:lstStyle>
            <a:lvl1pPr>
              <a:defRPr/>
            </a:lvl1pPr>
          </a:lstStyle>
          <a:p>
            <a:pPr lvl="0"/>
            <a:fld id="{D0DFF16F-8AB7-463C-ABBD-C35B69FE8450}" type="slidenum">
              <a:t>‹N°›</a:t>
            </a:fld>
            <a:endParaRPr lang="en-US"/>
          </a:p>
        </p:txBody>
      </p:sp>
    </p:spTree>
    <p:extLst>
      <p:ext uri="{BB962C8B-B14F-4D97-AF65-F5344CB8AC3E}">
        <p14:creationId xmlns:p14="http://schemas.microsoft.com/office/powerpoint/2010/main" val="1109543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C92DE-E666-4829-A69F-C83A02723467}"/>
              </a:ext>
            </a:extLst>
          </p:cNvPr>
          <p:cNvSpPr txBox="1">
            <a:spLocks noGrp="1"/>
          </p:cNvSpPr>
          <p:nvPr>
            <p:ph type="title"/>
          </p:nvPr>
        </p:nvSpPr>
        <p:spPr/>
        <p:txBody>
          <a:bodyPr/>
          <a:lstStyle>
            <a:lvl1pPr>
              <a:defRPr/>
            </a:lvl1pPr>
          </a:lstStyle>
          <a:p>
            <a:pPr lvl="0"/>
            <a:r>
              <a:rPr lang="en-US"/>
              <a:t>Click to edit Master title style</a:t>
            </a:r>
          </a:p>
        </p:txBody>
      </p:sp>
      <p:sp>
        <p:nvSpPr>
          <p:cNvPr id="3" name="Date Placeholder 2">
            <a:extLst>
              <a:ext uri="{FF2B5EF4-FFF2-40B4-BE49-F238E27FC236}">
                <a16:creationId xmlns:a16="http://schemas.microsoft.com/office/drawing/2014/main" id="{E88DC1DE-D8C0-4F3E-83A3-E933DC210DC0}"/>
              </a:ext>
            </a:extLst>
          </p:cNvPr>
          <p:cNvSpPr txBox="1">
            <a:spLocks noGrp="1"/>
          </p:cNvSpPr>
          <p:nvPr>
            <p:ph type="dt" sz="half" idx="7"/>
          </p:nvPr>
        </p:nvSpPr>
        <p:spPr/>
        <p:txBody>
          <a:bodyPr/>
          <a:lstStyle>
            <a:lvl1pPr>
              <a:defRPr/>
            </a:lvl1pPr>
          </a:lstStyle>
          <a:p>
            <a:pPr lvl="0"/>
            <a:fld id="{59F89D30-4F37-4A6B-B679-55CAFBE2879E}" type="datetime1">
              <a:rPr lang="en-US"/>
              <a:pPr lvl="0"/>
              <a:t>12/7/2025</a:t>
            </a:fld>
            <a:endParaRPr lang="en-US"/>
          </a:p>
        </p:txBody>
      </p:sp>
      <p:sp>
        <p:nvSpPr>
          <p:cNvPr id="4" name="Footer Placeholder 3">
            <a:extLst>
              <a:ext uri="{FF2B5EF4-FFF2-40B4-BE49-F238E27FC236}">
                <a16:creationId xmlns:a16="http://schemas.microsoft.com/office/drawing/2014/main" id="{27DFAE20-F0FB-42EC-B322-2010B9D90E00}"/>
              </a:ext>
            </a:extLst>
          </p:cNvPr>
          <p:cNvSpPr txBox="1">
            <a:spLocks noGrp="1"/>
          </p:cNvSpPr>
          <p:nvPr>
            <p:ph type="ftr" sz="quarter" idx="9"/>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4197D647-A61F-4361-875E-BBD7CD2E0F44}"/>
              </a:ext>
            </a:extLst>
          </p:cNvPr>
          <p:cNvSpPr txBox="1">
            <a:spLocks noGrp="1"/>
          </p:cNvSpPr>
          <p:nvPr>
            <p:ph type="sldNum" sz="quarter" idx="8"/>
          </p:nvPr>
        </p:nvSpPr>
        <p:spPr/>
        <p:txBody>
          <a:bodyPr/>
          <a:lstStyle>
            <a:lvl1pPr>
              <a:defRPr/>
            </a:lvl1pPr>
          </a:lstStyle>
          <a:p>
            <a:pPr lvl="0"/>
            <a:fld id="{33111954-052A-4611-9882-5A8ABFDEC87A}" type="slidenum">
              <a:t>‹N°›</a:t>
            </a:fld>
            <a:endParaRPr lang="en-US"/>
          </a:p>
        </p:txBody>
      </p:sp>
    </p:spTree>
    <p:extLst>
      <p:ext uri="{BB962C8B-B14F-4D97-AF65-F5344CB8AC3E}">
        <p14:creationId xmlns:p14="http://schemas.microsoft.com/office/powerpoint/2010/main" val="297878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3AF455-5ABD-43F8-B801-D05FB1DA3738}"/>
              </a:ext>
            </a:extLst>
          </p:cNvPr>
          <p:cNvSpPr txBox="1">
            <a:spLocks noGrp="1"/>
          </p:cNvSpPr>
          <p:nvPr>
            <p:ph type="dt" sz="half" idx="7"/>
          </p:nvPr>
        </p:nvSpPr>
        <p:spPr/>
        <p:txBody>
          <a:bodyPr/>
          <a:lstStyle>
            <a:lvl1pPr>
              <a:defRPr/>
            </a:lvl1pPr>
          </a:lstStyle>
          <a:p>
            <a:pPr lvl="0"/>
            <a:fld id="{258E1AE5-53C1-4C57-A1BE-0F330EE328F8}" type="datetime1">
              <a:rPr lang="en-US"/>
              <a:pPr lvl="0"/>
              <a:t>12/7/2025</a:t>
            </a:fld>
            <a:endParaRPr lang="en-US"/>
          </a:p>
        </p:txBody>
      </p:sp>
      <p:sp>
        <p:nvSpPr>
          <p:cNvPr id="3" name="Footer Placeholder 2">
            <a:extLst>
              <a:ext uri="{FF2B5EF4-FFF2-40B4-BE49-F238E27FC236}">
                <a16:creationId xmlns:a16="http://schemas.microsoft.com/office/drawing/2014/main" id="{B80997EA-62C7-442C-B78D-2D169E929289}"/>
              </a:ext>
            </a:extLst>
          </p:cNvPr>
          <p:cNvSpPr txBox="1">
            <a:spLocks noGrp="1"/>
          </p:cNvSpPr>
          <p:nvPr>
            <p:ph type="ftr" sz="quarter" idx="9"/>
          </p:nvPr>
        </p:nvSpPr>
        <p:spPr/>
        <p:txBody>
          <a:bodyPr/>
          <a:lstStyle>
            <a:lvl1pPr>
              <a:defRPr/>
            </a:lvl1pPr>
          </a:lstStyle>
          <a:p>
            <a:pPr lvl="0"/>
            <a:endParaRPr lang="en-US"/>
          </a:p>
        </p:txBody>
      </p:sp>
      <p:sp>
        <p:nvSpPr>
          <p:cNvPr id="4" name="Slide Number Placeholder 3">
            <a:extLst>
              <a:ext uri="{FF2B5EF4-FFF2-40B4-BE49-F238E27FC236}">
                <a16:creationId xmlns:a16="http://schemas.microsoft.com/office/drawing/2014/main" id="{DB441190-A14A-417B-8D45-0E47FF3B74E5}"/>
              </a:ext>
            </a:extLst>
          </p:cNvPr>
          <p:cNvSpPr txBox="1">
            <a:spLocks noGrp="1"/>
          </p:cNvSpPr>
          <p:nvPr>
            <p:ph type="sldNum" sz="quarter" idx="8"/>
          </p:nvPr>
        </p:nvSpPr>
        <p:spPr/>
        <p:txBody>
          <a:bodyPr/>
          <a:lstStyle>
            <a:lvl1pPr>
              <a:defRPr/>
            </a:lvl1pPr>
          </a:lstStyle>
          <a:p>
            <a:pPr lvl="0"/>
            <a:fld id="{56EC83E9-1803-4401-A527-395350D06B42}" type="slidenum">
              <a:t>‹N°›</a:t>
            </a:fld>
            <a:endParaRPr lang="en-US"/>
          </a:p>
        </p:txBody>
      </p:sp>
    </p:spTree>
    <p:extLst>
      <p:ext uri="{BB962C8B-B14F-4D97-AF65-F5344CB8AC3E}">
        <p14:creationId xmlns:p14="http://schemas.microsoft.com/office/powerpoint/2010/main" val="1505409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610E8-1C1F-4F39-8911-AD052DDC0B7A}"/>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p>
        </p:txBody>
      </p:sp>
      <p:sp>
        <p:nvSpPr>
          <p:cNvPr id="3" name="Content Placeholder 2">
            <a:extLst>
              <a:ext uri="{FF2B5EF4-FFF2-40B4-BE49-F238E27FC236}">
                <a16:creationId xmlns:a16="http://schemas.microsoft.com/office/drawing/2014/main" id="{FDEC4CB5-0F57-4973-AE60-B2175D96D4A1}"/>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64270F-361A-41DE-A6A8-2494930FC472}"/>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7A6B5B09-EA94-44FF-BB08-F4D63C0D672B}"/>
              </a:ext>
            </a:extLst>
          </p:cNvPr>
          <p:cNvSpPr txBox="1">
            <a:spLocks noGrp="1"/>
          </p:cNvSpPr>
          <p:nvPr>
            <p:ph type="dt" sz="half" idx="7"/>
          </p:nvPr>
        </p:nvSpPr>
        <p:spPr/>
        <p:txBody>
          <a:bodyPr/>
          <a:lstStyle>
            <a:lvl1pPr>
              <a:defRPr/>
            </a:lvl1pPr>
          </a:lstStyle>
          <a:p>
            <a:pPr lvl="0"/>
            <a:fld id="{F1FEC9A0-9EFE-41AE-A4A0-CE08187EC7A3}" type="datetime1">
              <a:rPr lang="en-US"/>
              <a:pPr lvl="0"/>
              <a:t>12/7/2025</a:t>
            </a:fld>
            <a:endParaRPr lang="en-US"/>
          </a:p>
        </p:txBody>
      </p:sp>
      <p:sp>
        <p:nvSpPr>
          <p:cNvPr id="6" name="Footer Placeholder 5">
            <a:extLst>
              <a:ext uri="{FF2B5EF4-FFF2-40B4-BE49-F238E27FC236}">
                <a16:creationId xmlns:a16="http://schemas.microsoft.com/office/drawing/2014/main" id="{C3DC47B7-E260-40CE-BB79-460C575AADC9}"/>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DF4ABF51-1890-4061-879B-B28AFAEA4EB2}"/>
              </a:ext>
            </a:extLst>
          </p:cNvPr>
          <p:cNvSpPr txBox="1">
            <a:spLocks noGrp="1"/>
          </p:cNvSpPr>
          <p:nvPr>
            <p:ph type="sldNum" sz="quarter" idx="8"/>
          </p:nvPr>
        </p:nvSpPr>
        <p:spPr/>
        <p:txBody>
          <a:bodyPr/>
          <a:lstStyle>
            <a:lvl1pPr>
              <a:defRPr/>
            </a:lvl1pPr>
          </a:lstStyle>
          <a:p>
            <a:pPr lvl="0"/>
            <a:fld id="{8104E205-B4D8-4A5B-A7D4-4ED618354BB8}" type="slidenum">
              <a:t>‹N°›</a:t>
            </a:fld>
            <a:endParaRPr lang="en-US"/>
          </a:p>
        </p:txBody>
      </p:sp>
    </p:spTree>
    <p:extLst>
      <p:ext uri="{BB962C8B-B14F-4D97-AF65-F5344CB8AC3E}">
        <p14:creationId xmlns:p14="http://schemas.microsoft.com/office/powerpoint/2010/main" val="4224511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6621C-802E-4E7F-8B2D-43E28319DD4E}"/>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p>
        </p:txBody>
      </p:sp>
      <p:sp>
        <p:nvSpPr>
          <p:cNvPr id="3" name="Picture Placeholder 2">
            <a:extLst>
              <a:ext uri="{FF2B5EF4-FFF2-40B4-BE49-F238E27FC236}">
                <a16:creationId xmlns:a16="http://schemas.microsoft.com/office/drawing/2014/main" id="{FD930DFB-7B42-4768-BB83-CF77E5F5F197}"/>
              </a:ext>
            </a:extLst>
          </p:cNvPr>
          <p:cNvSpPr txBox="1">
            <a:spLocks noGrp="1"/>
          </p:cNvSpPr>
          <p:nvPr>
            <p:ph type="pic" idx="1"/>
          </p:nvPr>
        </p:nvSpPr>
        <p:spPr>
          <a:xfrm>
            <a:off x="5183184" y="987423"/>
            <a:ext cx="6172200" cy="4873623"/>
          </a:xfrm>
        </p:spPr>
        <p:txBody>
          <a:bodyPr/>
          <a:lstStyle>
            <a:lvl1pPr marL="0" indent="0">
              <a:buNone/>
              <a:defRPr sz="3200"/>
            </a:lvl1pPr>
          </a:lstStyle>
          <a:p>
            <a:pPr lvl="0"/>
            <a:r>
              <a:rPr lang="en-US"/>
              <a:t>Click icon to add picture</a:t>
            </a:r>
          </a:p>
        </p:txBody>
      </p:sp>
      <p:sp>
        <p:nvSpPr>
          <p:cNvPr id="4" name="Text Placeholder 3">
            <a:extLst>
              <a:ext uri="{FF2B5EF4-FFF2-40B4-BE49-F238E27FC236}">
                <a16:creationId xmlns:a16="http://schemas.microsoft.com/office/drawing/2014/main" id="{F247107C-430A-4A57-89BC-404BC64D7C6E}"/>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2D1B83A0-E317-4ECA-828D-1A7B687A7E57}"/>
              </a:ext>
            </a:extLst>
          </p:cNvPr>
          <p:cNvSpPr txBox="1">
            <a:spLocks noGrp="1"/>
          </p:cNvSpPr>
          <p:nvPr>
            <p:ph type="dt" sz="half" idx="7"/>
          </p:nvPr>
        </p:nvSpPr>
        <p:spPr/>
        <p:txBody>
          <a:bodyPr/>
          <a:lstStyle>
            <a:lvl1pPr>
              <a:defRPr/>
            </a:lvl1pPr>
          </a:lstStyle>
          <a:p>
            <a:pPr lvl="0"/>
            <a:fld id="{0728FF94-672F-4C01-9682-76D24501F25E}" type="datetime1">
              <a:rPr lang="en-US"/>
              <a:pPr lvl="0"/>
              <a:t>12/7/2025</a:t>
            </a:fld>
            <a:endParaRPr lang="en-US"/>
          </a:p>
        </p:txBody>
      </p:sp>
      <p:sp>
        <p:nvSpPr>
          <p:cNvPr id="6" name="Footer Placeholder 5">
            <a:extLst>
              <a:ext uri="{FF2B5EF4-FFF2-40B4-BE49-F238E27FC236}">
                <a16:creationId xmlns:a16="http://schemas.microsoft.com/office/drawing/2014/main" id="{AFEA82AB-B910-4BCA-BA86-E43512180692}"/>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4A5231EF-DC72-4B2D-BAFA-258E3497E094}"/>
              </a:ext>
            </a:extLst>
          </p:cNvPr>
          <p:cNvSpPr txBox="1">
            <a:spLocks noGrp="1"/>
          </p:cNvSpPr>
          <p:nvPr>
            <p:ph type="sldNum" sz="quarter" idx="8"/>
          </p:nvPr>
        </p:nvSpPr>
        <p:spPr/>
        <p:txBody>
          <a:bodyPr/>
          <a:lstStyle>
            <a:lvl1pPr>
              <a:defRPr/>
            </a:lvl1pPr>
          </a:lstStyle>
          <a:p>
            <a:pPr lvl="0"/>
            <a:fld id="{C96FAD53-991D-41CE-BCEB-19FD8D943B15}" type="slidenum">
              <a:t>‹N°›</a:t>
            </a:fld>
            <a:endParaRPr lang="en-US"/>
          </a:p>
        </p:txBody>
      </p:sp>
    </p:spTree>
    <p:extLst>
      <p:ext uri="{BB962C8B-B14F-4D97-AF65-F5344CB8AC3E}">
        <p14:creationId xmlns:p14="http://schemas.microsoft.com/office/powerpoint/2010/main" val="2313735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809B8-4D93-4F02-981A-F097601571C1}"/>
              </a:ext>
            </a:extLst>
          </p:cNvPr>
          <p:cNvSpPr txBox="1">
            <a:spLocks noGrp="1"/>
          </p:cNvSpPr>
          <p:nvPr>
            <p:ph type="title"/>
          </p:nvPr>
        </p:nvSpPr>
        <p:spPr/>
        <p:txBody>
          <a:bodyPr/>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F327F5BC-3A33-4C42-8600-241ACEA3F34E}"/>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B396A3-BF48-48BF-87F0-2D4A2BF96671}"/>
              </a:ext>
            </a:extLst>
          </p:cNvPr>
          <p:cNvSpPr txBox="1">
            <a:spLocks noGrp="1"/>
          </p:cNvSpPr>
          <p:nvPr>
            <p:ph type="dt" sz="half" idx="7"/>
          </p:nvPr>
        </p:nvSpPr>
        <p:spPr/>
        <p:txBody>
          <a:bodyPr/>
          <a:lstStyle>
            <a:lvl1pPr>
              <a:defRPr/>
            </a:lvl1pPr>
          </a:lstStyle>
          <a:p>
            <a:pPr lvl="0"/>
            <a:fld id="{EF693720-7080-48CE-92EA-9192594FF105}" type="datetime1">
              <a:rPr lang="en-US"/>
              <a:pPr lvl="0"/>
              <a:t>12/7/2025</a:t>
            </a:fld>
            <a:endParaRPr lang="en-US"/>
          </a:p>
        </p:txBody>
      </p:sp>
      <p:sp>
        <p:nvSpPr>
          <p:cNvPr id="5" name="Footer Placeholder 4">
            <a:extLst>
              <a:ext uri="{FF2B5EF4-FFF2-40B4-BE49-F238E27FC236}">
                <a16:creationId xmlns:a16="http://schemas.microsoft.com/office/drawing/2014/main" id="{00984E1E-A61B-472A-BCAE-E0CC2B97B5B8}"/>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19E6E421-4AC1-48B5-ACC5-E2F13C7D3717}"/>
              </a:ext>
            </a:extLst>
          </p:cNvPr>
          <p:cNvSpPr txBox="1">
            <a:spLocks noGrp="1"/>
          </p:cNvSpPr>
          <p:nvPr>
            <p:ph type="sldNum" sz="quarter" idx="8"/>
          </p:nvPr>
        </p:nvSpPr>
        <p:spPr/>
        <p:txBody>
          <a:bodyPr/>
          <a:lstStyle>
            <a:lvl1pPr>
              <a:defRPr/>
            </a:lvl1pPr>
          </a:lstStyle>
          <a:p>
            <a:pPr lvl="0"/>
            <a:fld id="{F496072E-123D-4BE2-A309-1B821781994E}" type="slidenum">
              <a:t>‹N°›</a:t>
            </a:fld>
            <a:endParaRPr lang="en-US"/>
          </a:p>
        </p:txBody>
      </p:sp>
    </p:spTree>
    <p:extLst>
      <p:ext uri="{BB962C8B-B14F-4D97-AF65-F5344CB8AC3E}">
        <p14:creationId xmlns:p14="http://schemas.microsoft.com/office/powerpoint/2010/main" val="3997795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2047A0-1F34-4BF0-BA7E-0C3007D4F34A}"/>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1E38EB67-9849-4487-B533-4E084BA10F57}"/>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EAA585-FFAE-4C66-A35A-C8EC6075558C}"/>
              </a:ext>
            </a:extLst>
          </p:cNvPr>
          <p:cNvSpPr txBox="1">
            <a:spLocks noGrp="1"/>
          </p:cNvSpPr>
          <p:nvPr>
            <p:ph type="dt" sz="half" idx="7"/>
          </p:nvPr>
        </p:nvSpPr>
        <p:spPr/>
        <p:txBody>
          <a:bodyPr/>
          <a:lstStyle>
            <a:lvl1pPr>
              <a:defRPr/>
            </a:lvl1pPr>
          </a:lstStyle>
          <a:p>
            <a:pPr lvl="0"/>
            <a:fld id="{D4795358-35C5-42F8-A793-EA1BCE68FBC3}" type="datetime1">
              <a:rPr lang="en-US"/>
              <a:pPr lvl="0"/>
              <a:t>12/7/2025</a:t>
            </a:fld>
            <a:endParaRPr lang="en-US"/>
          </a:p>
        </p:txBody>
      </p:sp>
      <p:sp>
        <p:nvSpPr>
          <p:cNvPr id="5" name="Footer Placeholder 4">
            <a:extLst>
              <a:ext uri="{FF2B5EF4-FFF2-40B4-BE49-F238E27FC236}">
                <a16:creationId xmlns:a16="http://schemas.microsoft.com/office/drawing/2014/main" id="{4262CA82-20E9-4D0B-BA4D-8AE47B914506}"/>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FF3E6DC1-AD9B-48AC-A281-B6D9E36FF79D}"/>
              </a:ext>
            </a:extLst>
          </p:cNvPr>
          <p:cNvSpPr txBox="1">
            <a:spLocks noGrp="1"/>
          </p:cNvSpPr>
          <p:nvPr>
            <p:ph type="sldNum" sz="quarter" idx="8"/>
          </p:nvPr>
        </p:nvSpPr>
        <p:spPr/>
        <p:txBody>
          <a:bodyPr/>
          <a:lstStyle>
            <a:lvl1pPr>
              <a:defRPr/>
            </a:lvl1pPr>
          </a:lstStyle>
          <a:p>
            <a:pPr lvl="0"/>
            <a:fld id="{C4915687-0618-4C96-A3E8-8290835E8AE0}" type="slidenum">
              <a:t>‹N°›</a:t>
            </a:fld>
            <a:endParaRPr lang="en-US"/>
          </a:p>
        </p:txBody>
      </p:sp>
    </p:spTree>
    <p:extLst>
      <p:ext uri="{BB962C8B-B14F-4D97-AF65-F5344CB8AC3E}">
        <p14:creationId xmlns:p14="http://schemas.microsoft.com/office/powerpoint/2010/main" val="1166289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0C2A3E2E-4928-4838-A425-F960101F90B8}"/>
              </a:ext>
            </a:extLst>
          </p:cNvPr>
          <p:cNvSpPr/>
          <p:nvPr/>
        </p:nvSpPr>
        <p:spPr>
          <a:xfrm>
            <a:off x="0" y="0"/>
            <a:ext cx="12188952" cy="6858000"/>
          </a:xfrm>
          <a:prstGeom prst="rect">
            <a:avLst/>
          </a:prstGeom>
          <a:solidFill>
            <a:srgbClr val="F3F0E9"/>
          </a:solidFill>
          <a:ln w="12701" cap="flat">
            <a:solidFill>
              <a:srgbClr val="F2F2F2"/>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sp>
        <p:nvSpPr>
          <p:cNvPr id="3" name="Freeform: Shape 7">
            <a:extLst>
              <a:ext uri="{FF2B5EF4-FFF2-40B4-BE49-F238E27FC236}">
                <a16:creationId xmlns:a16="http://schemas.microsoft.com/office/drawing/2014/main" id="{7551540F-0C86-4083-A63C-7C4697DC1F58}"/>
              </a:ext>
            </a:extLst>
          </p:cNvPr>
          <p:cNvSpPr/>
          <p:nvPr/>
        </p:nvSpPr>
        <p:spPr>
          <a:xfrm rot="10799991">
            <a:off x="692840" y="-3101"/>
            <a:ext cx="1326108" cy="597606"/>
          </a:xfrm>
          <a:custGeom>
            <a:avLst/>
            <a:gdLst>
              <a:gd name="f0" fmla="val 10800000"/>
              <a:gd name="f1" fmla="val 5400000"/>
              <a:gd name="f2" fmla="val 180"/>
              <a:gd name="f3" fmla="val w"/>
              <a:gd name="f4" fmla="val h"/>
              <a:gd name="f5" fmla="val 0"/>
              <a:gd name="f6" fmla="val 1482102"/>
              <a:gd name="f7" fmla="val 679363"/>
              <a:gd name="f8" fmla="val 741051"/>
              <a:gd name="f9" fmla="val 1102506"/>
              <a:gd name="f10" fmla="val 1404077"/>
              <a:gd name="f11" fmla="val 256390"/>
              <a:gd name="f12" fmla="val 1473822"/>
              <a:gd name="f13" fmla="val 597226"/>
              <a:gd name="f14" fmla="val 8280"/>
              <a:gd name="f15" fmla="val 78025"/>
              <a:gd name="f16" fmla="val 379596"/>
              <a:gd name="f17" fmla="+- 0 0 -90"/>
              <a:gd name="f18" fmla="*/ f3 1 1482102"/>
              <a:gd name="f19" fmla="*/ f4 1 679363"/>
              <a:gd name="f20" fmla="+- f7 0 f5"/>
              <a:gd name="f21" fmla="+- f6 0 f5"/>
              <a:gd name="f22" fmla="*/ f17 f0 1"/>
              <a:gd name="f23" fmla="*/ f21 1 1482102"/>
              <a:gd name="f24" fmla="*/ f20 1 679363"/>
              <a:gd name="f25" fmla="*/ 741051 f21 1"/>
              <a:gd name="f26" fmla="*/ 0 f20 1"/>
              <a:gd name="f27" fmla="*/ 1473822 f21 1"/>
              <a:gd name="f28" fmla="*/ 597226 f20 1"/>
              <a:gd name="f29" fmla="*/ 1482102 f21 1"/>
              <a:gd name="f30" fmla="*/ 679363 f20 1"/>
              <a:gd name="f31" fmla="*/ 0 f21 1"/>
              <a:gd name="f32" fmla="*/ 8280 f21 1"/>
              <a:gd name="f33" fmla="*/ f22 1 f2"/>
              <a:gd name="f34" fmla="*/ f25 1 1482102"/>
              <a:gd name="f35" fmla="*/ f26 1 679363"/>
              <a:gd name="f36" fmla="*/ f27 1 1482102"/>
              <a:gd name="f37" fmla="*/ f28 1 679363"/>
              <a:gd name="f38" fmla="*/ f29 1 1482102"/>
              <a:gd name="f39" fmla="*/ f30 1 679363"/>
              <a:gd name="f40" fmla="*/ f31 1 1482102"/>
              <a:gd name="f41" fmla="*/ f32 1 1482102"/>
              <a:gd name="f42" fmla="*/ f5 1 f23"/>
              <a:gd name="f43" fmla="*/ f6 1 f23"/>
              <a:gd name="f44" fmla="*/ f5 1 f24"/>
              <a:gd name="f45" fmla="*/ f7 1 f24"/>
              <a:gd name="f46" fmla="+- f33 0 f1"/>
              <a:gd name="f47" fmla="*/ f34 1 f23"/>
              <a:gd name="f48" fmla="*/ f35 1 f24"/>
              <a:gd name="f49" fmla="*/ f36 1 f23"/>
              <a:gd name="f50" fmla="*/ f37 1 f24"/>
              <a:gd name="f51" fmla="*/ f38 1 f23"/>
              <a:gd name="f52" fmla="*/ f39 1 f24"/>
              <a:gd name="f53" fmla="*/ f40 1 f23"/>
              <a:gd name="f54" fmla="*/ f41 1 f23"/>
              <a:gd name="f55" fmla="*/ f42 f18 1"/>
              <a:gd name="f56" fmla="*/ f43 f18 1"/>
              <a:gd name="f57" fmla="*/ f45 f19 1"/>
              <a:gd name="f58" fmla="*/ f44 f19 1"/>
              <a:gd name="f59" fmla="*/ f47 f18 1"/>
              <a:gd name="f60" fmla="*/ f48 f19 1"/>
              <a:gd name="f61" fmla="*/ f49 f18 1"/>
              <a:gd name="f62" fmla="*/ f50 f19 1"/>
              <a:gd name="f63" fmla="*/ f51 f18 1"/>
              <a:gd name="f64" fmla="*/ f52 f19 1"/>
              <a:gd name="f65" fmla="*/ f53 f18 1"/>
              <a:gd name="f66" fmla="*/ f54 f18 1"/>
            </a:gdLst>
            <a:ahLst/>
            <a:cxnLst>
              <a:cxn ang="3cd4">
                <a:pos x="hc" y="t"/>
              </a:cxn>
              <a:cxn ang="0">
                <a:pos x="r" y="vc"/>
              </a:cxn>
              <a:cxn ang="cd4">
                <a:pos x="hc" y="b"/>
              </a:cxn>
              <a:cxn ang="cd2">
                <a:pos x="l" y="vc"/>
              </a:cxn>
              <a:cxn ang="f46">
                <a:pos x="f59" y="f60"/>
              </a:cxn>
              <a:cxn ang="f46">
                <a:pos x="f61" y="f62"/>
              </a:cxn>
              <a:cxn ang="f46">
                <a:pos x="f63" y="f64"/>
              </a:cxn>
              <a:cxn ang="f46">
                <a:pos x="f65" y="f64"/>
              </a:cxn>
              <a:cxn ang="f46">
                <a:pos x="f66" y="f62"/>
              </a:cxn>
              <a:cxn ang="f46">
                <a:pos x="f59" y="f60"/>
              </a:cxn>
            </a:cxnLst>
            <a:rect l="f55" t="f58" r="f56" b="f57"/>
            <a:pathLst>
              <a:path w="1482102" h="679363">
                <a:moveTo>
                  <a:pt x="f8" y="f5"/>
                </a:moveTo>
                <a:cubicBezTo>
                  <a:pt x="f9" y="f5"/>
                  <a:pt x="f10" y="f11"/>
                  <a:pt x="f12" y="f13"/>
                </a:cubicBezTo>
                <a:lnTo>
                  <a:pt x="f6" y="f7"/>
                </a:lnTo>
                <a:lnTo>
                  <a:pt x="f5" y="f7"/>
                </a:lnTo>
                <a:lnTo>
                  <a:pt x="f14" y="f13"/>
                </a:lnTo>
                <a:cubicBezTo>
                  <a:pt x="f15" y="f11"/>
                  <a:pt x="f16" y="f5"/>
                  <a:pt x="f8" y="f5"/>
                </a:cubicBezTo>
                <a:close/>
              </a:path>
            </a:pathLst>
          </a:cu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Segoe UI"/>
            </a:endParaRPr>
          </a:p>
        </p:txBody>
      </p:sp>
      <p:sp>
        <p:nvSpPr>
          <p:cNvPr id="4" name="Freeform: Shape 8">
            <a:extLst>
              <a:ext uri="{FF2B5EF4-FFF2-40B4-BE49-F238E27FC236}">
                <a16:creationId xmlns:a16="http://schemas.microsoft.com/office/drawing/2014/main" id="{B9447B5E-310C-4AC7-A920-8D2C06CEF99B}"/>
              </a:ext>
            </a:extLst>
          </p:cNvPr>
          <p:cNvSpPr/>
          <p:nvPr/>
        </p:nvSpPr>
        <p:spPr>
          <a:xfrm>
            <a:off x="10439256" y="6172200"/>
            <a:ext cx="1482105" cy="679362"/>
          </a:xfrm>
          <a:custGeom>
            <a:avLst/>
            <a:gdLst>
              <a:gd name="f0" fmla="val 10800000"/>
              <a:gd name="f1" fmla="val 5400000"/>
              <a:gd name="f2" fmla="val 180"/>
              <a:gd name="f3" fmla="val w"/>
              <a:gd name="f4" fmla="val h"/>
              <a:gd name="f5" fmla="val 0"/>
              <a:gd name="f6" fmla="val 1482102"/>
              <a:gd name="f7" fmla="val 679363"/>
              <a:gd name="f8" fmla="val 741051"/>
              <a:gd name="f9" fmla="val 1102506"/>
              <a:gd name="f10" fmla="val 1404077"/>
              <a:gd name="f11" fmla="val 256390"/>
              <a:gd name="f12" fmla="val 1473822"/>
              <a:gd name="f13" fmla="val 597226"/>
              <a:gd name="f14" fmla="val 8280"/>
              <a:gd name="f15" fmla="val 78025"/>
              <a:gd name="f16" fmla="val 379596"/>
              <a:gd name="f17" fmla="+- 0 0 -90"/>
              <a:gd name="f18" fmla="*/ f3 1 1482102"/>
              <a:gd name="f19" fmla="*/ f4 1 679363"/>
              <a:gd name="f20" fmla="+- f7 0 f5"/>
              <a:gd name="f21" fmla="+- f6 0 f5"/>
              <a:gd name="f22" fmla="*/ f17 f0 1"/>
              <a:gd name="f23" fmla="*/ f21 1 1482102"/>
              <a:gd name="f24" fmla="*/ f20 1 679363"/>
              <a:gd name="f25" fmla="*/ 741051 f21 1"/>
              <a:gd name="f26" fmla="*/ 0 f20 1"/>
              <a:gd name="f27" fmla="*/ 1473822 f21 1"/>
              <a:gd name="f28" fmla="*/ 597226 f20 1"/>
              <a:gd name="f29" fmla="*/ 1482102 f21 1"/>
              <a:gd name="f30" fmla="*/ 679363 f20 1"/>
              <a:gd name="f31" fmla="*/ 0 f21 1"/>
              <a:gd name="f32" fmla="*/ 8280 f21 1"/>
              <a:gd name="f33" fmla="*/ f22 1 f2"/>
              <a:gd name="f34" fmla="*/ f25 1 1482102"/>
              <a:gd name="f35" fmla="*/ f26 1 679363"/>
              <a:gd name="f36" fmla="*/ f27 1 1482102"/>
              <a:gd name="f37" fmla="*/ f28 1 679363"/>
              <a:gd name="f38" fmla="*/ f29 1 1482102"/>
              <a:gd name="f39" fmla="*/ f30 1 679363"/>
              <a:gd name="f40" fmla="*/ f31 1 1482102"/>
              <a:gd name="f41" fmla="*/ f32 1 1482102"/>
              <a:gd name="f42" fmla="*/ f5 1 f23"/>
              <a:gd name="f43" fmla="*/ f6 1 f23"/>
              <a:gd name="f44" fmla="*/ f5 1 f24"/>
              <a:gd name="f45" fmla="*/ f7 1 f24"/>
              <a:gd name="f46" fmla="+- f33 0 f1"/>
              <a:gd name="f47" fmla="*/ f34 1 f23"/>
              <a:gd name="f48" fmla="*/ f35 1 f24"/>
              <a:gd name="f49" fmla="*/ f36 1 f23"/>
              <a:gd name="f50" fmla="*/ f37 1 f24"/>
              <a:gd name="f51" fmla="*/ f38 1 f23"/>
              <a:gd name="f52" fmla="*/ f39 1 f24"/>
              <a:gd name="f53" fmla="*/ f40 1 f23"/>
              <a:gd name="f54" fmla="*/ f41 1 f23"/>
              <a:gd name="f55" fmla="*/ f42 f18 1"/>
              <a:gd name="f56" fmla="*/ f43 f18 1"/>
              <a:gd name="f57" fmla="*/ f45 f19 1"/>
              <a:gd name="f58" fmla="*/ f44 f19 1"/>
              <a:gd name="f59" fmla="*/ f47 f18 1"/>
              <a:gd name="f60" fmla="*/ f48 f19 1"/>
              <a:gd name="f61" fmla="*/ f49 f18 1"/>
              <a:gd name="f62" fmla="*/ f50 f19 1"/>
              <a:gd name="f63" fmla="*/ f51 f18 1"/>
              <a:gd name="f64" fmla="*/ f52 f19 1"/>
              <a:gd name="f65" fmla="*/ f53 f18 1"/>
              <a:gd name="f66" fmla="*/ f54 f18 1"/>
            </a:gdLst>
            <a:ahLst/>
            <a:cxnLst>
              <a:cxn ang="3cd4">
                <a:pos x="hc" y="t"/>
              </a:cxn>
              <a:cxn ang="0">
                <a:pos x="r" y="vc"/>
              </a:cxn>
              <a:cxn ang="cd4">
                <a:pos x="hc" y="b"/>
              </a:cxn>
              <a:cxn ang="cd2">
                <a:pos x="l" y="vc"/>
              </a:cxn>
              <a:cxn ang="f46">
                <a:pos x="f59" y="f60"/>
              </a:cxn>
              <a:cxn ang="f46">
                <a:pos x="f61" y="f62"/>
              </a:cxn>
              <a:cxn ang="f46">
                <a:pos x="f63" y="f64"/>
              </a:cxn>
              <a:cxn ang="f46">
                <a:pos x="f65" y="f64"/>
              </a:cxn>
              <a:cxn ang="f46">
                <a:pos x="f66" y="f62"/>
              </a:cxn>
              <a:cxn ang="f46">
                <a:pos x="f59" y="f60"/>
              </a:cxn>
            </a:cxnLst>
            <a:rect l="f55" t="f58" r="f56" b="f57"/>
            <a:pathLst>
              <a:path w="1482102" h="679363">
                <a:moveTo>
                  <a:pt x="f8" y="f5"/>
                </a:moveTo>
                <a:cubicBezTo>
                  <a:pt x="f9" y="f5"/>
                  <a:pt x="f10" y="f11"/>
                  <a:pt x="f12" y="f13"/>
                </a:cubicBezTo>
                <a:lnTo>
                  <a:pt x="f6" y="f7"/>
                </a:lnTo>
                <a:lnTo>
                  <a:pt x="f5" y="f7"/>
                </a:lnTo>
                <a:lnTo>
                  <a:pt x="f14" y="f13"/>
                </a:lnTo>
                <a:cubicBezTo>
                  <a:pt x="f15" y="f11"/>
                  <a:pt x="f16" y="f5"/>
                  <a:pt x="f8" y="f5"/>
                </a:cubicBezTo>
                <a:close/>
              </a:path>
            </a:pathLst>
          </a:cu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Segoe UI"/>
            </a:endParaRPr>
          </a:p>
        </p:txBody>
      </p:sp>
      <p:sp>
        <p:nvSpPr>
          <p:cNvPr id="5" name="Freeform: Shape 9">
            <a:extLst>
              <a:ext uri="{FF2B5EF4-FFF2-40B4-BE49-F238E27FC236}">
                <a16:creationId xmlns:a16="http://schemas.microsoft.com/office/drawing/2014/main" id="{6CBF535B-359F-43AC-8494-5C2CC99315A8}"/>
              </a:ext>
            </a:extLst>
          </p:cNvPr>
          <p:cNvSpPr/>
          <p:nvPr/>
        </p:nvSpPr>
        <p:spPr>
          <a:xfrm>
            <a:off x="7977353" y="5197175"/>
            <a:ext cx="4211598" cy="1660824"/>
          </a:xfrm>
          <a:custGeom>
            <a:avLst/>
            <a:gdLst>
              <a:gd name="f0" fmla="val 10800000"/>
              <a:gd name="f1" fmla="val 5400000"/>
              <a:gd name="f2" fmla="val 180"/>
              <a:gd name="f3" fmla="val w"/>
              <a:gd name="f4" fmla="val h"/>
              <a:gd name="f5" fmla="val 0"/>
              <a:gd name="f6" fmla="val 4211600"/>
              <a:gd name="f7" fmla="val 1660822"/>
              <a:gd name="f8" fmla="val 58430"/>
              <a:gd name="f9" fmla="val 4136524"/>
              <a:gd name="f10" fmla="val 208808"/>
              <a:gd name="f11" fmla="val 4089791"/>
              <a:gd name="f12" fmla="val 287770"/>
              <a:gd name="f13" fmla="val 4030588"/>
              <a:gd name="f14" fmla="val 363780"/>
              <a:gd name="f15" fmla="val 3973354"/>
              <a:gd name="f16" fmla="val 437313"/>
              <a:gd name="f17" fmla="val 3943819"/>
              <a:gd name="f18" fmla="val 475222"/>
              <a:gd name="f19" fmla="val 3913231"/>
              <a:gd name="f20" fmla="val 514465"/>
              <a:gd name="f21" fmla="val 3884746"/>
              <a:gd name="f22" fmla="val 553613"/>
              <a:gd name="f23" fmla="val 3872801"/>
              <a:gd name="f24" fmla="val 569996"/>
              <a:gd name="f25" fmla="val 3861119"/>
              <a:gd name="f26" fmla="val 586569"/>
              <a:gd name="f27" fmla="val 3849435"/>
              <a:gd name="f28" fmla="val 603143"/>
              <a:gd name="f29" fmla="val 3796665"/>
              <a:gd name="f30" fmla="val 678009"/>
              <a:gd name="f31" fmla="val 3742187"/>
              <a:gd name="f32" fmla="val 755352"/>
              <a:gd name="f33" fmla="val 3661849"/>
              <a:gd name="f34" fmla="val 819075"/>
              <a:gd name="f35" fmla="val 3596214"/>
              <a:gd name="f36" fmla="val 871176"/>
              <a:gd name="f37" fmla="val 3509050"/>
              <a:gd name="f38" fmla="val 916230"/>
              <a:gd name="f39" fmla="val 3402589"/>
              <a:gd name="f40" fmla="val 952996"/>
              <a:gd name="f41" fmla="val 3312406"/>
              <a:gd name="f42" fmla="val 984048"/>
              <a:gd name="f43" fmla="val 3215660"/>
              <a:gd name="f44" fmla="val 1005003"/>
              <a:gd name="f45" fmla="val 3130202"/>
              <a:gd name="f46" fmla="val 1023386"/>
              <a:gd name="f47" fmla="val 3058529"/>
              <a:gd name="f48" fmla="val 1038816"/>
              <a:gd name="f49" fmla="val 2985412"/>
              <a:gd name="f50" fmla="val 1053675"/>
              <a:gd name="f51" fmla="val 2914657"/>
              <a:gd name="f52" fmla="val 1068058"/>
              <a:gd name="f53" fmla="val 2805176"/>
              <a:gd name="f54" fmla="val 1090251"/>
              <a:gd name="f55" fmla="val 2692021"/>
              <a:gd name="f56" fmla="val 1113207"/>
              <a:gd name="f57" fmla="val 2582149"/>
              <a:gd name="f58" fmla="val 1138924"/>
              <a:gd name="f59" fmla="val 2549330"/>
              <a:gd name="f60" fmla="val 1146639"/>
              <a:gd name="f61" fmla="val 2516644"/>
              <a:gd name="f62" fmla="val 1154450"/>
              <a:gd name="f63" fmla="val 2483958"/>
              <a:gd name="f64" fmla="val 1162356"/>
              <a:gd name="f65" fmla="val 2367257"/>
              <a:gd name="f66" fmla="val 1190550"/>
              <a:gd name="f67" fmla="val 2246621"/>
              <a:gd name="f68" fmla="val 1219601"/>
              <a:gd name="f69" fmla="val 2123750"/>
              <a:gd name="f70" fmla="val 1238651"/>
              <a:gd name="f71" fmla="val 2004294"/>
              <a:gd name="f72" fmla="val 1257129"/>
              <a:gd name="f73" fmla="val 1880769"/>
              <a:gd name="f74" fmla="val 1265416"/>
              <a:gd name="f75" fmla="val 1761444"/>
              <a:gd name="f76" fmla="val 1273417"/>
              <a:gd name="f77" fmla="val 1711167"/>
              <a:gd name="f78" fmla="val 1276751"/>
              <a:gd name="f79" fmla="val 1659184"/>
              <a:gd name="f80" fmla="val 1280275"/>
              <a:gd name="f81" fmla="val 1608382"/>
              <a:gd name="f82" fmla="val 1284466"/>
              <a:gd name="f83" fmla="val 1408589"/>
              <a:gd name="f84" fmla="val 1300944"/>
              <a:gd name="f85" fmla="val 1214570"/>
              <a:gd name="f86" fmla="val 1325805"/>
              <a:gd name="f87" fmla="val 999942"/>
              <a:gd name="f88" fmla="val 1354284"/>
              <a:gd name="f89" fmla="val 826403"/>
              <a:gd name="f90" fmla="val 1377240"/>
              <a:gd name="f91" fmla="val 647744"/>
              <a:gd name="f92" fmla="val 1400957"/>
              <a:gd name="f93" fmla="val 484705"/>
              <a:gd name="f94" fmla="val 1450487"/>
              <a:gd name="f95" fmla="val 355831"/>
              <a:gd name="f96" fmla="val 1489635"/>
              <a:gd name="f97" fmla="val 231387"/>
              <a:gd name="f98" fmla="val 1544374"/>
              <a:gd name="f99" fmla="val 113310"/>
              <a:gd name="f100" fmla="val 1613700"/>
              <a:gd name="f101" fmla="val 39668"/>
              <a:gd name="f102" fmla="val 96701"/>
              <a:gd name="f103" fmla="val 1598934"/>
              <a:gd name="f104" fmla="val 216635"/>
              <a:gd name="f105" fmla="val 1528533"/>
              <a:gd name="f106" fmla="val 343196"/>
              <a:gd name="f107" fmla="val 1472919"/>
              <a:gd name="f108" fmla="val 474335"/>
              <a:gd name="f109" fmla="val 1433056"/>
              <a:gd name="f110" fmla="val 639999"/>
              <a:gd name="f111" fmla="val 1382669"/>
              <a:gd name="f112" fmla="val 820102"/>
              <a:gd name="f113" fmla="val 1358856"/>
              <a:gd name="f114" fmla="val 994299"/>
              <a:gd name="f115" fmla="val 1335806"/>
              <a:gd name="f116" fmla="val 1210239"/>
              <a:gd name="f117" fmla="val 1307231"/>
              <a:gd name="f118" fmla="val 1404650"/>
              <a:gd name="f119" fmla="val 1282275"/>
              <a:gd name="f120" fmla="val 1605231"/>
              <a:gd name="f121" fmla="val 1265702"/>
              <a:gd name="f122" fmla="val 1656428"/>
              <a:gd name="f123" fmla="val 1261511"/>
              <a:gd name="f124" fmla="val 1708411"/>
              <a:gd name="f125" fmla="val 1257987"/>
              <a:gd name="f126" fmla="val 1758819"/>
              <a:gd name="f127" fmla="val 1254558"/>
              <a:gd name="f128" fmla="val 1877487"/>
              <a:gd name="f129" fmla="val 1246557"/>
              <a:gd name="f130" fmla="val 2000094"/>
              <a:gd name="f131" fmla="val 1238365"/>
              <a:gd name="f132" fmla="val 2118106"/>
              <a:gd name="f133" fmla="val 1220077"/>
              <a:gd name="f134" fmla="val 2239531"/>
              <a:gd name="f135" fmla="val 1201313"/>
              <a:gd name="f136" fmla="val 2359513"/>
              <a:gd name="f137" fmla="val 1172357"/>
              <a:gd name="f138" fmla="val 2475557"/>
              <a:gd name="f139" fmla="val 1144353"/>
              <a:gd name="f140" fmla="val 2508243"/>
              <a:gd name="f141" fmla="val 1136448"/>
              <a:gd name="f142" fmla="val 2541060"/>
              <a:gd name="f143" fmla="val 1128542"/>
              <a:gd name="f144" fmla="val 2573878"/>
              <a:gd name="f145" fmla="val 1120827"/>
              <a:gd name="f146" fmla="val 2684276"/>
              <a:gd name="f147" fmla="val 1094919"/>
              <a:gd name="f148" fmla="val 2797694"/>
              <a:gd name="f149" fmla="val 1071963"/>
              <a:gd name="f150" fmla="val 2907437"/>
              <a:gd name="f151" fmla="val 1049675"/>
              <a:gd name="f152" fmla="val 2978061"/>
              <a:gd name="f153" fmla="val 1035387"/>
              <a:gd name="f154" fmla="val 3051178"/>
              <a:gd name="f155" fmla="val 1020528"/>
              <a:gd name="f156" fmla="val 3122589"/>
              <a:gd name="f157" fmla="val 1005098"/>
              <a:gd name="f158" fmla="val 3206997"/>
              <a:gd name="f159" fmla="val 986810"/>
              <a:gd name="f160" fmla="val 3302823"/>
              <a:gd name="f161" fmla="val 966141"/>
              <a:gd name="f162" fmla="val 3391169"/>
              <a:gd name="f163" fmla="val 935756"/>
              <a:gd name="f164" fmla="val 3494479"/>
              <a:gd name="f165" fmla="val 900132"/>
              <a:gd name="f166" fmla="val 3578886"/>
              <a:gd name="f167" fmla="val 856508"/>
              <a:gd name="f168" fmla="val 3642290"/>
              <a:gd name="f169" fmla="val 806216"/>
              <a:gd name="f170" fmla="val 3720133"/>
              <a:gd name="f171" fmla="val 744303"/>
              <a:gd name="f172" fmla="val 3773953"/>
              <a:gd name="f173" fmla="val 668103"/>
              <a:gd name="f174" fmla="val 3825937"/>
              <a:gd name="f175" fmla="val 594475"/>
              <a:gd name="f176" fmla="val 3837621"/>
              <a:gd name="f177" fmla="val 577902"/>
              <a:gd name="f178" fmla="val 561233"/>
              <a:gd name="f179" fmla="val 3861381"/>
              <a:gd name="f180" fmla="val 544755"/>
              <a:gd name="f181" fmla="val 3889997"/>
              <a:gd name="f182" fmla="val 505416"/>
              <a:gd name="f183" fmla="val 3920715"/>
              <a:gd name="f184" fmla="val 465983"/>
              <a:gd name="f185" fmla="val 3950381"/>
              <a:gd name="f186" fmla="val 427978"/>
              <a:gd name="f187" fmla="val 4007353"/>
              <a:gd name="f188" fmla="val 354921"/>
              <a:gd name="f189" fmla="val 4066163"/>
              <a:gd name="f190" fmla="val 279388"/>
              <a:gd name="f191" fmla="val 4112370"/>
              <a:gd name="f192" fmla="val 201378"/>
              <a:gd name="f193" fmla="val 4144662"/>
              <a:gd name="f194" fmla="val 146800"/>
              <a:gd name="f195" fmla="val 4170785"/>
              <a:gd name="f196" fmla="val 89364"/>
              <a:gd name="f197" fmla="val 4195989"/>
              <a:gd name="f198" fmla="val 33834"/>
              <a:gd name="f199" fmla="+- 0 0 -90"/>
              <a:gd name="f200" fmla="*/ f3 1 4211600"/>
              <a:gd name="f201" fmla="*/ f4 1 1660822"/>
              <a:gd name="f202" fmla="+- f7 0 f5"/>
              <a:gd name="f203" fmla="+- f6 0 f5"/>
              <a:gd name="f204" fmla="*/ f199 f0 1"/>
              <a:gd name="f205" fmla="*/ f203 1 4211600"/>
              <a:gd name="f206" fmla="*/ f202 1 1660822"/>
              <a:gd name="f207" fmla="*/ 4211600 f203 1"/>
              <a:gd name="f208" fmla="*/ 0 f202 1"/>
              <a:gd name="f209" fmla="*/ 58430 f202 1"/>
              <a:gd name="f210" fmla="*/ 4136524 f203 1"/>
              <a:gd name="f211" fmla="*/ 208808 f202 1"/>
              <a:gd name="f212" fmla="*/ 3973354 f203 1"/>
              <a:gd name="f213" fmla="*/ 437313 f202 1"/>
              <a:gd name="f214" fmla="*/ 3884746 f203 1"/>
              <a:gd name="f215" fmla="*/ 553613 f202 1"/>
              <a:gd name="f216" fmla="*/ 3849435 f203 1"/>
              <a:gd name="f217" fmla="*/ 603143 f202 1"/>
              <a:gd name="f218" fmla="*/ 3661849 f203 1"/>
              <a:gd name="f219" fmla="*/ 819075 f202 1"/>
              <a:gd name="f220" fmla="*/ 3402589 f203 1"/>
              <a:gd name="f221" fmla="*/ 952996 f202 1"/>
              <a:gd name="f222" fmla="*/ 3130202 f203 1"/>
              <a:gd name="f223" fmla="*/ 1023386 f202 1"/>
              <a:gd name="f224" fmla="*/ 2914657 f203 1"/>
              <a:gd name="f225" fmla="*/ 1068058 f202 1"/>
              <a:gd name="f226" fmla="*/ 2582149 f203 1"/>
              <a:gd name="f227" fmla="*/ 1138924 f202 1"/>
              <a:gd name="f228" fmla="*/ 2483958 f203 1"/>
              <a:gd name="f229" fmla="*/ 1162356 f202 1"/>
              <a:gd name="f230" fmla="*/ 2123750 f203 1"/>
              <a:gd name="f231" fmla="*/ 1238651 f202 1"/>
              <a:gd name="f232" fmla="*/ 1761444 f203 1"/>
              <a:gd name="f233" fmla="*/ 1273417 f202 1"/>
              <a:gd name="f234" fmla="*/ 1608382 f203 1"/>
              <a:gd name="f235" fmla="*/ 1284466 f202 1"/>
              <a:gd name="f236" fmla="*/ 999942 f203 1"/>
              <a:gd name="f237" fmla="*/ 1354284 f202 1"/>
              <a:gd name="f238" fmla="*/ 484705 f203 1"/>
              <a:gd name="f239" fmla="*/ 1450487 f202 1"/>
              <a:gd name="f240" fmla="*/ 113310 f203 1"/>
              <a:gd name="f241" fmla="*/ 1613700 f202 1"/>
              <a:gd name="f242" fmla="*/ 39668 f203 1"/>
              <a:gd name="f243" fmla="*/ 1660822 f202 1"/>
              <a:gd name="f244" fmla="*/ 0 f203 1"/>
              <a:gd name="f245" fmla="*/ 96701 f203 1"/>
              <a:gd name="f246" fmla="*/ 1598934 f202 1"/>
              <a:gd name="f247" fmla="*/ 474335 f203 1"/>
              <a:gd name="f248" fmla="*/ 1433056 f202 1"/>
              <a:gd name="f249" fmla="*/ 994299 f203 1"/>
              <a:gd name="f250" fmla="*/ 1335806 f202 1"/>
              <a:gd name="f251" fmla="*/ 1605231 f203 1"/>
              <a:gd name="f252" fmla="*/ 1265702 f202 1"/>
              <a:gd name="f253" fmla="*/ 1758819 f203 1"/>
              <a:gd name="f254" fmla="*/ 1254558 f202 1"/>
              <a:gd name="f255" fmla="*/ 2118106 f203 1"/>
              <a:gd name="f256" fmla="*/ 1220077 f202 1"/>
              <a:gd name="f257" fmla="*/ 2475557 f203 1"/>
              <a:gd name="f258" fmla="*/ 1144353 f202 1"/>
              <a:gd name="f259" fmla="*/ 2573878 f203 1"/>
              <a:gd name="f260" fmla="*/ 1120827 f202 1"/>
              <a:gd name="f261" fmla="*/ 2907437 f203 1"/>
              <a:gd name="f262" fmla="*/ 1049675 f202 1"/>
              <a:gd name="f263" fmla="*/ 3122589 f203 1"/>
              <a:gd name="f264" fmla="*/ 1005098 f202 1"/>
              <a:gd name="f265" fmla="*/ 3391169 f203 1"/>
              <a:gd name="f266" fmla="*/ 935756 f202 1"/>
              <a:gd name="f267" fmla="*/ 3642290 f203 1"/>
              <a:gd name="f268" fmla="*/ 806216 f202 1"/>
              <a:gd name="f269" fmla="*/ 3825937 f203 1"/>
              <a:gd name="f270" fmla="*/ 594475 f202 1"/>
              <a:gd name="f271" fmla="*/ 3861381 f203 1"/>
              <a:gd name="f272" fmla="*/ 544755 f202 1"/>
              <a:gd name="f273" fmla="*/ 3950381 f203 1"/>
              <a:gd name="f274" fmla="*/ 427978 f202 1"/>
              <a:gd name="f275" fmla="*/ 4112370 f203 1"/>
              <a:gd name="f276" fmla="*/ 201378 f202 1"/>
              <a:gd name="f277" fmla="*/ 4195989 f203 1"/>
              <a:gd name="f278" fmla="*/ 33834 f202 1"/>
              <a:gd name="f279" fmla="*/ f204 1 f2"/>
              <a:gd name="f280" fmla="*/ f207 1 4211600"/>
              <a:gd name="f281" fmla="*/ f208 1 1660822"/>
              <a:gd name="f282" fmla="*/ f209 1 1660822"/>
              <a:gd name="f283" fmla="*/ f210 1 4211600"/>
              <a:gd name="f284" fmla="*/ f211 1 1660822"/>
              <a:gd name="f285" fmla="*/ f212 1 4211600"/>
              <a:gd name="f286" fmla="*/ f213 1 1660822"/>
              <a:gd name="f287" fmla="*/ f214 1 4211600"/>
              <a:gd name="f288" fmla="*/ f215 1 1660822"/>
              <a:gd name="f289" fmla="*/ f216 1 4211600"/>
              <a:gd name="f290" fmla="*/ f217 1 1660822"/>
              <a:gd name="f291" fmla="*/ f218 1 4211600"/>
              <a:gd name="f292" fmla="*/ f219 1 1660822"/>
              <a:gd name="f293" fmla="*/ f220 1 4211600"/>
              <a:gd name="f294" fmla="*/ f221 1 1660822"/>
              <a:gd name="f295" fmla="*/ f222 1 4211600"/>
              <a:gd name="f296" fmla="*/ f223 1 1660822"/>
              <a:gd name="f297" fmla="*/ f224 1 4211600"/>
              <a:gd name="f298" fmla="*/ f225 1 1660822"/>
              <a:gd name="f299" fmla="*/ f226 1 4211600"/>
              <a:gd name="f300" fmla="*/ f227 1 1660822"/>
              <a:gd name="f301" fmla="*/ f228 1 4211600"/>
              <a:gd name="f302" fmla="*/ f229 1 1660822"/>
              <a:gd name="f303" fmla="*/ f230 1 4211600"/>
              <a:gd name="f304" fmla="*/ f231 1 1660822"/>
              <a:gd name="f305" fmla="*/ f232 1 4211600"/>
              <a:gd name="f306" fmla="*/ f233 1 1660822"/>
              <a:gd name="f307" fmla="*/ f234 1 4211600"/>
              <a:gd name="f308" fmla="*/ f235 1 1660822"/>
              <a:gd name="f309" fmla="*/ f236 1 4211600"/>
              <a:gd name="f310" fmla="*/ f237 1 1660822"/>
              <a:gd name="f311" fmla="*/ f238 1 4211600"/>
              <a:gd name="f312" fmla="*/ f239 1 1660822"/>
              <a:gd name="f313" fmla="*/ f240 1 4211600"/>
              <a:gd name="f314" fmla="*/ f241 1 1660822"/>
              <a:gd name="f315" fmla="*/ f242 1 4211600"/>
              <a:gd name="f316" fmla="*/ f243 1 1660822"/>
              <a:gd name="f317" fmla="*/ f244 1 4211600"/>
              <a:gd name="f318" fmla="*/ f245 1 4211600"/>
              <a:gd name="f319" fmla="*/ f246 1 1660822"/>
              <a:gd name="f320" fmla="*/ f247 1 4211600"/>
              <a:gd name="f321" fmla="*/ f248 1 1660822"/>
              <a:gd name="f322" fmla="*/ f249 1 4211600"/>
              <a:gd name="f323" fmla="*/ f250 1 1660822"/>
              <a:gd name="f324" fmla="*/ f251 1 4211600"/>
              <a:gd name="f325" fmla="*/ f252 1 1660822"/>
              <a:gd name="f326" fmla="*/ f253 1 4211600"/>
              <a:gd name="f327" fmla="*/ f254 1 1660822"/>
              <a:gd name="f328" fmla="*/ f255 1 4211600"/>
              <a:gd name="f329" fmla="*/ f256 1 1660822"/>
              <a:gd name="f330" fmla="*/ f257 1 4211600"/>
              <a:gd name="f331" fmla="*/ f258 1 1660822"/>
              <a:gd name="f332" fmla="*/ f259 1 4211600"/>
              <a:gd name="f333" fmla="*/ f260 1 1660822"/>
              <a:gd name="f334" fmla="*/ f261 1 4211600"/>
              <a:gd name="f335" fmla="*/ f262 1 1660822"/>
              <a:gd name="f336" fmla="*/ f263 1 4211600"/>
              <a:gd name="f337" fmla="*/ f264 1 1660822"/>
              <a:gd name="f338" fmla="*/ f265 1 4211600"/>
              <a:gd name="f339" fmla="*/ f266 1 1660822"/>
              <a:gd name="f340" fmla="*/ f267 1 4211600"/>
              <a:gd name="f341" fmla="*/ f268 1 1660822"/>
              <a:gd name="f342" fmla="*/ f269 1 4211600"/>
              <a:gd name="f343" fmla="*/ f270 1 1660822"/>
              <a:gd name="f344" fmla="*/ f271 1 4211600"/>
              <a:gd name="f345" fmla="*/ f272 1 1660822"/>
              <a:gd name="f346" fmla="*/ f273 1 4211600"/>
              <a:gd name="f347" fmla="*/ f274 1 1660822"/>
              <a:gd name="f348" fmla="*/ f275 1 4211600"/>
              <a:gd name="f349" fmla="*/ f276 1 1660822"/>
              <a:gd name="f350" fmla="*/ f277 1 4211600"/>
              <a:gd name="f351" fmla="*/ f278 1 1660822"/>
              <a:gd name="f352" fmla="*/ f5 1 f205"/>
              <a:gd name="f353" fmla="*/ f6 1 f205"/>
              <a:gd name="f354" fmla="*/ f5 1 f206"/>
              <a:gd name="f355" fmla="*/ f7 1 f206"/>
              <a:gd name="f356" fmla="+- f279 0 f1"/>
              <a:gd name="f357" fmla="*/ f280 1 f205"/>
              <a:gd name="f358" fmla="*/ f281 1 f206"/>
              <a:gd name="f359" fmla="*/ f282 1 f206"/>
              <a:gd name="f360" fmla="*/ f283 1 f205"/>
              <a:gd name="f361" fmla="*/ f284 1 f206"/>
              <a:gd name="f362" fmla="*/ f285 1 f205"/>
              <a:gd name="f363" fmla="*/ f286 1 f206"/>
              <a:gd name="f364" fmla="*/ f287 1 f205"/>
              <a:gd name="f365" fmla="*/ f288 1 f206"/>
              <a:gd name="f366" fmla="*/ f289 1 f205"/>
              <a:gd name="f367" fmla="*/ f290 1 f206"/>
              <a:gd name="f368" fmla="*/ f291 1 f205"/>
              <a:gd name="f369" fmla="*/ f292 1 f206"/>
              <a:gd name="f370" fmla="*/ f293 1 f205"/>
              <a:gd name="f371" fmla="*/ f294 1 f206"/>
              <a:gd name="f372" fmla="*/ f295 1 f205"/>
              <a:gd name="f373" fmla="*/ f296 1 f206"/>
              <a:gd name="f374" fmla="*/ f297 1 f205"/>
              <a:gd name="f375" fmla="*/ f298 1 f206"/>
              <a:gd name="f376" fmla="*/ f299 1 f205"/>
              <a:gd name="f377" fmla="*/ f300 1 f206"/>
              <a:gd name="f378" fmla="*/ f301 1 f205"/>
              <a:gd name="f379" fmla="*/ f302 1 f206"/>
              <a:gd name="f380" fmla="*/ f303 1 f205"/>
              <a:gd name="f381" fmla="*/ f304 1 f206"/>
              <a:gd name="f382" fmla="*/ f305 1 f205"/>
              <a:gd name="f383" fmla="*/ f306 1 f206"/>
              <a:gd name="f384" fmla="*/ f307 1 f205"/>
              <a:gd name="f385" fmla="*/ f308 1 f206"/>
              <a:gd name="f386" fmla="*/ f309 1 f205"/>
              <a:gd name="f387" fmla="*/ f310 1 f206"/>
              <a:gd name="f388" fmla="*/ f311 1 f205"/>
              <a:gd name="f389" fmla="*/ f312 1 f206"/>
              <a:gd name="f390" fmla="*/ f313 1 f205"/>
              <a:gd name="f391" fmla="*/ f314 1 f206"/>
              <a:gd name="f392" fmla="*/ f315 1 f205"/>
              <a:gd name="f393" fmla="*/ f316 1 f206"/>
              <a:gd name="f394" fmla="*/ f317 1 f205"/>
              <a:gd name="f395" fmla="*/ f318 1 f205"/>
              <a:gd name="f396" fmla="*/ f319 1 f206"/>
              <a:gd name="f397" fmla="*/ f320 1 f205"/>
              <a:gd name="f398" fmla="*/ f321 1 f206"/>
              <a:gd name="f399" fmla="*/ f322 1 f205"/>
              <a:gd name="f400" fmla="*/ f323 1 f206"/>
              <a:gd name="f401" fmla="*/ f324 1 f205"/>
              <a:gd name="f402" fmla="*/ f325 1 f206"/>
              <a:gd name="f403" fmla="*/ f326 1 f205"/>
              <a:gd name="f404" fmla="*/ f327 1 f206"/>
              <a:gd name="f405" fmla="*/ f328 1 f205"/>
              <a:gd name="f406" fmla="*/ f329 1 f206"/>
              <a:gd name="f407" fmla="*/ f330 1 f205"/>
              <a:gd name="f408" fmla="*/ f331 1 f206"/>
              <a:gd name="f409" fmla="*/ f332 1 f205"/>
              <a:gd name="f410" fmla="*/ f333 1 f206"/>
              <a:gd name="f411" fmla="*/ f334 1 f205"/>
              <a:gd name="f412" fmla="*/ f335 1 f206"/>
              <a:gd name="f413" fmla="*/ f336 1 f205"/>
              <a:gd name="f414" fmla="*/ f337 1 f206"/>
              <a:gd name="f415" fmla="*/ f338 1 f205"/>
              <a:gd name="f416" fmla="*/ f339 1 f206"/>
              <a:gd name="f417" fmla="*/ f340 1 f205"/>
              <a:gd name="f418" fmla="*/ f341 1 f206"/>
              <a:gd name="f419" fmla="*/ f342 1 f205"/>
              <a:gd name="f420" fmla="*/ f343 1 f206"/>
              <a:gd name="f421" fmla="*/ f344 1 f205"/>
              <a:gd name="f422" fmla="*/ f345 1 f206"/>
              <a:gd name="f423" fmla="*/ f346 1 f205"/>
              <a:gd name="f424" fmla="*/ f347 1 f206"/>
              <a:gd name="f425" fmla="*/ f348 1 f205"/>
              <a:gd name="f426" fmla="*/ f349 1 f206"/>
              <a:gd name="f427" fmla="*/ f350 1 f205"/>
              <a:gd name="f428" fmla="*/ f351 1 f206"/>
              <a:gd name="f429" fmla="*/ f352 f200 1"/>
              <a:gd name="f430" fmla="*/ f353 f200 1"/>
              <a:gd name="f431" fmla="*/ f355 f201 1"/>
              <a:gd name="f432" fmla="*/ f354 f201 1"/>
              <a:gd name="f433" fmla="*/ f357 f200 1"/>
              <a:gd name="f434" fmla="*/ f358 f201 1"/>
              <a:gd name="f435" fmla="*/ f359 f201 1"/>
              <a:gd name="f436" fmla="*/ f360 f200 1"/>
              <a:gd name="f437" fmla="*/ f361 f201 1"/>
              <a:gd name="f438" fmla="*/ f362 f200 1"/>
              <a:gd name="f439" fmla="*/ f363 f201 1"/>
              <a:gd name="f440" fmla="*/ f364 f200 1"/>
              <a:gd name="f441" fmla="*/ f365 f201 1"/>
              <a:gd name="f442" fmla="*/ f366 f200 1"/>
              <a:gd name="f443" fmla="*/ f367 f201 1"/>
              <a:gd name="f444" fmla="*/ f368 f200 1"/>
              <a:gd name="f445" fmla="*/ f369 f201 1"/>
              <a:gd name="f446" fmla="*/ f370 f200 1"/>
              <a:gd name="f447" fmla="*/ f371 f201 1"/>
              <a:gd name="f448" fmla="*/ f372 f200 1"/>
              <a:gd name="f449" fmla="*/ f373 f201 1"/>
              <a:gd name="f450" fmla="*/ f374 f200 1"/>
              <a:gd name="f451" fmla="*/ f375 f201 1"/>
              <a:gd name="f452" fmla="*/ f376 f200 1"/>
              <a:gd name="f453" fmla="*/ f377 f201 1"/>
              <a:gd name="f454" fmla="*/ f378 f200 1"/>
              <a:gd name="f455" fmla="*/ f379 f201 1"/>
              <a:gd name="f456" fmla="*/ f380 f200 1"/>
              <a:gd name="f457" fmla="*/ f381 f201 1"/>
              <a:gd name="f458" fmla="*/ f382 f200 1"/>
              <a:gd name="f459" fmla="*/ f383 f201 1"/>
              <a:gd name="f460" fmla="*/ f384 f200 1"/>
              <a:gd name="f461" fmla="*/ f385 f201 1"/>
              <a:gd name="f462" fmla="*/ f386 f200 1"/>
              <a:gd name="f463" fmla="*/ f387 f201 1"/>
              <a:gd name="f464" fmla="*/ f388 f200 1"/>
              <a:gd name="f465" fmla="*/ f389 f201 1"/>
              <a:gd name="f466" fmla="*/ f390 f200 1"/>
              <a:gd name="f467" fmla="*/ f391 f201 1"/>
              <a:gd name="f468" fmla="*/ f392 f200 1"/>
              <a:gd name="f469" fmla="*/ f393 f201 1"/>
              <a:gd name="f470" fmla="*/ f394 f200 1"/>
              <a:gd name="f471" fmla="*/ f395 f200 1"/>
              <a:gd name="f472" fmla="*/ f396 f201 1"/>
              <a:gd name="f473" fmla="*/ f397 f200 1"/>
              <a:gd name="f474" fmla="*/ f398 f201 1"/>
              <a:gd name="f475" fmla="*/ f399 f200 1"/>
              <a:gd name="f476" fmla="*/ f400 f201 1"/>
              <a:gd name="f477" fmla="*/ f401 f200 1"/>
              <a:gd name="f478" fmla="*/ f402 f201 1"/>
              <a:gd name="f479" fmla="*/ f403 f200 1"/>
              <a:gd name="f480" fmla="*/ f404 f201 1"/>
              <a:gd name="f481" fmla="*/ f405 f200 1"/>
              <a:gd name="f482" fmla="*/ f406 f201 1"/>
              <a:gd name="f483" fmla="*/ f407 f200 1"/>
              <a:gd name="f484" fmla="*/ f408 f201 1"/>
              <a:gd name="f485" fmla="*/ f409 f200 1"/>
              <a:gd name="f486" fmla="*/ f410 f201 1"/>
              <a:gd name="f487" fmla="*/ f411 f200 1"/>
              <a:gd name="f488" fmla="*/ f412 f201 1"/>
              <a:gd name="f489" fmla="*/ f413 f200 1"/>
              <a:gd name="f490" fmla="*/ f414 f201 1"/>
              <a:gd name="f491" fmla="*/ f415 f200 1"/>
              <a:gd name="f492" fmla="*/ f416 f201 1"/>
              <a:gd name="f493" fmla="*/ f417 f200 1"/>
              <a:gd name="f494" fmla="*/ f418 f201 1"/>
              <a:gd name="f495" fmla="*/ f419 f200 1"/>
              <a:gd name="f496" fmla="*/ f420 f201 1"/>
              <a:gd name="f497" fmla="*/ f421 f200 1"/>
              <a:gd name="f498" fmla="*/ f422 f201 1"/>
              <a:gd name="f499" fmla="*/ f423 f200 1"/>
              <a:gd name="f500" fmla="*/ f424 f201 1"/>
              <a:gd name="f501" fmla="*/ f425 f200 1"/>
              <a:gd name="f502" fmla="*/ f426 f201 1"/>
              <a:gd name="f503" fmla="*/ f427 f200 1"/>
              <a:gd name="f504" fmla="*/ f428 f201 1"/>
            </a:gdLst>
            <a:ahLst/>
            <a:cxnLst>
              <a:cxn ang="3cd4">
                <a:pos x="hc" y="t"/>
              </a:cxn>
              <a:cxn ang="0">
                <a:pos x="r" y="vc"/>
              </a:cxn>
              <a:cxn ang="cd4">
                <a:pos x="hc" y="b"/>
              </a:cxn>
              <a:cxn ang="cd2">
                <a:pos x="l" y="vc"/>
              </a:cxn>
              <a:cxn ang="f356">
                <a:pos x="f433" y="f434"/>
              </a:cxn>
              <a:cxn ang="f356">
                <a:pos x="f433" y="f435"/>
              </a:cxn>
              <a:cxn ang="f356">
                <a:pos x="f436" y="f437"/>
              </a:cxn>
              <a:cxn ang="f356">
                <a:pos x="f438" y="f439"/>
              </a:cxn>
              <a:cxn ang="f356">
                <a:pos x="f440" y="f441"/>
              </a:cxn>
              <a:cxn ang="f356">
                <a:pos x="f442" y="f443"/>
              </a:cxn>
              <a:cxn ang="f356">
                <a:pos x="f444" y="f445"/>
              </a:cxn>
              <a:cxn ang="f356">
                <a:pos x="f446" y="f447"/>
              </a:cxn>
              <a:cxn ang="f356">
                <a:pos x="f448" y="f449"/>
              </a:cxn>
              <a:cxn ang="f356">
                <a:pos x="f450" y="f451"/>
              </a:cxn>
              <a:cxn ang="f356">
                <a:pos x="f452" y="f453"/>
              </a:cxn>
              <a:cxn ang="f356">
                <a:pos x="f454" y="f455"/>
              </a:cxn>
              <a:cxn ang="f356">
                <a:pos x="f456" y="f457"/>
              </a:cxn>
              <a:cxn ang="f356">
                <a:pos x="f458" y="f459"/>
              </a:cxn>
              <a:cxn ang="f356">
                <a:pos x="f460" y="f461"/>
              </a:cxn>
              <a:cxn ang="f356">
                <a:pos x="f462" y="f463"/>
              </a:cxn>
              <a:cxn ang="f356">
                <a:pos x="f464" y="f465"/>
              </a:cxn>
              <a:cxn ang="f356">
                <a:pos x="f466" y="f467"/>
              </a:cxn>
              <a:cxn ang="f356">
                <a:pos x="f468" y="f469"/>
              </a:cxn>
              <a:cxn ang="f356">
                <a:pos x="f470" y="f469"/>
              </a:cxn>
              <a:cxn ang="f356">
                <a:pos x="f471" y="f472"/>
              </a:cxn>
              <a:cxn ang="f356">
                <a:pos x="f473" y="f474"/>
              </a:cxn>
              <a:cxn ang="f356">
                <a:pos x="f475" y="f476"/>
              </a:cxn>
              <a:cxn ang="f356">
                <a:pos x="f477" y="f478"/>
              </a:cxn>
              <a:cxn ang="f356">
                <a:pos x="f479" y="f480"/>
              </a:cxn>
              <a:cxn ang="f356">
                <a:pos x="f481" y="f482"/>
              </a:cxn>
              <a:cxn ang="f356">
                <a:pos x="f483" y="f484"/>
              </a:cxn>
              <a:cxn ang="f356">
                <a:pos x="f485" y="f486"/>
              </a:cxn>
              <a:cxn ang="f356">
                <a:pos x="f487" y="f488"/>
              </a:cxn>
              <a:cxn ang="f356">
                <a:pos x="f489" y="f490"/>
              </a:cxn>
              <a:cxn ang="f356">
                <a:pos x="f491" y="f492"/>
              </a:cxn>
              <a:cxn ang="f356">
                <a:pos x="f493" y="f494"/>
              </a:cxn>
              <a:cxn ang="f356">
                <a:pos x="f495" y="f496"/>
              </a:cxn>
              <a:cxn ang="f356">
                <a:pos x="f497" y="f498"/>
              </a:cxn>
              <a:cxn ang="f356">
                <a:pos x="f499" y="f500"/>
              </a:cxn>
              <a:cxn ang="f356">
                <a:pos x="f501" y="f502"/>
              </a:cxn>
              <a:cxn ang="f356">
                <a:pos x="f503" y="f504"/>
              </a:cxn>
            </a:cxnLst>
            <a:rect l="f429" t="f432" r="f430" b="f431"/>
            <a:pathLst>
              <a:path w="4211600" h="1660822">
                <a:moveTo>
                  <a:pt x="f6" y="f5"/>
                </a:moveTo>
                <a:lnTo>
                  <a:pt x="f6" y="f8"/>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cubicBezTo>
                  <a:pt x="f53" y="f54"/>
                  <a:pt x="f55" y="f56"/>
                  <a:pt x="f57" y="f58"/>
                </a:cubicBezTo>
                <a:cubicBezTo>
                  <a:pt x="f59" y="f60"/>
                  <a:pt x="f61" y="f62"/>
                  <a:pt x="f63" y="f64"/>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lnTo>
                  <a:pt x="f101" y="f7"/>
                </a:lnTo>
                <a:lnTo>
                  <a:pt x="f5" y="f7"/>
                </a:lnTo>
                <a:lnTo>
                  <a:pt x="f102" y="f103"/>
                </a:lnTo>
                <a:cubicBezTo>
                  <a:pt x="f104" y="f105"/>
                  <a:pt x="f106" y="f107"/>
                  <a:pt x="f108" y="f109"/>
                </a:cubicBezTo>
                <a:cubicBezTo>
                  <a:pt x="f110" y="f111"/>
                  <a:pt x="f112" y="f113"/>
                  <a:pt x="f114" y="f115"/>
                </a:cubicBezTo>
                <a:cubicBezTo>
                  <a:pt x="f116" y="f117"/>
                  <a:pt x="f118" y="f119"/>
                  <a:pt x="f120" y="f121"/>
                </a:cubicBezTo>
                <a:cubicBezTo>
                  <a:pt x="f122" y="f123"/>
                  <a:pt x="f124" y="f125"/>
                  <a:pt x="f126" y="f127"/>
                </a:cubicBezTo>
                <a:cubicBezTo>
                  <a:pt x="f128" y="f129"/>
                  <a:pt x="f130" y="f131"/>
                  <a:pt x="f132" y="f133"/>
                </a:cubicBezTo>
                <a:cubicBezTo>
                  <a:pt x="f134" y="f135"/>
                  <a:pt x="f136" y="f137"/>
                  <a:pt x="f138" y="f139"/>
                </a:cubicBezTo>
                <a:cubicBezTo>
                  <a:pt x="f140" y="f141"/>
                  <a:pt x="f142" y="f143"/>
                  <a:pt x="f144" y="f145"/>
                </a:cubicBezTo>
                <a:cubicBezTo>
                  <a:pt x="f146" y="f147"/>
                  <a:pt x="f148" y="f149"/>
                  <a:pt x="f150" y="f151"/>
                </a:cubicBezTo>
                <a:cubicBezTo>
                  <a:pt x="f152" y="f153"/>
                  <a:pt x="f154" y="f155"/>
                  <a:pt x="f156" y="f157"/>
                </a:cubicBezTo>
                <a:cubicBezTo>
                  <a:pt x="f158" y="f159"/>
                  <a:pt x="f160" y="f161"/>
                  <a:pt x="f162" y="f163"/>
                </a:cubicBezTo>
                <a:cubicBezTo>
                  <a:pt x="f164" y="f165"/>
                  <a:pt x="f166" y="f167"/>
                  <a:pt x="f168" y="f169"/>
                </a:cubicBezTo>
                <a:cubicBezTo>
                  <a:pt x="f170" y="f171"/>
                  <a:pt x="f172" y="f173"/>
                  <a:pt x="f174" y="f175"/>
                </a:cubicBezTo>
                <a:cubicBezTo>
                  <a:pt x="f176" y="f177"/>
                  <a:pt x="f27" y="f178"/>
                  <a:pt x="f179" y="f180"/>
                </a:cubicBezTo>
                <a:cubicBezTo>
                  <a:pt x="f181" y="f182"/>
                  <a:pt x="f183" y="f184"/>
                  <a:pt x="f185" y="f186"/>
                </a:cubicBezTo>
                <a:cubicBezTo>
                  <a:pt x="f187" y="f188"/>
                  <a:pt x="f189" y="f190"/>
                  <a:pt x="f191" y="f192"/>
                </a:cubicBezTo>
                <a:cubicBezTo>
                  <a:pt x="f193" y="f194"/>
                  <a:pt x="f195" y="f196"/>
                  <a:pt x="f197" y="f198"/>
                </a:cubicBezTo>
                <a:close/>
              </a:path>
            </a:pathLst>
          </a:custGeom>
          <a:solidFill>
            <a:srgbClr val="E45221"/>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Segoe UI"/>
            </a:endParaRPr>
          </a:p>
        </p:txBody>
      </p:sp>
      <p:grpSp>
        <p:nvGrpSpPr>
          <p:cNvPr id="6" name="Graphic 141">
            <a:extLst>
              <a:ext uri="{FF2B5EF4-FFF2-40B4-BE49-F238E27FC236}">
                <a16:creationId xmlns:a16="http://schemas.microsoft.com/office/drawing/2014/main" id="{95F614A3-5F89-40D8-A584-ADDB720CA50C}"/>
              </a:ext>
            </a:extLst>
          </p:cNvPr>
          <p:cNvGrpSpPr/>
          <p:nvPr/>
        </p:nvGrpSpPr>
        <p:grpSpPr>
          <a:xfrm>
            <a:off x="10844" y="15179"/>
            <a:ext cx="2198958" cy="3331250"/>
            <a:chOff x="10844" y="15179"/>
            <a:chExt cx="2198958" cy="3331250"/>
          </a:xfrm>
        </p:grpSpPr>
        <p:sp>
          <p:nvSpPr>
            <p:cNvPr id="7" name="Freeform: Shape 11">
              <a:extLst>
                <a:ext uri="{FF2B5EF4-FFF2-40B4-BE49-F238E27FC236}">
                  <a16:creationId xmlns:a16="http://schemas.microsoft.com/office/drawing/2014/main" id="{556E5DFC-3300-4ACD-A5D9-CD0AB50F60EB}"/>
                </a:ext>
              </a:extLst>
            </p:cNvPr>
            <p:cNvSpPr/>
            <p:nvPr/>
          </p:nvSpPr>
          <p:spPr>
            <a:xfrm>
              <a:off x="19394" y="15243"/>
              <a:ext cx="2190408" cy="3331186"/>
            </a:xfrm>
            <a:custGeom>
              <a:avLst/>
              <a:gdLst>
                <a:gd name="f0" fmla="val 10800000"/>
                <a:gd name="f1" fmla="val 5400000"/>
                <a:gd name="f2" fmla="val 180"/>
                <a:gd name="f3" fmla="val w"/>
                <a:gd name="f4" fmla="val h"/>
                <a:gd name="f5" fmla="val 0"/>
                <a:gd name="f6" fmla="val 3296088"/>
                <a:gd name="f7" fmla="val 5012722"/>
                <a:gd name="f8" fmla="val 81820"/>
                <a:gd name="f9" fmla="val 4949095"/>
                <a:gd name="f10" fmla="val 163544"/>
                <a:gd name="f11" fmla="val 4885468"/>
                <a:gd name="f12" fmla="val 244031"/>
                <a:gd name="f13" fmla="val 4820222"/>
                <a:gd name="f14" fmla="val 417671"/>
                <a:gd name="f15" fmla="val 4679633"/>
                <a:gd name="f16" fmla="val 589883"/>
                <a:gd name="f17" fmla="val 4535139"/>
                <a:gd name="f18" fmla="val 729234"/>
                <a:gd name="f19" fmla="val 4360641"/>
                <a:gd name="f20" fmla="val 779431"/>
                <a:gd name="f21" fmla="val 4297776"/>
                <a:gd name="f22" fmla="val 825818"/>
                <a:gd name="f23" fmla="val 4231958"/>
                <a:gd name="f24" fmla="val 881444"/>
                <a:gd name="f25" fmla="val 4173950"/>
                <a:gd name="f26" fmla="val 959358"/>
                <a:gd name="f27" fmla="val 4092607"/>
                <a:gd name="f28" fmla="val 1054799"/>
                <a:gd name="f29" fmla="val 4031075"/>
                <a:gd name="f30" fmla="val 1151287"/>
                <a:gd name="f31" fmla="val 3972877"/>
                <a:gd name="f32" fmla="val 1263968"/>
                <a:gd name="f33" fmla="val 3904964"/>
                <a:gd name="f34" fmla="val 1379315"/>
                <a:gd name="f35" fmla="val 3841337"/>
                <a:gd name="f36" fmla="val 1498664"/>
                <a:gd name="f37" fmla="val 3786188"/>
                <a:gd name="f38" fmla="val 1573149"/>
                <a:gd name="f39" fmla="val 3751802"/>
                <a:gd name="f40" fmla="val 1649159"/>
                <a:gd name="f41" fmla="val 3720179"/>
                <a:gd name="f42" fmla="val 1716881"/>
                <a:gd name="f43" fmla="val 3674174"/>
                <a:gd name="f44" fmla="val 1794034"/>
                <a:gd name="f45" fmla="val 3621691"/>
                <a:gd name="f46" fmla="val 1856708"/>
                <a:gd name="f47" fmla="val 3551492"/>
                <a:gd name="f48" fmla="val 1913573"/>
                <a:gd name="f49" fmla="val 3477387"/>
                <a:gd name="f50" fmla="val 2016157"/>
                <a:gd name="f51" fmla="val 3343751"/>
                <a:gd name="f52" fmla="val 2099024"/>
                <a:gd name="f53" fmla="val 3196114"/>
                <a:gd name="f54" fmla="val 2167700"/>
                <a:gd name="f55" fmla="val 3042190"/>
                <a:gd name="f56" fmla="val 2206752"/>
                <a:gd name="f57" fmla="val 2954655"/>
                <a:gd name="f58" fmla="val 2241233"/>
                <a:gd name="f59" fmla="val 2865215"/>
                <a:gd name="f60" fmla="val 2273903"/>
                <a:gd name="f61" fmla="val 2775014"/>
                <a:gd name="f62" fmla="val 2328482"/>
                <a:gd name="f63" fmla="val 2624423"/>
                <a:gd name="f64" fmla="val 2379440"/>
                <a:gd name="f65" fmla="val 2471642"/>
                <a:gd name="f66" fmla="val 2463356"/>
                <a:gd name="f67" fmla="val 2335530"/>
                <a:gd name="f68" fmla="val 2542127"/>
                <a:gd name="f69" fmla="val 2207705"/>
                <a:gd name="f70" fmla="val 2647855"/>
                <a:gd name="f71" fmla="val 2099501"/>
                <a:gd name="f72" fmla="val 2741866"/>
                <a:gd name="f73" fmla="val 1982248"/>
                <a:gd name="f74" fmla="val 2830449"/>
                <a:gd name="f75" fmla="val 1871758"/>
                <a:gd name="f76" fmla="val 2908554"/>
                <a:gd name="f77" fmla="val 1753362"/>
                <a:gd name="f78" fmla="val 2985897"/>
                <a:gd name="f79" fmla="val 1634681"/>
                <a:gd name="f80" fmla="val 3071146"/>
                <a:gd name="f81" fmla="val 1503902"/>
                <a:gd name="f82" fmla="val 3156395"/>
                <a:gd name="f83" fmla="val 1372172"/>
                <a:gd name="f84" fmla="val 3212687"/>
                <a:gd name="f85" fmla="val 1226820"/>
                <a:gd name="f86" fmla="val 3246025"/>
                <a:gd name="f87" fmla="val 1140809"/>
                <a:gd name="f88" fmla="val 3268790"/>
                <a:gd name="f89" fmla="val 1051084"/>
                <a:gd name="f90" fmla="val 3281553"/>
                <a:gd name="f91" fmla="val 959644"/>
                <a:gd name="f92" fmla="val 3293555"/>
                <a:gd name="f93" fmla="val 874014"/>
                <a:gd name="f94" fmla="val 3296888"/>
                <a:gd name="f95" fmla="val 787527"/>
                <a:gd name="f96" fmla="val 3295936"/>
                <a:gd name="f97" fmla="val 701135"/>
                <a:gd name="f98" fmla="val 3294888"/>
                <a:gd name="f99" fmla="val 612172"/>
                <a:gd name="f100" fmla="val 3289268"/>
                <a:gd name="f101" fmla="val 523018"/>
                <a:gd name="f102" fmla="val 3267266"/>
                <a:gd name="f103" fmla="val 436817"/>
                <a:gd name="f104" fmla="val 3227832"/>
                <a:gd name="f105" fmla="val 282416"/>
                <a:gd name="f106" fmla="val 3105341"/>
                <a:gd name="f107" fmla="+- 0 0 -90"/>
                <a:gd name="f108" fmla="*/ f3 1 3296088"/>
                <a:gd name="f109" fmla="*/ f4 1 5012722"/>
                <a:gd name="f110" fmla="+- f7 0 f5"/>
                <a:gd name="f111" fmla="+- f6 0 f5"/>
                <a:gd name="f112" fmla="*/ f107 f0 1"/>
                <a:gd name="f113" fmla="*/ f111 1 3296088"/>
                <a:gd name="f114" fmla="*/ f110 1 5012722"/>
                <a:gd name="f115" fmla="*/ 0 f111 1"/>
                <a:gd name="f116" fmla="*/ 5012722 f110 1"/>
                <a:gd name="f117" fmla="*/ 244031 f111 1"/>
                <a:gd name="f118" fmla="*/ 4820222 f110 1"/>
                <a:gd name="f119" fmla="*/ 729234 f111 1"/>
                <a:gd name="f120" fmla="*/ 4360641 f110 1"/>
                <a:gd name="f121" fmla="*/ 881444 f111 1"/>
                <a:gd name="f122" fmla="*/ 4173950 f110 1"/>
                <a:gd name="f123" fmla="*/ 1151287 f111 1"/>
                <a:gd name="f124" fmla="*/ 3972877 f110 1"/>
                <a:gd name="f125" fmla="*/ 1498664 f111 1"/>
                <a:gd name="f126" fmla="*/ 3786188 f110 1"/>
                <a:gd name="f127" fmla="*/ 1716881 f111 1"/>
                <a:gd name="f128" fmla="*/ 3674174 f110 1"/>
                <a:gd name="f129" fmla="*/ 1913573 f111 1"/>
                <a:gd name="f130" fmla="*/ 3477387 f110 1"/>
                <a:gd name="f131" fmla="*/ 2167700 f111 1"/>
                <a:gd name="f132" fmla="*/ 3042190 f110 1"/>
                <a:gd name="f133" fmla="*/ 2273903 f111 1"/>
                <a:gd name="f134" fmla="*/ 2775014 f110 1"/>
                <a:gd name="f135" fmla="*/ 2463356 f111 1"/>
                <a:gd name="f136" fmla="*/ 2335530 f110 1"/>
                <a:gd name="f137" fmla="*/ 2741866 f111 1"/>
                <a:gd name="f138" fmla="*/ 1982248 f110 1"/>
                <a:gd name="f139" fmla="*/ 2985897 f111 1"/>
                <a:gd name="f140" fmla="*/ 1634681 f110 1"/>
                <a:gd name="f141" fmla="*/ 3212687 f111 1"/>
                <a:gd name="f142" fmla="*/ 1226820 f110 1"/>
                <a:gd name="f143" fmla="*/ 3281553 f111 1"/>
                <a:gd name="f144" fmla="*/ 959644 f110 1"/>
                <a:gd name="f145" fmla="*/ 3295936 f111 1"/>
                <a:gd name="f146" fmla="*/ 701135 f110 1"/>
                <a:gd name="f147" fmla="*/ 3267266 f111 1"/>
                <a:gd name="f148" fmla="*/ 436817 f110 1"/>
                <a:gd name="f149" fmla="*/ 3105341 f111 1"/>
                <a:gd name="f150" fmla="*/ 0 f110 1"/>
                <a:gd name="f151" fmla="*/ f112 1 f2"/>
                <a:gd name="f152" fmla="*/ f115 1 3296088"/>
                <a:gd name="f153" fmla="*/ f116 1 5012722"/>
                <a:gd name="f154" fmla="*/ f117 1 3296088"/>
                <a:gd name="f155" fmla="*/ f118 1 5012722"/>
                <a:gd name="f156" fmla="*/ f119 1 3296088"/>
                <a:gd name="f157" fmla="*/ f120 1 5012722"/>
                <a:gd name="f158" fmla="*/ f121 1 3296088"/>
                <a:gd name="f159" fmla="*/ f122 1 5012722"/>
                <a:gd name="f160" fmla="*/ f123 1 3296088"/>
                <a:gd name="f161" fmla="*/ f124 1 5012722"/>
                <a:gd name="f162" fmla="*/ f125 1 3296088"/>
                <a:gd name="f163" fmla="*/ f126 1 5012722"/>
                <a:gd name="f164" fmla="*/ f127 1 3296088"/>
                <a:gd name="f165" fmla="*/ f128 1 5012722"/>
                <a:gd name="f166" fmla="*/ f129 1 3296088"/>
                <a:gd name="f167" fmla="*/ f130 1 5012722"/>
                <a:gd name="f168" fmla="*/ f131 1 3296088"/>
                <a:gd name="f169" fmla="*/ f132 1 5012722"/>
                <a:gd name="f170" fmla="*/ f133 1 3296088"/>
                <a:gd name="f171" fmla="*/ f134 1 5012722"/>
                <a:gd name="f172" fmla="*/ f135 1 3296088"/>
                <a:gd name="f173" fmla="*/ f136 1 5012722"/>
                <a:gd name="f174" fmla="*/ f137 1 3296088"/>
                <a:gd name="f175" fmla="*/ f138 1 5012722"/>
                <a:gd name="f176" fmla="*/ f139 1 3296088"/>
                <a:gd name="f177" fmla="*/ f140 1 5012722"/>
                <a:gd name="f178" fmla="*/ f141 1 3296088"/>
                <a:gd name="f179" fmla="*/ f142 1 5012722"/>
                <a:gd name="f180" fmla="*/ f143 1 3296088"/>
                <a:gd name="f181" fmla="*/ f144 1 5012722"/>
                <a:gd name="f182" fmla="*/ f145 1 3296088"/>
                <a:gd name="f183" fmla="*/ f146 1 5012722"/>
                <a:gd name="f184" fmla="*/ f147 1 3296088"/>
                <a:gd name="f185" fmla="*/ f148 1 5012722"/>
                <a:gd name="f186" fmla="*/ f149 1 3296088"/>
                <a:gd name="f187" fmla="*/ f150 1 5012722"/>
                <a:gd name="f188" fmla="*/ f5 1 f113"/>
                <a:gd name="f189" fmla="*/ f6 1 f113"/>
                <a:gd name="f190" fmla="*/ f5 1 f114"/>
                <a:gd name="f191" fmla="*/ f7 1 f114"/>
                <a:gd name="f192" fmla="+- f151 0 f1"/>
                <a:gd name="f193" fmla="*/ f152 1 f113"/>
                <a:gd name="f194" fmla="*/ f153 1 f114"/>
                <a:gd name="f195" fmla="*/ f154 1 f113"/>
                <a:gd name="f196" fmla="*/ f155 1 f114"/>
                <a:gd name="f197" fmla="*/ f156 1 f113"/>
                <a:gd name="f198" fmla="*/ f157 1 f114"/>
                <a:gd name="f199" fmla="*/ f158 1 f113"/>
                <a:gd name="f200" fmla="*/ f159 1 f114"/>
                <a:gd name="f201" fmla="*/ f160 1 f113"/>
                <a:gd name="f202" fmla="*/ f161 1 f114"/>
                <a:gd name="f203" fmla="*/ f162 1 f113"/>
                <a:gd name="f204" fmla="*/ f163 1 f114"/>
                <a:gd name="f205" fmla="*/ f164 1 f113"/>
                <a:gd name="f206" fmla="*/ f165 1 f114"/>
                <a:gd name="f207" fmla="*/ f166 1 f113"/>
                <a:gd name="f208" fmla="*/ f167 1 f114"/>
                <a:gd name="f209" fmla="*/ f168 1 f113"/>
                <a:gd name="f210" fmla="*/ f169 1 f114"/>
                <a:gd name="f211" fmla="*/ f170 1 f113"/>
                <a:gd name="f212" fmla="*/ f171 1 f114"/>
                <a:gd name="f213" fmla="*/ f172 1 f113"/>
                <a:gd name="f214" fmla="*/ f173 1 f114"/>
                <a:gd name="f215" fmla="*/ f174 1 f113"/>
                <a:gd name="f216" fmla="*/ f175 1 f114"/>
                <a:gd name="f217" fmla="*/ f176 1 f113"/>
                <a:gd name="f218" fmla="*/ f177 1 f114"/>
                <a:gd name="f219" fmla="*/ f178 1 f113"/>
                <a:gd name="f220" fmla="*/ f179 1 f114"/>
                <a:gd name="f221" fmla="*/ f180 1 f113"/>
                <a:gd name="f222" fmla="*/ f181 1 f114"/>
                <a:gd name="f223" fmla="*/ f182 1 f113"/>
                <a:gd name="f224" fmla="*/ f183 1 f114"/>
                <a:gd name="f225" fmla="*/ f184 1 f113"/>
                <a:gd name="f226" fmla="*/ f185 1 f114"/>
                <a:gd name="f227" fmla="*/ f186 1 f113"/>
                <a:gd name="f228" fmla="*/ f187 1 f114"/>
                <a:gd name="f229" fmla="*/ f188 f108 1"/>
                <a:gd name="f230" fmla="*/ f189 f108 1"/>
                <a:gd name="f231" fmla="*/ f191 f109 1"/>
                <a:gd name="f232" fmla="*/ f190 f109 1"/>
                <a:gd name="f233" fmla="*/ f193 f108 1"/>
                <a:gd name="f234" fmla="*/ f194 f109 1"/>
                <a:gd name="f235" fmla="*/ f195 f108 1"/>
                <a:gd name="f236" fmla="*/ f196 f109 1"/>
                <a:gd name="f237" fmla="*/ f197 f108 1"/>
                <a:gd name="f238" fmla="*/ f198 f109 1"/>
                <a:gd name="f239" fmla="*/ f199 f108 1"/>
                <a:gd name="f240" fmla="*/ f200 f109 1"/>
                <a:gd name="f241" fmla="*/ f201 f108 1"/>
                <a:gd name="f242" fmla="*/ f202 f109 1"/>
                <a:gd name="f243" fmla="*/ f203 f108 1"/>
                <a:gd name="f244" fmla="*/ f204 f109 1"/>
                <a:gd name="f245" fmla="*/ f205 f108 1"/>
                <a:gd name="f246" fmla="*/ f206 f109 1"/>
                <a:gd name="f247" fmla="*/ f207 f108 1"/>
                <a:gd name="f248" fmla="*/ f208 f109 1"/>
                <a:gd name="f249" fmla="*/ f209 f108 1"/>
                <a:gd name="f250" fmla="*/ f210 f109 1"/>
                <a:gd name="f251" fmla="*/ f211 f108 1"/>
                <a:gd name="f252" fmla="*/ f212 f109 1"/>
                <a:gd name="f253" fmla="*/ f213 f108 1"/>
                <a:gd name="f254" fmla="*/ f214 f109 1"/>
                <a:gd name="f255" fmla="*/ f215 f108 1"/>
                <a:gd name="f256" fmla="*/ f216 f109 1"/>
                <a:gd name="f257" fmla="*/ f217 f108 1"/>
                <a:gd name="f258" fmla="*/ f218 f109 1"/>
                <a:gd name="f259" fmla="*/ f219 f108 1"/>
                <a:gd name="f260" fmla="*/ f220 f109 1"/>
                <a:gd name="f261" fmla="*/ f221 f108 1"/>
                <a:gd name="f262" fmla="*/ f222 f109 1"/>
                <a:gd name="f263" fmla="*/ f223 f108 1"/>
                <a:gd name="f264" fmla="*/ f224 f109 1"/>
                <a:gd name="f265" fmla="*/ f225 f108 1"/>
                <a:gd name="f266" fmla="*/ f226 f109 1"/>
                <a:gd name="f267" fmla="*/ f227 f108 1"/>
                <a:gd name="f268" fmla="*/ f228 f109 1"/>
              </a:gdLst>
              <a:ahLst/>
              <a:cxnLst>
                <a:cxn ang="3cd4">
                  <a:pos x="hc" y="t"/>
                </a:cxn>
                <a:cxn ang="0">
                  <a:pos x="r" y="vc"/>
                </a:cxn>
                <a:cxn ang="cd4">
                  <a:pos x="hc" y="b"/>
                </a:cxn>
                <a:cxn ang="cd2">
                  <a:pos x="l" y="vc"/>
                </a:cxn>
                <a:cxn ang="f192">
                  <a:pos x="f233" y="f234"/>
                </a:cxn>
                <a:cxn ang="f192">
                  <a:pos x="f235" y="f236"/>
                </a:cxn>
                <a:cxn ang="f192">
                  <a:pos x="f237" y="f238"/>
                </a:cxn>
                <a:cxn ang="f192">
                  <a:pos x="f239" y="f240"/>
                </a:cxn>
                <a:cxn ang="f192">
                  <a:pos x="f241" y="f242"/>
                </a:cxn>
                <a:cxn ang="f192">
                  <a:pos x="f243" y="f244"/>
                </a:cxn>
                <a:cxn ang="f192">
                  <a:pos x="f245" y="f246"/>
                </a:cxn>
                <a:cxn ang="f192">
                  <a:pos x="f247" y="f248"/>
                </a:cxn>
                <a:cxn ang="f192">
                  <a:pos x="f249" y="f250"/>
                </a:cxn>
                <a:cxn ang="f192">
                  <a:pos x="f251" y="f252"/>
                </a:cxn>
                <a:cxn ang="f192">
                  <a:pos x="f253" y="f254"/>
                </a:cxn>
                <a:cxn ang="f192">
                  <a:pos x="f255" y="f256"/>
                </a:cxn>
                <a:cxn ang="f192">
                  <a:pos x="f257" y="f258"/>
                </a:cxn>
                <a:cxn ang="f192">
                  <a:pos x="f259" y="f260"/>
                </a:cxn>
                <a:cxn ang="f192">
                  <a:pos x="f261" y="f262"/>
                </a:cxn>
                <a:cxn ang="f192">
                  <a:pos x="f263" y="f264"/>
                </a:cxn>
                <a:cxn ang="f192">
                  <a:pos x="f265" y="f266"/>
                </a:cxn>
                <a:cxn ang="f192">
                  <a:pos x="f267" y="f268"/>
                </a:cxn>
              </a:cxnLst>
              <a:rect l="f229" t="f232" r="f230" b="f231"/>
              <a:pathLst>
                <a:path w="3296088" h="5012722">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5"/>
                    <a:pt x="f106" y="f5"/>
                  </a:cubicBezTo>
                </a:path>
              </a:pathLst>
            </a:custGeom>
            <a:noFill/>
            <a:ln w="9528" cap="rnd">
              <a:solidFill>
                <a:srgbClr val="4D4EE6">
                  <a:alpha val="7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8" name="Freeform: Shape 12">
              <a:extLst>
                <a:ext uri="{FF2B5EF4-FFF2-40B4-BE49-F238E27FC236}">
                  <a16:creationId xmlns:a16="http://schemas.microsoft.com/office/drawing/2014/main" id="{5DA5F212-CBCD-43CD-9114-18084E84F834}"/>
                </a:ext>
              </a:extLst>
            </p:cNvPr>
            <p:cNvSpPr/>
            <p:nvPr/>
          </p:nvSpPr>
          <p:spPr>
            <a:xfrm>
              <a:off x="10844" y="15179"/>
              <a:ext cx="1978670" cy="3074962"/>
            </a:xfrm>
            <a:custGeom>
              <a:avLst/>
              <a:gdLst>
                <a:gd name="f0" fmla="val 10800000"/>
                <a:gd name="f1" fmla="val 5400000"/>
                <a:gd name="f2" fmla="val 180"/>
                <a:gd name="f3" fmla="val w"/>
                <a:gd name="f4" fmla="val h"/>
                <a:gd name="f5" fmla="val 0"/>
                <a:gd name="f6" fmla="val 2977477"/>
                <a:gd name="f7" fmla="val 4627149"/>
                <a:gd name="f8" fmla="val 4627150"/>
                <a:gd name="f9" fmla="val 79820"/>
                <a:gd name="f10" fmla="val 4552283"/>
                <a:gd name="f11" fmla="val 203835"/>
                <a:gd name="f12" fmla="val 4424648"/>
                <a:gd name="f13" fmla="val 275082"/>
                <a:gd name="f14" fmla="val 4341590"/>
                <a:gd name="f15" fmla="val 354711"/>
                <a:gd name="f16" fmla="val 4248722"/>
                <a:gd name="f17" fmla="val 421005"/>
                <a:gd name="f18" fmla="val 4145090"/>
                <a:gd name="f19" fmla="val 502825"/>
                <a:gd name="f20" fmla="val 4054126"/>
                <a:gd name="f21" fmla="val 554355"/>
                <a:gd name="f22" fmla="val 3996881"/>
                <a:gd name="f23" fmla="val 612362"/>
                <a:gd name="f24" fmla="val 3945827"/>
                <a:gd name="f25" fmla="val 666179"/>
                <a:gd name="f26" fmla="val 3890677"/>
                <a:gd name="f27" fmla="val 734187"/>
                <a:gd name="f28" fmla="val 3821049"/>
                <a:gd name="f29" fmla="val 796671"/>
                <a:gd name="f30" fmla="val 3746183"/>
                <a:gd name="f31" fmla="val 864203"/>
                <a:gd name="f32" fmla="val 3675983"/>
                <a:gd name="f33" fmla="val 902875"/>
                <a:gd name="f34" fmla="val 3635788"/>
                <a:gd name="f35" fmla="val 943642"/>
                <a:gd name="f36" fmla="val 3597593"/>
                <a:gd name="f37" fmla="val 982599"/>
                <a:gd name="f38" fmla="val 3557492"/>
                <a:gd name="f39" fmla="val 1053941"/>
                <a:gd name="f40" fmla="val 3484150"/>
                <a:gd name="f41" fmla="val 1121378"/>
                <a:gd name="f42" fmla="val 3407093"/>
                <a:gd name="f43" fmla="val 1188244"/>
                <a:gd name="f44" fmla="val 3329654"/>
                <a:gd name="f45" fmla="val 1240631"/>
                <a:gd name="f46" fmla="val 3268885"/>
                <a:gd name="f47" fmla="val 1293495"/>
                <a:gd name="f48" fmla="val 3208496"/>
                <a:gd name="f49" fmla="val 1344740"/>
                <a:gd name="f50" fmla="val 3146774"/>
                <a:gd name="f51" fmla="val 1388459"/>
                <a:gd name="f52" fmla="val 3094101"/>
                <a:gd name="f53" fmla="val 1431512"/>
                <a:gd name="f54" fmla="val 3040761"/>
                <a:gd name="f55" fmla="val 1470755"/>
                <a:gd name="f56" fmla="val 2984659"/>
                <a:gd name="f57" fmla="val 1540764"/>
                <a:gd name="f58" fmla="val 2884646"/>
                <a:gd name="f59" fmla="val 1598771"/>
                <a:gd name="f60" fmla="val 2777109"/>
                <a:gd name="f61" fmla="val 1657636"/>
                <a:gd name="f62" fmla="val 2670239"/>
                <a:gd name="f63" fmla="val 1693545"/>
                <a:gd name="f64" fmla="val 2605088"/>
                <a:gd name="f65" fmla="val 1728502"/>
                <a:gd name="f66" fmla="val 2539460"/>
                <a:gd name="f67" fmla="val 1762887"/>
                <a:gd name="f68" fmla="val 2473547"/>
                <a:gd name="f69" fmla="val 1795367"/>
                <a:gd name="f70" fmla="val 2411349"/>
                <a:gd name="f71" fmla="val 1826419"/>
                <a:gd name="f72" fmla="val 2348103"/>
                <a:gd name="f73" fmla="val 1866710"/>
                <a:gd name="f74" fmla="val 2290667"/>
                <a:gd name="f75" fmla="val 1934623"/>
                <a:gd name="f76" fmla="val 2193893"/>
                <a:gd name="f77" fmla="val 2022729"/>
                <a:gd name="f78" fmla="val 2114169"/>
                <a:gd name="f79" fmla="val 2106263"/>
                <a:gd name="f80" fmla="val 2030254"/>
                <a:gd name="f81" fmla="val 2163128"/>
                <a:gd name="f82" fmla="val 1973104"/>
                <a:gd name="f83" fmla="val 2218182"/>
                <a:gd name="f84" fmla="val 1914049"/>
                <a:gd name="f85" fmla="val 2277237"/>
                <a:gd name="f86" fmla="val 1859185"/>
                <a:gd name="f87" fmla="val 2350770"/>
                <a:gd name="f88" fmla="val 1790891"/>
                <a:gd name="f89" fmla="val 2430304"/>
                <a:gd name="f90" fmla="val 1728978"/>
                <a:gd name="f91" fmla="val 2499455"/>
                <a:gd name="f92" fmla="val 1656207"/>
                <a:gd name="f93" fmla="val 2576989"/>
                <a:gd name="f94" fmla="val 1574578"/>
                <a:gd name="f95" fmla="val 2641568"/>
                <a:gd name="f96" fmla="val 1481900"/>
                <a:gd name="f97" fmla="val 2707100"/>
                <a:gd name="f98" fmla="val 1390269"/>
                <a:gd name="f99" fmla="val 2744153"/>
                <a:gd name="f100" fmla="val 1338453"/>
                <a:gd name="f101" fmla="val 2781586"/>
                <a:gd name="f102" fmla="val 1286732"/>
                <a:gd name="f103" fmla="val 2812352"/>
                <a:gd name="f104" fmla="val 1230916"/>
                <a:gd name="f105" fmla="val 2846546"/>
                <a:gd name="f106" fmla="val 1168908"/>
                <a:gd name="f107" fmla="val 2872550"/>
                <a:gd name="f108" fmla="val 1102900"/>
                <a:gd name="f109" fmla="val 2898172"/>
                <a:gd name="f110" fmla="val 1036987"/>
                <a:gd name="f111" fmla="val 2922175"/>
                <a:gd name="f112" fmla="val 975455"/>
                <a:gd name="f113" fmla="val 2948273"/>
                <a:gd name="f114" fmla="val 914305"/>
                <a:gd name="f115" fmla="val 2963228"/>
                <a:gd name="f116" fmla="val 850011"/>
                <a:gd name="f117" fmla="val 2971229"/>
                <a:gd name="f118" fmla="val 815626"/>
                <a:gd name="f119" fmla="val 2976563"/>
                <a:gd name="f120" fmla="val 780764"/>
                <a:gd name="f121" fmla="val 2977325"/>
                <a:gd name="f122" fmla="val 745427"/>
                <a:gd name="f123" fmla="val 2979230"/>
                <a:gd name="f124" fmla="val 654844"/>
                <a:gd name="f125" fmla="val 2963323"/>
                <a:gd name="f126" fmla="val 564261"/>
                <a:gd name="f127" fmla="val 2929509"/>
                <a:gd name="f128" fmla="val 480155"/>
                <a:gd name="f129" fmla="val 2851309"/>
                <a:gd name="f130" fmla="val 285655"/>
                <a:gd name="f131" fmla="val 2563082"/>
                <a:gd name="f132" fmla="+- 0 0 -90"/>
                <a:gd name="f133" fmla="*/ f3 1 2977477"/>
                <a:gd name="f134" fmla="*/ f4 1 4627149"/>
                <a:gd name="f135" fmla="+- f7 0 f5"/>
                <a:gd name="f136" fmla="+- f6 0 f5"/>
                <a:gd name="f137" fmla="*/ f132 f0 1"/>
                <a:gd name="f138" fmla="*/ f136 1 2977477"/>
                <a:gd name="f139" fmla="*/ f135 1 4627149"/>
                <a:gd name="f140" fmla="*/ 0 f136 1"/>
                <a:gd name="f141" fmla="*/ 4627150 f135 1"/>
                <a:gd name="f142" fmla="*/ 275082 f136 1"/>
                <a:gd name="f143" fmla="*/ 4341590 f135 1"/>
                <a:gd name="f144" fmla="*/ 502825 f136 1"/>
                <a:gd name="f145" fmla="*/ 4054126 f135 1"/>
                <a:gd name="f146" fmla="*/ 666179 f136 1"/>
                <a:gd name="f147" fmla="*/ 3890677 f135 1"/>
                <a:gd name="f148" fmla="*/ 864203 f136 1"/>
                <a:gd name="f149" fmla="*/ 3675983 f135 1"/>
                <a:gd name="f150" fmla="*/ 982599 f136 1"/>
                <a:gd name="f151" fmla="*/ 3557492 f135 1"/>
                <a:gd name="f152" fmla="*/ 1188244 f136 1"/>
                <a:gd name="f153" fmla="*/ 3329654 f135 1"/>
                <a:gd name="f154" fmla="*/ 1344740 f136 1"/>
                <a:gd name="f155" fmla="*/ 3146774 f135 1"/>
                <a:gd name="f156" fmla="*/ 1470755 f136 1"/>
                <a:gd name="f157" fmla="*/ 2984659 f135 1"/>
                <a:gd name="f158" fmla="*/ 1657636 f136 1"/>
                <a:gd name="f159" fmla="*/ 2670239 f135 1"/>
                <a:gd name="f160" fmla="*/ 1762887 f136 1"/>
                <a:gd name="f161" fmla="*/ 2473547 f135 1"/>
                <a:gd name="f162" fmla="*/ 1866710 f136 1"/>
                <a:gd name="f163" fmla="*/ 2290667 f135 1"/>
                <a:gd name="f164" fmla="*/ 2106263 f136 1"/>
                <a:gd name="f165" fmla="*/ 2030254 f135 1"/>
                <a:gd name="f166" fmla="*/ 2277237 f136 1"/>
                <a:gd name="f167" fmla="*/ 1859185 f135 1"/>
                <a:gd name="f168" fmla="*/ 2499455 f136 1"/>
                <a:gd name="f169" fmla="*/ 1656207 f135 1"/>
                <a:gd name="f170" fmla="*/ 2707100 f136 1"/>
                <a:gd name="f171" fmla="*/ 1390269 f135 1"/>
                <a:gd name="f172" fmla="*/ 2812352 f136 1"/>
                <a:gd name="f173" fmla="*/ 1230916 f135 1"/>
                <a:gd name="f174" fmla="*/ 2898172 f136 1"/>
                <a:gd name="f175" fmla="*/ 1036987 f135 1"/>
                <a:gd name="f176" fmla="*/ 2963228 f136 1"/>
                <a:gd name="f177" fmla="*/ 850011 f135 1"/>
                <a:gd name="f178" fmla="*/ 2977325 f136 1"/>
                <a:gd name="f179" fmla="*/ 745427 f135 1"/>
                <a:gd name="f180" fmla="*/ 2929509 f136 1"/>
                <a:gd name="f181" fmla="*/ 480155 f135 1"/>
                <a:gd name="f182" fmla="*/ 2563082 f136 1"/>
                <a:gd name="f183" fmla="*/ 0 f135 1"/>
                <a:gd name="f184" fmla="*/ f137 1 f2"/>
                <a:gd name="f185" fmla="*/ f140 1 2977477"/>
                <a:gd name="f186" fmla="*/ f141 1 4627149"/>
                <a:gd name="f187" fmla="*/ f142 1 2977477"/>
                <a:gd name="f188" fmla="*/ f143 1 4627149"/>
                <a:gd name="f189" fmla="*/ f144 1 2977477"/>
                <a:gd name="f190" fmla="*/ f145 1 4627149"/>
                <a:gd name="f191" fmla="*/ f146 1 2977477"/>
                <a:gd name="f192" fmla="*/ f147 1 4627149"/>
                <a:gd name="f193" fmla="*/ f148 1 2977477"/>
                <a:gd name="f194" fmla="*/ f149 1 4627149"/>
                <a:gd name="f195" fmla="*/ f150 1 2977477"/>
                <a:gd name="f196" fmla="*/ f151 1 4627149"/>
                <a:gd name="f197" fmla="*/ f152 1 2977477"/>
                <a:gd name="f198" fmla="*/ f153 1 4627149"/>
                <a:gd name="f199" fmla="*/ f154 1 2977477"/>
                <a:gd name="f200" fmla="*/ f155 1 4627149"/>
                <a:gd name="f201" fmla="*/ f156 1 2977477"/>
                <a:gd name="f202" fmla="*/ f157 1 4627149"/>
                <a:gd name="f203" fmla="*/ f158 1 2977477"/>
                <a:gd name="f204" fmla="*/ f159 1 4627149"/>
                <a:gd name="f205" fmla="*/ f160 1 2977477"/>
                <a:gd name="f206" fmla="*/ f161 1 4627149"/>
                <a:gd name="f207" fmla="*/ f162 1 2977477"/>
                <a:gd name="f208" fmla="*/ f163 1 4627149"/>
                <a:gd name="f209" fmla="*/ f164 1 2977477"/>
                <a:gd name="f210" fmla="*/ f165 1 4627149"/>
                <a:gd name="f211" fmla="*/ f166 1 2977477"/>
                <a:gd name="f212" fmla="*/ f167 1 4627149"/>
                <a:gd name="f213" fmla="*/ f168 1 2977477"/>
                <a:gd name="f214" fmla="*/ f169 1 4627149"/>
                <a:gd name="f215" fmla="*/ f170 1 2977477"/>
                <a:gd name="f216" fmla="*/ f171 1 4627149"/>
                <a:gd name="f217" fmla="*/ f172 1 2977477"/>
                <a:gd name="f218" fmla="*/ f173 1 4627149"/>
                <a:gd name="f219" fmla="*/ f174 1 2977477"/>
                <a:gd name="f220" fmla="*/ f175 1 4627149"/>
                <a:gd name="f221" fmla="*/ f176 1 2977477"/>
                <a:gd name="f222" fmla="*/ f177 1 4627149"/>
                <a:gd name="f223" fmla="*/ f178 1 2977477"/>
                <a:gd name="f224" fmla="*/ f179 1 4627149"/>
                <a:gd name="f225" fmla="*/ f180 1 2977477"/>
                <a:gd name="f226" fmla="*/ f181 1 4627149"/>
                <a:gd name="f227" fmla="*/ f182 1 2977477"/>
                <a:gd name="f228" fmla="*/ f183 1 4627149"/>
                <a:gd name="f229" fmla="*/ f5 1 f138"/>
                <a:gd name="f230" fmla="*/ f6 1 f138"/>
                <a:gd name="f231" fmla="*/ f5 1 f139"/>
                <a:gd name="f232" fmla="*/ f7 1 f139"/>
                <a:gd name="f233" fmla="+- f184 0 f1"/>
                <a:gd name="f234" fmla="*/ f185 1 f138"/>
                <a:gd name="f235" fmla="*/ f186 1 f139"/>
                <a:gd name="f236" fmla="*/ f187 1 f138"/>
                <a:gd name="f237" fmla="*/ f188 1 f139"/>
                <a:gd name="f238" fmla="*/ f189 1 f138"/>
                <a:gd name="f239" fmla="*/ f190 1 f139"/>
                <a:gd name="f240" fmla="*/ f191 1 f138"/>
                <a:gd name="f241" fmla="*/ f192 1 f139"/>
                <a:gd name="f242" fmla="*/ f193 1 f138"/>
                <a:gd name="f243" fmla="*/ f194 1 f139"/>
                <a:gd name="f244" fmla="*/ f195 1 f138"/>
                <a:gd name="f245" fmla="*/ f196 1 f139"/>
                <a:gd name="f246" fmla="*/ f197 1 f138"/>
                <a:gd name="f247" fmla="*/ f198 1 f139"/>
                <a:gd name="f248" fmla="*/ f199 1 f138"/>
                <a:gd name="f249" fmla="*/ f200 1 f139"/>
                <a:gd name="f250" fmla="*/ f201 1 f138"/>
                <a:gd name="f251" fmla="*/ f202 1 f139"/>
                <a:gd name="f252" fmla="*/ f203 1 f138"/>
                <a:gd name="f253" fmla="*/ f204 1 f139"/>
                <a:gd name="f254" fmla="*/ f205 1 f138"/>
                <a:gd name="f255" fmla="*/ f206 1 f139"/>
                <a:gd name="f256" fmla="*/ f207 1 f138"/>
                <a:gd name="f257" fmla="*/ f208 1 f139"/>
                <a:gd name="f258" fmla="*/ f209 1 f138"/>
                <a:gd name="f259" fmla="*/ f210 1 f139"/>
                <a:gd name="f260" fmla="*/ f211 1 f138"/>
                <a:gd name="f261" fmla="*/ f212 1 f139"/>
                <a:gd name="f262" fmla="*/ f213 1 f138"/>
                <a:gd name="f263" fmla="*/ f214 1 f139"/>
                <a:gd name="f264" fmla="*/ f215 1 f138"/>
                <a:gd name="f265" fmla="*/ f216 1 f139"/>
                <a:gd name="f266" fmla="*/ f217 1 f138"/>
                <a:gd name="f267" fmla="*/ f218 1 f139"/>
                <a:gd name="f268" fmla="*/ f219 1 f138"/>
                <a:gd name="f269" fmla="*/ f220 1 f139"/>
                <a:gd name="f270" fmla="*/ f221 1 f138"/>
                <a:gd name="f271" fmla="*/ f222 1 f139"/>
                <a:gd name="f272" fmla="*/ f223 1 f138"/>
                <a:gd name="f273" fmla="*/ f224 1 f139"/>
                <a:gd name="f274" fmla="*/ f225 1 f138"/>
                <a:gd name="f275" fmla="*/ f226 1 f139"/>
                <a:gd name="f276" fmla="*/ f227 1 f138"/>
                <a:gd name="f277" fmla="*/ f228 1 f139"/>
                <a:gd name="f278" fmla="*/ f229 f133 1"/>
                <a:gd name="f279" fmla="*/ f230 f133 1"/>
                <a:gd name="f280" fmla="*/ f232 f134 1"/>
                <a:gd name="f281" fmla="*/ f231 f134 1"/>
                <a:gd name="f282" fmla="*/ f234 f133 1"/>
                <a:gd name="f283" fmla="*/ f235 f134 1"/>
                <a:gd name="f284" fmla="*/ f236 f133 1"/>
                <a:gd name="f285" fmla="*/ f237 f134 1"/>
                <a:gd name="f286" fmla="*/ f238 f133 1"/>
                <a:gd name="f287" fmla="*/ f239 f134 1"/>
                <a:gd name="f288" fmla="*/ f240 f133 1"/>
                <a:gd name="f289" fmla="*/ f241 f134 1"/>
                <a:gd name="f290" fmla="*/ f242 f133 1"/>
                <a:gd name="f291" fmla="*/ f243 f134 1"/>
                <a:gd name="f292" fmla="*/ f244 f133 1"/>
                <a:gd name="f293" fmla="*/ f245 f134 1"/>
                <a:gd name="f294" fmla="*/ f246 f133 1"/>
                <a:gd name="f295" fmla="*/ f247 f134 1"/>
                <a:gd name="f296" fmla="*/ f248 f133 1"/>
                <a:gd name="f297" fmla="*/ f249 f134 1"/>
                <a:gd name="f298" fmla="*/ f250 f133 1"/>
                <a:gd name="f299" fmla="*/ f251 f134 1"/>
                <a:gd name="f300" fmla="*/ f252 f133 1"/>
                <a:gd name="f301" fmla="*/ f253 f134 1"/>
                <a:gd name="f302" fmla="*/ f254 f133 1"/>
                <a:gd name="f303" fmla="*/ f255 f134 1"/>
                <a:gd name="f304" fmla="*/ f256 f133 1"/>
                <a:gd name="f305" fmla="*/ f257 f134 1"/>
                <a:gd name="f306" fmla="*/ f258 f133 1"/>
                <a:gd name="f307" fmla="*/ f259 f134 1"/>
                <a:gd name="f308" fmla="*/ f260 f133 1"/>
                <a:gd name="f309" fmla="*/ f261 f134 1"/>
                <a:gd name="f310" fmla="*/ f262 f133 1"/>
                <a:gd name="f311" fmla="*/ f263 f134 1"/>
                <a:gd name="f312" fmla="*/ f264 f133 1"/>
                <a:gd name="f313" fmla="*/ f265 f134 1"/>
                <a:gd name="f314" fmla="*/ f266 f133 1"/>
                <a:gd name="f315" fmla="*/ f267 f134 1"/>
                <a:gd name="f316" fmla="*/ f268 f133 1"/>
                <a:gd name="f317" fmla="*/ f269 f134 1"/>
                <a:gd name="f318" fmla="*/ f270 f133 1"/>
                <a:gd name="f319" fmla="*/ f271 f134 1"/>
                <a:gd name="f320" fmla="*/ f272 f133 1"/>
                <a:gd name="f321" fmla="*/ f273 f134 1"/>
                <a:gd name="f322" fmla="*/ f274 f133 1"/>
                <a:gd name="f323" fmla="*/ f275 f134 1"/>
                <a:gd name="f324" fmla="*/ f276 f133 1"/>
                <a:gd name="f325" fmla="*/ f277 f134 1"/>
              </a:gdLst>
              <a:ahLst/>
              <a:cxnLst>
                <a:cxn ang="3cd4">
                  <a:pos x="hc" y="t"/>
                </a:cxn>
                <a:cxn ang="0">
                  <a:pos x="r" y="vc"/>
                </a:cxn>
                <a:cxn ang="cd4">
                  <a:pos x="hc" y="b"/>
                </a:cxn>
                <a:cxn ang="cd2">
                  <a:pos x="l" y="vc"/>
                </a:cxn>
                <a:cxn ang="f233">
                  <a:pos x="f282" y="f283"/>
                </a:cxn>
                <a:cxn ang="f233">
                  <a:pos x="f284" y="f285"/>
                </a:cxn>
                <a:cxn ang="f233">
                  <a:pos x="f286" y="f287"/>
                </a:cxn>
                <a:cxn ang="f233">
                  <a:pos x="f288" y="f289"/>
                </a:cxn>
                <a:cxn ang="f233">
                  <a:pos x="f290" y="f291"/>
                </a:cxn>
                <a:cxn ang="f233">
                  <a:pos x="f292" y="f293"/>
                </a:cxn>
                <a:cxn ang="f233">
                  <a:pos x="f294" y="f295"/>
                </a:cxn>
                <a:cxn ang="f233">
                  <a:pos x="f296" y="f297"/>
                </a:cxn>
                <a:cxn ang="f233">
                  <a:pos x="f298" y="f299"/>
                </a:cxn>
                <a:cxn ang="f233">
                  <a:pos x="f300" y="f301"/>
                </a:cxn>
                <a:cxn ang="f233">
                  <a:pos x="f302" y="f303"/>
                </a:cxn>
                <a:cxn ang="f233">
                  <a:pos x="f304" y="f305"/>
                </a:cxn>
                <a:cxn ang="f233">
                  <a:pos x="f306" y="f307"/>
                </a:cxn>
                <a:cxn ang="f233">
                  <a:pos x="f308" y="f309"/>
                </a:cxn>
                <a:cxn ang="f233">
                  <a:pos x="f310" y="f311"/>
                </a:cxn>
                <a:cxn ang="f233">
                  <a:pos x="f312" y="f313"/>
                </a:cxn>
                <a:cxn ang="f233">
                  <a:pos x="f314" y="f315"/>
                </a:cxn>
                <a:cxn ang="f233">
                  <a:pos x="f316" y="f317"/>
                </a:cxn>
                <a:cxn ang="f233">
                  <a:pos x="f318" y="f319"/>
                </a:cxn>
                <a:cxn ang="f233">
                  <a:pos x="f320" y="f321"/>
                </a:cxn>
                <a:cxn ang="f233">
                  <a:pos x="f322" y="f323"/>
                </a:cxn>
                <a:cxn ang="f233">
                  <a:pos x="f324" y="f325"/>
                </a:cxn>
              </a:cxnLst>
              <a:rect l="f278" t="f281" r="f279" b="f280"/>
              <a:pathLst>
                <a:path w="2977477" h="4627149">
                  <a:moveTo>
                    <a:pt x="f5" y="f8"/>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cubicBezTo>
                    <a:pt x="f63" y="f64"/>
                    <a:pt x="f65" y="f66"/>
                    <a:pt x="f67" y="f68"/>
                  </a:cubicBezTo>
                  <a:cubicBezTo>
                    <a:pt x="f69" y="f70"/>
                    <a:pt x="f71" y="f72"/>
                    <a:pt x="f73" y="f74"/>
                  </a:cubicBezTo>
                  <a:cubicBezTo>
                    <a:pt x="f75" y="f76"/>
                    <a:pt x="f77" y="f78"/>
                    <a:pt x="f79" y="f80"/>
                  </a:cubicBezTo>
                  <a:cubicBezTo>
                    <a:pt x="f81" y="f82"/>
                    <a:pt x="f83" y="f84"/>
                    <a:pt x="f85" y="f86"/>
                  </a:cubicBezTo>
                  <a:cubicBezTo>
                    <a:pt x="f87" y="f88"/>
                    <a:pt x="f89" y="f90"/>
                    <a:pt x="f91" y="f92"/>
                  </a:cubicBezTo>
                  <a:cubicBezTo>
                    <a:pt x="f93" y="f94"/>
                    <a:pt x="f95" y="f96"/>
                    <a:pt x="f97" y="f98"/>
                  </a:cubicBezTo>
                  <a:cubicBezTo>
                    <a:pt x="f99" y="f100"/>
                    <a:pt x="f101" y="f102"/>
                    <a:pt x="f103" y="f104"/>
                  </a:cubicBezTo>
                  <a:cubicBezTo>
                    <a:pt x="f105" y="f106"/>
                    <a:pt x="f107" y="f108"/>
                    <a:pt x="f109" y="f110"/>
                  </a:cubicBezTo>
                  <a:cubicBezTo>
                    <a:pt x="f111" y="f112"/>
                    <a:pt x="f113" y="f114"/>
                    <a:pt x="f115" y="f116"/>
                  </a:cubicBezTo>
                  <a:cubicBezTo>
                    <a:pt x="f117" y="f118"/>
                    <a:pt x="f119" y="f120"/>
                    <a:pt x="f121" y="f122"/>
                  </a:cubicBezTo>
                  <a:cubicBezTo>
                    <a:pt x="f123" y="f124"/>
                    <a:pt x="f125" y="f126"/>
                    <a:pt x="f127" y="f128"/>
                  </a:cubicBezTo>
                  <a:cubicBezTo>
                    <a:pt x="f129" y="f130"/>
                    <a:pt x="f131" y="f5"/>
                    <a:pt x="f131" y="f5"/>
                  </a:cubicBezTo>
                </a:path>
              </a:pathLst>
            </a:custGeom>
            <a:noFill/>
            <a:ln w="9528" cap="rnd">
              <a:solidFill>
                <a:srgbClr val="4D4EE6">
                  <a:alpha val="7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9" name="Freeform: Shape 13">
              <a:extLst>
                <a:ext uri="{FF2B5EF4-FFF2-40B4-BE49-F238E27FC236}">
                  <a16:creationId xmlns:a16="http://schemas.microsoft.com/office/drawing/2014/main" id="{81F77300-C670-4D12-89C3-5C31FAC73876}"/>
                </a:ext>
              </a:extLst>
            </p:cNvPr>
            <p:cNvSpPr/>
            <p:nvPr/>
          </p:nvSpPr>
          <p:spPr>
            <a:xfrm>
              <a:off x="25091" y="15179"/>
              <a:ext cx="1566147" cy="2737265"/>
            </a:xfrm>
            <a:custGeom>
              <a:avLst/>
              <a:gdLst>
                <a:gd name="f0" fmla="val 10800000"/>
                <a:gd name="f1" fmla="val 5400000"/>
                <a:gd name="f2" fmla="val 180"/>
                <a:gd name="f3" fmla="val w"/>
                <a:gd name="f4" fmla="val h"/>
                <a:gd name="f5" fmla="val 0"/>
                <a:gd name="f6" fmla="val 2356712"/>
                <a:gd name="f7" fmla="val 4118991"/>
                <a:gd name="f8" fmla="val 1707071"/>
                <a:gd name="f9" fmla="val 1715357"/>
                <a:gd name="f10" fmla="val 22098"/>
                <a:gd name="f11" fmla="val 1812608"/>
                <a:gd name="f12" fmla="val 224409"/>
                <a:gd name="f13" fmla="val 1824514"/>
                <a:gd name="f14" fmla="val 244697"/>
                <a:gd name="f15" fmla="val 1844802"/>
                <a:gd name="f16" fmla="val 279273"/>
                <a:gd name="f17" fmla="val 1876996"/>
                <a:gd name="f18" fmla="val 304324"/>
                <a:gd name="f19" fmla="val 1908715"/>
                <a:gd name="f20" fmla="val 328994"/>
                <a:gd name="f21" fmla="val 2019967"/>
                <a:gd name="f22" fmla="val 415195"/>
                <a:gd name="f23" fmla="val 2137886"/>
                <a:gd name="f24" fmla="val 494633"/>
                <a:gd name="f25" fmla="val 2226469"/>
                <a:gd name="f26" fmla="val 603695"/>
                <a:gd name="f27" fmla="val 2296287"/>
                <a:gd name="f28" fmla="val 689610"/>
                <a:gd name="f29" fmla="val 2347817"/>
                <a:gd name="f30" fmla="val 790480"/>
                <a:gd name="f31" fmla="val 2355628"/>
                <a:gd name="f32" fmla="val 900494"/>
                <a:gd name="f33" fmla="val 2363248"/>
                <a:gd name="f34" fmla="val 1007078"/>
                <a:gd name="f35" fmla="val 2329910"/>
                <a:gd name="f36" fmla="val 1111187"/>
                <a:gd name="f37" fmla="val 2281428"/>
                <a:gd name="f38" fmla="val 1206913"/>
                <a:gd name="f39" fmla="val 2233422"/>
                <a:gd name="f40" fmla="val 1301877"/>
                <a:gd name="f41" fmla="val 2170938"/>
                <a:gd name="f42" fmla="val 1388936"/>
                <a:gd name="f43" fmla="val 2092452"/>
                <a:gd name="f44" fmla="val 1460659"/>
                <a:gd name="f45" fmla="val 2016538"/>
                <a:gd name="f46" fmla="val 1530001"/>
                <a:gd name="f47" fmla="val 1927765"/>
                <a:gd name="f48" fmla="val 1583436"/>
                <a:gd name="f49" fmla="val 1834039"/>
                <a:gd name="f50" fmla="val 1625822"/>
                <a:gd name="f51" fmla="val 1743075"/>
                <a:gd name="f52" fmla="val 1666970"/>
                <a:gd name="f53" fmla="val 1647730"/>
                <a:gd name="f54" fmla="val 1697736"/>
                <a:gd name="f55" fmla="val 1558862"/>
                <a:gd name="f56" fmla="val 1494758"/>
                <a:gd name="f57" fmla="val 1775841"/>
                <a:gd name="f58" fmla="val 1434275"/>
                <a:gd name="f59" fmla="val 1816132"/>
                <a:gd name="f60" fmla="val 1386554"/>
                <a:gd name="f61" fmla="val 1869948"/>
                <a:gd name="f62" fmla="val 1334548"/>
                <a:gd name="f63" fmla="val 1928622"/>
                <a:gd name="f64" fmla="val 1300544"/>
                <a:gd name="f65" fmla="val 2000345"/>
                <a:gd name="f66" fmla="val 1271683"/>
                <a:gd name="f67" fmla="val 2073402"/>
                <a:gd name="f68" fmla="val 1235202"/>
                <a:gd name="f69" fmla="val 2165699"/>
                <a:gd name="f70" fmla="val 1206722"/>
                <a:gd name="f71" fmla="val 2260759"/>
                <a:gd name="f72" fmla="val 1178338"/>
                <a:gd name="f73" fmla="val 2355914"/>
                <a:gd name="f74" fmla="val 1156240"/>
                <a:gd name="f75" fmla="val 2429923"/>
                <a:gd name="f76" fmla="val 1134237"/>
                <a:gd name="f77" fmla="val 2504028"/>
                <a:gd name="f78" fmla="val 1113758"/>
                <a:gd name="f79" fmla="val 2578513"/>
                <a:gd name="f80" fmla="val 1090041"/>
                <a:gd name="f81" fmla="val 2664714"/>
                <a:gd name="f82" fmla="val 1068134"/>
                <a:gd name="f83" fmla="val 2751678"/>
                <a:gd name="f84" fmla="val 1034796"/>
                <a:gd name="f85" fmla="val 2834640"/>
                <a:gd name="f86" fmla="val 1000125"/>
                <a:gd name="f87" fmla="val 2920841"/>
                <a:gd name="f88" fmla="val 953643"/>
                <a:gd name="f89" fmla="val 3001613"/>
                <a:gd name="f90" fmla="val 905637"/>
                <a:gd name="f91" fmla="val 3081242"/>
                <a:gd name="f92" fmla="val 869442"/>
                <a:gd name="f93" fmla="val 3141155"/>
                <a:gd name="f94" fmla="val 832295"/>
                <a:gd name="f95" fmla="val 3200400"/>
                <a:gd name="f96" fmla="val 793147"/>
                <a:gd name="f97" fmla="val 3258407"/>
                <a:gd name="f98" fmla="val 718661"/>
                <a:gd name="f99" fmla="val 3368802"/>
                <a:gd name="f100" fmla="val 637223"/>
                <a:gd name="f101" fmla="val 3474434"/>
                <a:gd name="f102" fmla="val 546735"/>
                <a:gd name="f103" fmla="val 3571970"/>
                <a:gd name="f104" fmla="val 482632"/>
                <a:gd name="f105" fmla="val 3641027"/>
                <a:gd name="f106" fmla="val 414147"/>
                <a:gd name="f107" fmla="val 3705797"/>
                <a:gd name="f108" fmla="val 346996"/>
                <a:gd name="f109" fmla="val 3771900"/>
                <a:gd name="f110" fmla="val 288989"/>
                <a:gd name="f111" fmla="val 3828764"/>
                <a:gd name="f112" fmla="val 232029"/>
                <a:gd name="f113" fmla="val 3886676"/>
                <a:gd name="f114" fmla="val 174689"/>
                <a:gd name="f115" fmla="val 3944207"/>
                <a:gd name="f116" fmla="val 116586"/>
                <a:gd name="f117" fmla="val 4002596"/>
                <a:gd name="f118" fmla="val 58293"/>
                <a:gd name="f119" fmla="val 4060698"/>
                <a:gd name="f120" fmla="+- 0 0 -90"/>
                <a:gd name="f121" fmla="*/ f3 1 2356712"/>
                <a:gd name="f122" fmla="*/ f4 1 4118991"/>
                <a:gd name="f123" fmla="+- f7 0 f5"/>
                <a:gd name="f124" fmla="+- f6 0 f5"/>
                <a:gd name="f125" fmla="*/ f120 f0 1"/>
                <a:gd name="f126" fmla="*/ f124 1 2356712"/>
                <a:gd name="f127" fmla="*/ f123 1 4118991"/>
                <a:gd name="f128" fmla="*/ 1707071 f124 1"/>
                <a:gd name="f129" fmla="*/ 0 f123 1"/>
                <a:gd name="f130" fmla="*/ 1824514 f124 1"/>
                <a:gd name="f131" fmla="*/ 244697 f123 1"/>
                <a:gd name="f132" fmla="*/ 1908715 f124 1"/>
                <a:gd name="f133" fmla="*/ 328994 f123 1"/>
                <a:gd name="f134" fmla="*/ 2226469 f124 1"/>
                <a:gd name="f135" fmla="*/ 603695 f123 1"/>
                <a:gd name="f136" fmla="*/ 2355628 f124 1"/>
                <a:gd name="f137" fmla="*/ 900494 f123 1"/>
                <a:gd name="f138" fmla="*/ 2281428 f124 1"/>
                <a:gd name="f139" fmla="*/ 1206913 f123 1"/>
                <a:gd name="f140" fmla="*/ 2092452 f124 1"/>
                <a:gd name="f141" fmla="*/ 1460659 f123 1"/>
                <a:gd name="f142" fmla="*/ 1834039 f124 1"/>
                <a:gd name="f143" fmla="*/ 1625822 f123 1"/>
                <a:gd name="f144" fmla="*/ 1558862 f124 1"/>
                <a:gd name="f145" fmla="*/ 1743075 f123 1"/>
                <a:gd name="f146" fmla="*/ 1386554 f124 1"/>
                <a:gd name="f147" fmla="*/ 1869948 f123 1"/>
                <a:gd name="f148" fmla="*/ 1271683 f124 1"/>
                <a:gd name="f149" fmla="*/ 2073402 f123 1"/>
                <a:gd name="f150" fmla="*/ 1178338 f124 1"/>
                <a:gd name="f151" fmla="*/ 2355914 f123 1"/>
                <a:gd name="f152" fmla="*/ 1113758 f124 1"/>
                <a:gd name="f153" fmla="*/ 2578513 f123 1"/>
                <a:gd name="f154" fmla="*/ 1034796 f124 1"/>
                <a:gd name="f155" fmla="*/ 2834640 f123 1"/>
                <a:gd name="f156" fmla="*/ 905637 f124 1"/>
                <a:gd name="f157" fmla="*/ 3081242 f123 1"/>
                <a:gd name="f158" fmla="*/ 793147 f124 1"/>
                <a:gd name="f159" fmla="*/ 3258407 f123 1"/>
                <a:gd name="f160" fmla="*/ 546735 f124 1"/>
                <a:gd name="f161" fmla="*/ 3571970 f123 1"/>
                <a:gd name="f162" fmla="*/ 346996 f124 1"/>
                <a:gd name="f163" fmla="*/ 3771900 f123 1"/>
                <a:gd name="f164" fmla="*/ 174689 f124 1"/>
                <a:gd name="f165" fmla="*/ 3944207 f123 1"/>
                <a:gd name="f166" fmla="*/ 0 f124 1"/>
                <a:gd name="f167" fmla="*/ 4118991 f123 1"/>
                <a:gd name="f168" fmla="*/ f125 1 f2"/>
                <a:gd name="f169" fmla="*/ f128 1 2356712"/>
                <a:gd name="f170" fmla="*/ f129 1 4118991"/>
                <a:gd name="f171" fmla="*/ f130 1 2356712"/>
                <a:gd name="f172" fmla="*/ f131 1 4118991"/>
                <a:gd name="f173" fmla="*/ f132 1 2356712"/>
                <a:gd name="f174" fmla="*/ f133 1 4118991"/>
                <a:gd name="f175" fmla="*/ f134 1 2356712"/>
                <a:gd name="f176" fmla="*/ f135 1 4118991"/>
                <a:gd name="f177" fmla="*/ f136 1 2356712"/>
                <a:gd name="f178" fmla="*/ f137 1 4118991"/>
                <a:gd name="f179" fmla="*/ f138 1 2356712"/>
                <a:gd name="f180" fmla="*/ f139 1 4118991"/>
                <a:gd name="f181" fmla="*/ f140 1 2356712"/>
                <a:gd name="f182" fmla="*/ f141 1 4118991"/>
                <a:gd name="f183" fmla="*/ f142 1 2356712"/>
                <a:gd name="f184" fmla="*/ f143 1 4118991"/>
                <a:gd name="f185" fmla="*/ f144 1 2356712"/>
                <a:gd name="f186" fmla="*/ f145 1 4118991"/>
                <a:gd name="f187" fmla="*/ f146 1 2356712"/>
                <a:gd name="f188" fmla="*/ f147 1 4118991"/>
                <a:gd name="f189" fmla="*/ f148 1 2356712"/>
                <a:gd name="f190" fmla="*/ f149 1 4118991"/>
                <a:gd name="f191" fmla="*/ f150 1 2356712"/>
                <a:gd name="f192" fmla="*/ f151 1 4118991"/>
                <a:gd name="f193" fmla="*/ f152 1 2356712"/>
                <a:gd name="f194" fmla="*/ f153 1 4118991"/>
                <a:gd name="f195" fmla="*/ f154 1 2356712"/>
                <a:gd name="f196" fmla="*/ f155 1 4118991"/>
                <a:gd name="f197" fmla="*/ f156 1 2356712"/>
                <a:gd name="f198" fmla="*/ f157 1 4118991"/>
                <a:gd name="f199" fmla="*/ f158 1 2356712"/>
                <a:gd name="f200" fmla="*/ f159 1 4118991"/>
                <a:gd name="f201" fmla="*/ f160 1 2356712"/>
                <a:gd name="f202" fmla="*/ f161 1 4118991"/>
                <a:gd name="f203" fmla="*/ f162 1 2356712"/>
                <a:gd name="f204" fmla="*/ f163 1 4118991"/>
                <a:gd name="f205" fmla="*/ f164 1 2356712"/>
                <a:gd name="f206" fmla="*/ f165 1 4118991"/>
                <a:gd name="f207" fmla="*/ f166 1 2356712"/>
                <a:gd name="f208" fmla="*/ f167 1 4118991"/>
                <a:gd name="f209" fmla="*/ f5 1 f126"/>
                <a:gd name="f210" fmla="*/ f6 1 f126"/>
                <a:gd name="f211" fmla="*/ f5 1 f127"/>
                <a:gd name="f212" fmla="*/ f7 1 f127"/>
                <a:gd name="f213" fmla="+- f168 0 f1"/>
                <a:gd name="f214" fmla="*/ f169 1 f126"/>
                <a:gd name="f215" fmla="*/ f170 1 f127"/>
                <a:gd name="f216" fmla="*/ f171 1 f126"/>
                <a:gd name="f217" fmla="*/ f172 1 f127"/>
                <a:gd name="f218" fmla="*/ f173 1 f126"/>
                <a:gd name="f219" fmla="*/ f174 1 f127"/>
                <a:gd name="f220" fmla="*/ f175 1 f126"/>
                <a:gd name="f221" fmla="*/ f176 1 f127"/>
                <a:gd name="f222" fmla="*/ f177 1 f126"/>
                <a:gd name="f223" fmla="*/ f178 1 f127"/>
                <a:gd name="f224" fmla="*/ f179 1 f126"/>
                <a:gd name="f225" fmla="*/ f180 1 f127"/>
                <a:gd name="f226" fmla="*/ f181 1 f126"/>
                <a:gd name="f227" fmla="*/ f182 1 f127"/>
                <a:gd name="f228" fmla="*/ f183 1 f126"/>
                <a:gd name="f229" fmla="*/ f184 1 f127"/>
                <a:gd name="f230" fmla="*/ f185 1 f126"/>
                <a:gd name="f231" fmla="*/ f186 1 f127"/>
                <a:gd name="f232" fmla="*/ f187 1 f126"/>
                <a:gd name="f233" fmla="*/ f188 1 f127"/>
                <a:gd name="f234" fmla="*/ f189 1 f126"/>
                <a:gd name="f235" fmla="*/ f190 1 f127"/>
                <a:gd name="f236" fmla="*/ f191 1 f126"/>
                <a:gd name="f237" fmla="*/ f192 1 f127"/>
                <a:gd name="f238" fmla="*/ f193 1 f126"/>
                <a:gd name="f239" fmla="*/ f194 1 f127"/>
                <a:gd name="f240" fmla="*/ f195 1 f126"/>
                <a:gd name="f241" fmla="*/ f196 1 f127"/>
                <a:gd name="f242" fmla="*/ f197 1 f126"/>
                <a:gd name="f243" fmla="*/ f198 1 f127"/>
                <a:gd name="f244" fmla="*/ f199 1 f126"/>
                <a:gd name="f245" fmla="*/ f200 1 f127"/>
                <a:gd name="f246" fmla="*/ f201 1 f126"/>
                <a:gd name="f247" fmla="*/ f202 1 f127"/>
                <a:gd name="f248" fmla="*/ f203 1 f126"/>
                <a:gd name="f249" fmla="*/ f204 1 f127"/>
                <a:gd name="f250" fmla="*/ f205 1 f126"/>
                <a:gd name="f251" fmla="*/ f206 1 f127"/>
                <a:gd name="f252" fmla="*/ f207 1 f126"/>
                <a:gd name="f253" fmla="*/ f208 1 f127"/>
                <a:gd name="f254" fmla="*/ f209 f121 1"/>
                <a:gd name="f255" fmla="*/ f210 f121 1"/>
                <a:gd name="f256" fmla="*/ f212 f122 1"/>
                <a:gd name="f257" fmla="*/ f211 f122 1"/>
                <a:gd name="f258" fmla="*/ f214 f121 1"/>
                <a:gd name="f259" fmla="*/ f215 f122 1"/>
                <a:gd name="f260" fmla="*/ f216 f121 1"/>
                <a:gd name="f261" fmla="*/ f217 f122 1"/>
                <a:gd name="f262" fmla="*/ f218 f121 1"/>
                <a:gd name="f263" fmla="*/ f219 f122 1"/>
                <a:gd name="f264" fmla="*/ f220 f121 1"/>
                <a:gd name="f265" fmla="*/ f221 f122 1"/>
                <a:gd name="f266" fmla="*/ f222 f121 1"/>
                <a:gd name="f267" fmla="*/ f223 f122 1"/>
                <a:gd name="f268" fmla="*/ f224 f121 1"/>
                <a:gd name="f269" fmla="*/ f225 f122 1"/>
                <a:gd name="f270" fmla="*/ f226 f121 1"/>
                <a:gd name="f271" fmla="*/ f227 f122 1"/>
                <a:gd name="f272" fmla="*/ f228 f121 1"/>
                <a:gd name="f273" fmla="*/ f229 f122 1"/>
                <a:gd name="f274" fmla="*/ f230 f121 1"/>
                <a:gd name="f275" fmla="*/ f231 f122 1"/>
                <a:gd name="f276" fmla="*/ f232 f121 1"/>
                <a:gd name="f277" fmla="*/ f233 f122 1"/>
                <a:gd name="f278" fmla="*/ f234 f121 1"/>
                <a:gd name="f279" fmla="*/ f235 f122 1"/>
                <a:gd name="f280" fmla="*/ f236 f121 1"/>
                <a:gd name="f281" fmla="*/ f237 f122 1"/>
                <a:gd name="f282" fmla="*/ f238 f121 1"/>
                <a:gd name="f283" fmla="*/ f239 f122 1"/>
                <a:gd name="f284" fmla="*/ f240 f121 1"/>
                <a:gd name="f285" fmla="*/ f241 f122 1"/>
                <a:gd name="f286" fmla="*/ f242 f121 1"/>
                <a:gd name="f287" fmla="*/ f243 f122 1"/>
                <a:gd name="f288" fmla="*/ f244 f121 1"/>
                <a:gd name="f289" fmla="*/ f245 f122 1"/>
                <a:gd name="f290" fmla="*/ f246 f121 1"/>
                <a:gd name="f291" fmla="*/ f247 f122 1"/>
                <a:gd name="f292" fmla="*/ f248 f121 1"/>
                <a:gd name="f293" fmla="*/ f249 f122 1"/>
                <a:gd name="f294" fmla="*/ f250 f121 1"/>
                <a:gd name="f295" fmla="*/ f251 f122 1"/>
                <a:gd name="f296" fmla="*/ f252 f121 1"/>
                <a:gd name="f297" fmla="*/ f253 f122 1"/>
              </a:gdLst>
              <a:ahLst/>
              <a:cxnLst>
                <a:cxn ang="3cd4">
                  <a:pos x="hc" y="t"/>
                </a:cxn>
                <a:cxn ang="0">
                  <a:pos x="r" y="vc"/>
                </a:cxn>
                <a:cxn ang="cd4">
                  <a:pos x="hc" y="b"/>
                </a:cxn>
                <a:cxn ang="cd2">
                  <a:pos x="l" y="vc"/>
                </a:cxn>
                <a:cxn ang="f213">
                  <a:pos x="f258" y="f259"/>
                </a:cxn>
                <a:cxn ang="f213">
                  <a:pos x="f260" y="f261"/>
                </a:cxn>
                <a:cxn ang="f213">
                  <a:pos x="f262" y="f263"/>
                </a:cxn>
                <a:cxn ang="f213">
                  <a:pos x="f264" y="f265"/>
                </a:cxn>
                <a:cxn ang="f213">
                  <a:pos x="f266" y="f267"/>
                </a:cxn>
                <a:cxn ang="f213">
                  <a:pos x="f268" y="f269"/>
                </a:cxn>
                <a:cxn ang="f213">
                  <a:pos x="f270" y="f271"/>
                </a:cxn>
                <a:cxn ang="f213">
                  <a:pos x="f272" y="f273"/>
                </a:cxn>
                <a:cxn ang="f213">
                  <a:pos x="f274" y="f275"/>
                </a:cxn>
                <a:cxn ang="f213">
                  <a:pos x="f276" y="f277"/>
                </a:cxn>
                <a:cxn ang="f213">
                  <a:pos x="f278" y="f279"/>
                </a:cxn>
                <a:cxn ang="f213">
                  <a:pos x="f280" y="f281"/>
                </a:cxn>
                <a:cxn ang="f213">
                  <a:pos x="f282" y="f283"/>
                </a:cxn>
                <a:cxn ang="f213">
                  <a:pos x="f284" y="f285"/>
                </a:cxn>
                <a:cxn ang="f213">
                  <a:pos x="f286" y="f287"/>
                </a:cxn>
                <a:cxn ang="f213">
                  <a:pos x="f288" y="f289"/>
                </a:cxn>
                <a:cxn ang="f213">
                  <a:pos x="f290" y="f291"/>
                </a:cxn>
                <a:cxn ang="f213">
                  <a:pos x="f292" y="f293"/>
                </a:cxn>
                <a:cxn ang="f213">
                  <a:pos x="f294" y="f295"/>
                </a:cxn>
                <a:cxn ang="f213">
                  <a:pos x="f296" y="f297"/>
                </a:cxn>
              </a:cxnLst>
              <a:rect l="f254" t="f257" r="f255" b="f256"/>
              <a:pathLst>
                <a:path w="2356712" h="4118991">
                  <a:moveTo>
                    <a:pt x="f8" y="f5"/>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1"/>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107"/>
                    <a:pt x="f108" y="f109"/>
                  </a:cubicBezTo>
                  <a:cubicBezTo>
                    <a:pt x="f110" y="f111"/>
                    <a:pt x="f112" y="f113"/>
                    <a:pt x="f114" y="f115"/>
                  </a:cubicBezTo>
                  <a:cubicBezTo>
                    <a:pt x="f116" y="f117"/>
                    <a:pt x="f118" y="f119"/>
                    <a:pt x="f5" y="f7"/>
                  </a:cubicBezTo>
                </a:path>
              </a:pathLst>
            </a:custGeom>
            <a:noFill/>
            <a:ln w="9528" cap="rnd">
              <a:solidFill>
                <a:srgbClr val="4D4EE6">
                  <a:alpha val="7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0" name="Freeform: Shape 14">
              <a:extLst>
                <a:ext uri="{FF2B5EF4-FFF2-40B4-BE49-F238E27FC236}">
                  <a16:creationId xmlns:a16="http://schemas.microsoft.com/office/drawing/2014/main" id="{E7F60A7D-8825-46A6-ADEC-62A0E2DC50A6}"/>
                </a:ext>
              </a:extLst>
            </p:cNvPr>
            <p:cNvSpPr/>
            <p:nvPr/>
          </p:nvSpPr>
          <p:spPr>
            <a:xfrm>
              <a:off x="10844" y="15179"/>
              <a:ext cx="1368427" cy="2644975"/>
            </a:xfrm>
            <a:custGeom>
              <a:avLst/>
              <a:gdLst>
                <a:gd name="f0" fmla="val 10800000"/>
                <a:gd name="f1" fmla="val 5400000"/>
                <a:gd name="f2" fmla="val 180"/>
                <a:gd name="f3" fmla="val w"/>
                <a:gd name="f4" fmla="val h"/>
                <a:gd name="f5" fmla="val 0"/>
                <a:gd name="f6" fmla="val 2059193"/>
                <a:gd name="f7" fmla="val 3980116"/>
                <a:gd name="f8" fmla="val 91345"/>
                <a:gd name="f9" fmla="val 3889534"/>
                <a:gd name="f10" fmla="val 382715"/>
                <a:gd name="f11" fmla="val 3608737"/>
                <a:gd name="f12" fmla="val 471583"/>
                <a:gd name="f13" fmla="val 3515678"/>
                <a:gd name="f14" fmla="val 576358"/>
                <a:gd name="f15" fmla="val 3405949"/>
                <a:gd name="f16" fmla="val 675989"/>
                <a:gd name="f17" fmla="val 3290983"/>
                <a:gd name="f18" fmla="val 758666"/>
                <a:gd name="f19" fmla="val 3163824"/>
                <a:gd name="f20" fmla="val 836105"/>
                <a:gd name="f21" fmla="val 3044857"/>
                <a:gd name="f22" fmla="val 897445"/>
                <a:gd name="f23" fmla="val 2916079"/>
                <a:gd name="f24" fmla="val 940499"/>
                <a:gd name="f25" fmla="val 2780824"/>
                <a:gd name="f26" fmla="val 996315"/>
                <a:gd name="f27" fmla="val 2605754"/>
                <a:gd name="f28" fmla="val 1020985"/>
                <a:gd name="f29" fmla="val 2422874"/>
                <a:gd name="f30" fmla="val 1055370"/>
                <a:gd name="f31" fmla="val 2242185"/>
                <a:gd name="f32" fmla="val 1078611"/>
                <a:gd name="f33" fmla="val 2120075"/>
                <a:gd name="f34" fmla="val 1107472"/>
                <a:gd name="f35" fmla="val 1999107"/>
                <a:gd name="f36" fmla="val 1136714"/>
                <a:gd name="f37" fmla="val 1878330"/>
                <a:gd name="f38" fmla="val 1163098"/>
                <a:gd name="f39" fmla="val 1769174"/>
                <a:gd name="f40" fmla="val 1189482"/>
                <a:gd name="f41" fmla="val 1658588"/>
                <a:gd name="f42" fmla="val 1246727"/>
                <a:gd name="f43" fmla="val 1562386"/>
                <a:gd name="f44" fmla="val 1279208"/>
                <a:gd name="f45" fmla="val 1507808"/>
                <a:gd name="f46" fmla="val 1321689"/>
                <a:gd name="f47" fmla="val 1459039"/>
                <a:gd name="f48" fmla="val 1378363"/>
                <a:gd name="f49" fmla="val 1430750"/>
                <a:gd name="f50" fmla="val 1473327"/>
                <a:gd name="f51" fmla="val 1383221"/>
                <a:gd name="f52" fmla="val 1584865"/>
                <a:gd name="f53" fmla="val 1402652"/>
                <a:gd name="f54" fmla="val 1691831"/>
                <a:gd name="f55" fmla="val 1394841"/>
                <a:gd name="f56" fmla="val 1771079"/>
                <a:gd name="f57" fmla="val 1389031"/>
                <a:gd name="f58" fmla="val 1849279"/>
                <a:gd name="f59" fmla="val 1368266"/>
                <a:gd name="f60" fmla="val 1914335"/>
                <a:gd name="f61" fmla="val 1323023"/>
                <a:gd name="f62" fmla="val 1989963"/>
                <a:gd name="f63" fmla="val 1270445"/>
                <a:gd name="f64" fmla="val 2041493"/>
                <a:gd name="f65" fmla="val 1189101"/>
                <a:gd name="f66" fmla="val 2055495"/>
                <a:gd name="f67" fmla="val 1098042"/>
                <a:gd name="f68" fmla="val 2064258"/>
                <a:gd name="f69" fmla="val 1041178"/>
                <a:gd name="f70" fmla="val 2057591"/>
                <a:gd name="f71" fmla="val 982980"/>
                <a:gd name="f72" fmla="val 2033969"/>
                <a:gd name="f73" fmla="val 930497"/>
                <a:gd name="f74" fmla="val 2002727"/>
                <a:gd name="f75" fmla="val 861060"/>
                <a:gd name="f76" fmla="val 1945958"/>
                <a:gd name="f77" fmla="val 807625"/>
                <a:gd name="f78" fmla="val 1885664"/>
                <a:gd name="f79" fmla="val 760571"/>
                <a:gd name="f80" fmla="val 1809179"/>
                <a:gd name="f81" fmla="val 700945"/>
                <a:gd name="f82" fmla="val 1725549"/>
                <a:gd name="f83" fmla="val 651415"/>
                <a:gd name="f84" fmla="val 1636871"/>
                <a:gd name="f85" fmla="val 612172"/>
                <a:gd name="f86" fmla="val 1532763"/>
                <a:gd name="f87" fmla="val 566071"/>
                <a:gd name="f88" fmla="val 1421606"/>
                <a:gd name="f89" fmla="val 532543"/>
                <a:gd name="f90" fmla="val 1335405"/>
                <a:gd name="f91" fmla="val 459010"/>
                <a:gd name="f92" fmla="val 1277969"/>
                <a:gd name="f93" fmla="val 409956"/>
                <a:gd name="f94" fmla="val 1232059"/>
                <a:gd name="f95" fmla="val 344615"/>
                <a:gd name="f96" fmla="val 1234916"/>
                <a:gd name="f97" fmla="val 269939"/>
                <a:gd name="f98" fmla="val 1237012"/>
                <a:gd name="f99" fmla="val 211741"/>
                <a:gd name="f100" fmla="val 1386935"/>
                <a:gd name="f101" fmla="+- 0 0 -90"/>
                <a:gd name="f102" fmla="*/ f3 1 2059193"/>
                <a:gd name="f103" fmla="*/ f4 1 3980116"/>
                <a:gd name="f104" fmla="+- f7 0 f5"/>
                <a:gd name="f105" fmla="+- f6 0 f5"/>
                <a:gd name="f106" fmla="*/ f101 f0 1"/>
                <a:gd name="f107" fmla="*/ f105 1 2059193"/>
                <a:gd name="f108" fmla="*/ f104 1 3980116"/>
                <a:gd name="f109" fmla="*/ 0 f105 1"/>
                <a:gd name="f110" fmla="*/ 3980116 f104 1"/>
                <a:gd name="f111" fmla="*/ 471583 f105 1"/>
                <a:gd name="f112" fmla="*/ 3515678 f104 1"/>
                <a:gd name="f113" fmla="*/ 758666 f105 1"/>
                <a:gd name="f114" fmla="*/ 3163824 f104 1"/>
                <a:gd name="f115" fmla="*/ 940499 f105 1"/>
                <a:gd name="f116" fmla="*/ 2780824 f104 1"/>
                <a:gd name="f117" fmla="*/ 1055370 f105 1"/>
                <a:gd name="f118" fmla="*/ 2242185 f104 1"/>
                <a:gd name="f119" fmla="*/ 1136714 f105 1"/>
                <a:gd name="f120" fmla="*/ 1878330 f104 1"/>
                <a:gd name="f121" fmla="*/ 1246727 f105 1"/>
                <a:gd name="f122" fmla="*/ 1562386 f104 1"/>
                <a:gd name="f123" fmla="*/ 1378363 f105 1"/>
                <a:gd name="f124" fmla="*/ 1430750 f104 1"/>
                <a:gd name="f125" fmla="*/ 1691831 f105 1"/>
                <a:gd name="f126" fmla="*/ 1394841 f104 1"/>
                <a:gd name="f127" fmla="*/ 1914335 f105 1"/>
                <a:gd name="f128" fmla="*/ 1323023 f104 1"/>
                <a:gd name="f129" fmla="*/ 2055495 f105 1"/>
                <a:gd name="f130" fmla="*/ 1098042 f104 1"/>
                <a:gd name="f131" fmla="*/ 2033969 f105 1"/>
                <a:gd name="f132" fmla="*/ 930497 f104 1"/>
                <a:gd name="f133" fmla="*/ 1885664 f105 1"/>
                <a:gd name="f134" fmla="*/ 760571 f104 1"/>
                <a:gd name="f135" fmla="*/ 1636871 f105 1"/>
                <a:gd name="f136" fmla="*/ 612172 f104 1"/>
                <a:gd name="f137" fmla="*/ 1335405 f105 1"/>
                <a:gd name="f138" fmla="*/ 459010 f104 1"/>
                <a:gd name="f139" fmla="*/ 1234916 f105 1"/>
                <a:gd name="f140" fmla="*/ 269939 f104 1"/>
                <a:gd name="f141" fmla="*/ 1386935 f105 1"/>
                <a:gd name="f142" fmla="*/ 0 f104 1"/>
                <a:gd name="f143" fmla="*/ f106 1 f2"/>
                <a:gd name="f144" fmla="*/ f109 1 2059193"/>
                <a:gd name="f145" fmla="*/ f110 1 3980116"/>
                <a:gd name="f146" fmla="*/ f111 1 2059193"/>
                <a:gd name="f147" fmla="*/ f112 1 3980116"/>
                <a:gd name="f148" fmla="*/ f113 1 2059193"/>
                <a:gd name="f149" fmla="*/ f114 1 3980116"/>
                <a:gd name="f150" fmla="*/ f115 1 2059193"/>
                <a:gd name="f151" fmla="*/ f116 1 3980116"/>
                <a:gd name="f152" fmla="*/ f117 1 2059193"/>
                <a:gd name="f153" fmla="*/ f118 1 3980116"/>
                <a:gd name="f154" fmla="*/ f119 1 2059193"/>
                <a:gd name="f155" fmla="*/ f120 1 3980116"/>
                <a:gd name="f156" fmla="*/ f121 1 2059193"/>
                <a:gd name="f157" fmla="*/ f122 1 3980116"/>
                <a:gd name="f158" fmla="*/ f123 1 2059193"/>
                <a:gd name="f159" fmla="*/ f124 1 3980116"/>
                <a:gd name="f160" fmla="*/ f125 1 2059193"/>
                <a:gd name="f161" fmla="*/ f126 1 3980116"/>
                <a:gd name="f162" fmla="*/ f127 1 2059193"/>
                <a:gd name="f163" fmla="*/ f128 1 3980116"/>
                <a:gd name="f164" fmla="*/ f129 1 2059193"/>
                <a:gd name="f165" fmla="*/ f130 1 3980116"/>
                <a:gd name="f166" fmla="*/ f131 1 2059193"/>
                <a:gd name="f167" fmla="*/ f132 1 3980116"/>
                <a:gd name="f168" fmla="*/ f133 1 2059193"/>
                <a:gd name="f169" fmla="*/ f134 1 3980116"/>
                <a:gd name="f170" fmla="*/ f135 1 2059193"/>
                <a:gd name="f171" fmla="*/ f136 1 3980116"/>
                <a:gd name="f172" fmla="*/ f137 1 2059193"/>
                <a:gd name="f173" fmla="*/ f138 1 3980116"/>
                <a:gd name="f174" fmla="*/ f139 1 2059193"/>
                <a:gd name="f175" fmla="*/ f140 1 3980116"/>
                <a:gd name="f176" fmla="*/ f141 1 2059193"/>
                <a:gd name="f177" fmla="*/ f142 1 3980116"/>
                <a:gd name="f178" fmla="*/ f5 1 f107"/>
                <a:gd name="f179" fmla="*/ f6 1 f107"/>
                <a:gd name="f180" fmla="*/ f5 1 f108"/>
                <a:gd name="f181" fmla="*/ f7 1 f108"/>
                <a:gd name="f182" fmla="+- f143 0 f1"/>
                <a:gd name="f183" fmla="*/ f144 1 f107"/>
                <a:gd name="f184" fmla="*/ f145 1 f108"/>
                <a:gd name="f185" fmla="*/ f146 1 f107"/>
                <a:gd name="f186" fmla="*/ f147 1 f108"/>
                <a:gd name="f187" fmla="*/ f148 1 f107"/>
                <a:gd name="f188" fmla="*/ f149 1 f108"/>
                <a:gd name="f189" fmla="*/ f150 1 f107"/>
                <a:gd name="f190" fmla="*/ f151 1 f108"/>
                <a:gd name="f191" fmla="*/ f152 1 f107"/>
                <a:gd name="f192" fmla="*/ f153 1 f108"/>
                <a:gd name="f193" fmla="*/ f154 1 f107"/>
                <a:gd name="f194" fmla="*/ f155 1 f108"/>
                <a:gd name="f195" fmla="*/ f156 1 f107"/>
                <a:gd name="f196" fmla="*/ f157 1 f108"/>
                <a:gd name="f197" fmla="*/ f158 1 f107"/>
                <a:gd name="f198" fmla="*/ f159 1 f108"/>
                <a:gd name="f199" fmla="*/ f160 1 f107"/>
                <a:gd name="f200" fmla="*/ f161 1 f108"/>
                <a:gd name="f201" fmla="*/ f162 1 f107"/>
                <a:gd name="f202" fmla="*/ f163 1 f108"/>
                <a:gd name="f203" fmla="*/ f164 1 f107"/>
                <a:gd name="f204" fmla="*/ f165 1 f108"/>
                <a:gd name="f205" fmla="*/ f166 1 f107"/>
                <a:gd name="f206" fmla="*/ f167 1 f108"/>
                <a:gd name="f207" fmla="*/ f168 1 f107"/>
                <a:gd name="f208" fmla="*/ f169 1 f108"/>
                <a:gd name="f209" fmla="*/ f170 1 f107"/>
                <a:gd name="f210" fmla="*/ f171 1 f108"/>
                <a:gd name="f211" fmla="*/ f172 1 f107"/>
                <a:gd name="f212" fmla="*/ f173 1 f108"/>
                <a:gd name="f213" fmla="*/ f174 1 f107"/>
                <a:gd name="f214" fmla="*/ f175 1 f108"/>
                <a:gd name="f215" fmla="*/ f176 1 f107"/>
                <a:gd name="f216" fmla="*/ f177 1 f108"/>
                <a:gd name="f217" fmla="*/ f178 f102 1"/>
                <a:gd name="f218" fmla="*/ f179 f102 1"/>
                <a:gd name="f219" fmla="*/ f181 f103 1"/>
                <a:gd name="f220" fmla="*/ f180 f103 1"/>
                <a:gd name="f221" fmla="*/ f183 f102 1"/>
                <a:gd name="f222" fmla="*/ f184 f103 1"/>
                <a:gd name="f223" fmla="*/ f185 f102 1"/>
                <a:gd name="f224" fmla="*/ f186 f103 1"/>
                <a:gd name="f225" fmla="*/ f187 f102 1"/>
                <a:gd name="f226" fmla="*/ f188 f103 1"/>
                <a:gd name="f227" fmla="*/ f189 f102 1"/>
                <a:gd name="f228" fmla="*/ f190 f103 1"/>
                <a:gd name="f229" fmla="*/ f191 f102 1"/>
                <a:gd name="f230" fmla="*/ f192 f103 1"/>
                <a:gd name="f231" fmla="*/ f193 f102 1"/>
                <a:gd name="f232" fmla="*/ f194 f103 1"/>
                <a:gd name="f233" fmla="*/ f195 f102 1"/>
                <a:gd name="f234" fmla="*/ f196 f103 1"/>
                <a:gd name="f235" fmla="*/ f197 f102 1"/>
                <a:gd name="f236" fmla="*/ f198 f103 1"/>
                <a:gd name="f237" fmla="*/ f199 f102 1"/>
                <a:gd name="f238" fmla="*/ f200 f103 1"/>
                <a:gd name="f239" fmla="*/ f201 f102 1"/>
                <a:gd name="f240" fmla="*/ f202 f103 1"/>
                <a:gd name="f241" fmla="*/ f203 f102 1"/>
                <a:gd name="f242" fmla="*/ f204 f103 1"/>
                <a:gd name="f243" fmla="*/ f205 f102 1"/>
                <a:gd name="f244" fmla="*/ f206 f103 1"/>
                <a:gd name="f245" fmla="*/ f207 f102 1"/>
                <a:gd name="f246" fmla="*/ f208 f103 1"/>
                <a:gd name="f247" fmla="*/ f209 f102 1"/>
                <a:gd name="f248" fmla="*/ f210 f103 1"/>
                <a:gd name="f249" fmla="*/ f211 f102 1"/>
                <a:gd name="f250" fmla="*/ f212 f103 1"/>
                <a:gd name="f251" fmla="*/ f213 f102 1"/>
                <a:gd name="f252" fmla="*/ f214 f103 1"/>
                <a:gd name="f253" fmla="*/ f215 f102 1"/>
                <a:gd name="f254" fmla="*/ f216 f103 1"/>
              </a:gdLst>
              <a:ahLst/>
              <a:cxnLst>
                <a:cxn ang="3cd4">
                  <a:pos x="hc" y="t"/>
                </a:cxn>
                <a:cxn ang="0">
                  <a:pos x="r" y="vc"/>
                </a:cxn>
                <a:cxn ang="cd4">
                  <a:pos x="hc" y="b"/>
                </a:cxn>
                <a:cxn ang="cd2">
                  <a:pos x="l" y="vc"/>
                </a:cxn>
                <a:cxn ang="f182">
                  <a:pos x="f221" y="f222"/>
                </a:cxn>
                <a:cxn ang="f182">
                  <a:pos x="f223" y="f224"/>
                </a:cxn>
                <a:cxn ang="f182">
                  <a:pos x="f225" y="f226"/>
                </a:cxn>
                <a:cxn ang="f182">
                  <a:pos x="f227" y="f228"/>
                </a:cxn>
                <a:cxn ang="f182">
                  <a:pos x="f229" y="f230"/>
                </a:cxn>
                <a:cxn ang="f182">
                  <a:pos x="f231" y="f232"/>
                </a:cxn>
                <a:cxn ang="f182">
                  <a:pos x="f233" y="f234"/>
                </a:cxn>
                <a:cxn ang="f182">
                  <a:pos x="f235" y="f236"/>
                </a:cxn>
                <a:cxn ang="f182">
                  <a:pos x="f237" y="f238"/>
                </a:cxn>
                <a:cxn ang="f182">
                  <a:pos x="f239" y="f240"/>
                </a:cxn>
                <a:cxn ang="f182">
                  <a:pos x="f241" y="f242"/>
                </a:cxn>
                <a:cxn ang="f182">
                  <a:pos x="f243" y="f244"/>
                </a:cxn>
                <a:cxn ang="f182">
                  <a:pos x="f245" y="f246"/>
                </a:cxn>
                <a:cxn ang="f182">
                  <a:pos x="f247" y="f248"/>
                </a:cxn>
                <a:cxn ang="f182">
                  <a:pos x="f249" y="f250"/>
                </a:cxn>
                <a:cxn ang="f182">
                  <a:pos x="f251" y="f252"/>
                </a:cxn>
                <a:cxn ang="f182">
                  <a:pos x="f253" y="f254"/>
                </a:cxn>
              </a:cxnLst>
              <a:rect l="f217" t="f220" r="f218" b="f219"/>
              <a:pathLst>
                <a:path w="2059193" h="3980116">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5"/>
                    <a:pt x="f100" y="f5"/>
                  </a:cubicBezTo>
                </a:path>
              </a:pathLst>
            </a:custGeom>
            <a:noFill/>
            <a:ln w="9528" cap="rnd">
              <a:solidFill>
                <a:srgbClr val="4D4EE6">
                  <a:alpha val="7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1" name="Freeform: Shape 15">
              <a:extLst>
                <a:ext uri="{FF2B5EF4-FFF2-40B4-BE49-F238E27FC236}">
                  <a16:creationId xmlns:a16="http://schemas.microsoft.com/office/drawing/2014/main" id="{F4095E3C-0E7A-49A0-882E-91F43B2DC6C4}"/>
                </a:ext>
              </a:extLst>
            </p:cNvPr>
            <p:cNvSpPr/>
            <p:nvPr/>
          </p:nvSpPr>
          <p:spPr>
            <a:xfrm>
              <a:off x="18827" y="543784"/>
              <a:ext cx="494288" cy="1905591"/>
            </a:xfrm>
            <a:custGeom>
              <a:avLst/>
              <a:gdLst>
                <a:gd name="f0" fmla="val 10800000"/>
                <a:gd name="f1" fmla="val 5400000"/>
                <a:gd name="f2" fmla="val 180"/>
                <a:gd name="f3" fmla="val w"/>
                <a:gd name="f4" fmla="val h"/>
                <a:gd name="f5" fmla="val 0"/>
                <a:gd name="f6" fmla="val 743796"/>
                <a:gd name="f7" fmla="val 2867501"/>
                <a:gd name="f8" fmla="val 11144"/>
                <a:gd name="f9" fmla="val 101060"/>
                <a:gd name="f10" fmla="val 2953"/>
                <a:gd name="f11" fmla="val 268796"/>
                <a:gd name="f12" fmla="val 25146"/>
                <a:gd name="f13" fmla="val 353663"/>
                <a:gd name="f14" fmla="val 55245"/>
                <a:gd name="f15" fmla="val 433483"/>
                <a:gd name="f16" fmla="val 83534"/>
                <a:gd name="f17" fmla="val 510635"/>
                <a:gd name="f18" fmla="val 120967"/>
                <a:gd name="f19" fmla="val 571405"/>
                <a:gd name="f20" fmla="val 179737"/>
                <a:gd name="f21" fmla="val 625412"/>
                <a:gd name="f22" fmla="val 231934"/>
                <a:gd name="f23" fmla="val 663607"/>
                <a:gd name="f24" fmla="val 297942"/>
                <a:gd name="f25" fmla="val 688658"/>
                <a:gd name="f26" fmla="val 368808"/>
                <a:gd name="f27" fmla="val 716375"/>
                <a:gd name="f28" fmla="val 447103"/>
                <a:gd name="f29" fmla="val 727996"/>
                <a:gd name="f30" fmla="val 529876"/>
                <a:gd name="f31" fmla="val 731711"/>
                <a:gd name="f32" fmla="val 612934"/>
                <a:gd name="f33" fmla="val 737426"/>
                <a:gd name="f34" fmla="val 740474"/>
                <a:gd name="f35" fmla="val 724948"/>
                <a:gd name="f36" fmla="val 867918"/>
                <a:gd name="f37" fmla="val 725233"/>
                <a:gd name="f38" fmla="val 995648"/>
                <a:gd name="f39" fmla="val 725710"/>
                <a:gd name="f40" fmla="val 1163765"/>
                <a:gd name="f41" fmla="val 748665"/>
                <a:gd name="f42" fmla="val 1331309"/>
                <a:gd name="f43" fmla="val 742855"/>
                <a:gd name="f44" fmla="val 1499330"/>
                <a:gd name="f45" fmla="val 739426"/>
                <a:gd name="f46" fmla="val 1598009"/>
                <a:gd name="f47" fmla="val 725996"/>
                <a:gd name="f48" fmla="val 1696022"/>
                <a:gd name="f49" fmla="val 707898"/>
                <a:gd name="f50" fmla="val 1793081"/>
                <a:gd name="f51" fmla="val 690086"/>
                <a:gd name="f52" fmla="val 1888426"/>
                <a:gd name="f53" fmla="val 666845"/>
                <a:gd name="f54" fmla="val 1982724"/>
                <a:gd name="f55" fmla="val 633222"/>
                <a:gd name="f56" fmla="val 2073592"/>
                <a:gd name="f57" fmla="val 579692"/>
                <a:gd name="f58" fmla="val 2218182"/>
                <a:gd name="f59" fmla="val 499682"/>
                <a:gd name="f60" fmla="val 2351056"/>
                <a:gd name="f61" fmla="val 404527"/>
                <a:gd name="f62" fmla="val 2472404"/>
                <a:gd name="f63" fmla="val 266033"/>
                <a:gd name="f64" fmla="val 2648902"/>
                <a:gd name="f65" fmla="val 179642"/>
                <a:gd name="f66" fmla="val 2732818"/>
                <a:gd name="f67" fmla="+- 0 0 -90"/>
                <a:gd name="f68" fmla="*/ f3 1 743796"/>
                <a:gd name="f69" fmla="*/ f4 1 2867501"/>
                <a:gd name="f70" fmla="+- f7 0 f5"/>
                <a:gd name="f71" fmla="+- f6 0 f5"/>
                <a:gd name="f72" fmla="*/ f67 f0 1"/>
                <a:gd name="f73" fmla="*/ f71 1 743796"/>
                <a:gd name="f74" fmla="*/ f70 1 2867501"/>
                <a:gd name="f75" fmla="*/ 11144 f71 1"/>
                <a:gd name="f76" fmla="*/ 0 f70 1"/>
                <a:gd name="f77" fmla="*/ 353663 f71 1"/>
                <a:gd name="f78" fmla="*/ 55245 f70 1"/>
                <a:gd name="f79" fmla="*/ 571405 f71 1"/>
                <a:gd name="f80" fmla="*/ 179737 f70 1"/>
                <a:gd name="f81" fmla="*/ 688658 f71 1"/>
                <a:gd name="f82" fmla="*/ 368808 f70 1"/>
                <a:gd name="f83" fmla="*/ 731711 f71 1"/>
                <a:gd name="f84" fmla="*/ 612934 f70 1"/>
                <a:gd name="f85" fmla="*/ 725233 f71 1"/>
                <a:gd name="f86" fmla="*/ 995648 f70 1"/>
                <a:gd name="f87" fmla="*/ 742855 f71 1"/>
                <a:gd name="f88" fmla="*/ 1499330 f70 1"/>
                <a:gd name="f89" fmla="*/ 707898 f71 1"/>
                <a:gd name="f90" fmla="*/ 1793081 f70 1"/>
                <a:gd name="f91" fmla="*/ 633222 f71 1"/>
                <a:gd name="f92" fmla="*/ 2073592 f70 1"/>
                <a:gd name="f93" fmla="*/ 404527 f71 1"/>
                <a:gd name="f94" fmla="*/ 2472404 f70 1"/>
                <a:gd name="f95" fmla="*/ 0 f71 1"/>
                <a:gd name="f96" fmla="*/ 2867501 f70 1"/>
                <a:gd name="f97" fmla="*/ f72 1 f2"/>
                <a:gd name="f98" fmla="*/ f75 1 743796"/>
                <a:gd name="f99" fmla="*/ f76 1 2867501"/>
                <a:gd name="f100" fmla="*/ f77 1 743796"/>
                <a:gd name="f101" fmla="*/ f78 1 2867501"/>
                <a:gd name="f102" fmla="*/ f79 1 743796"/>
                <a:gd name="f103" fmla="*/ f80 1 2867501"/>
                <a:gd name="f104" fmla="*/ f81 1 743796"/>
                <a:gd name="f105" fmla="*/ f82 1 2867501"/>
                <a:gd name="f106" fmla="*/ f83 1 743796"/>
                <a:gd name="f107" fmla="*/ f84 1 2867501"/>
                <a:gd name="f108" fmla="*/ f85 1 743796"/>
                <a:gd name="f109" fmla="*/ f86 1 2867501"/>
                <a:gd name="f110" fmla="*/ f87 1 743796"/>
                <a:gd name="f111" fmla="*/ f88 1 2867501"/>
                <a:gd name="f112" fmla="*/ f89 1 743796"/>
                <a:gd name="f113" fmla="*/ f90 1 2867501"/>
                <a:gd name="f114" fmla="*/ f91 1 743796"/>
                <a:gd name="f115" fmla="*/ f92 1 2867501"/>
                <a:gd name="f116" fmla="*/ f93 1 743796"/>
                <a:gd name="f117" fmla="*/ f94 1 2867501"/>
                <a:gd name="f118" fmla="*/ f95 1 743796"/>
                <a:gd name="f119" fmla="*/ f96 1 2867501"/>
                <a:gd name="f120" fmla="*/ f5 1 f73"/>
                <a:gd name="f121" fmla="*/ f6 1 f73"/>
                <a:gd name="f122" fmla="*/ f5 1 f74"/>
                <a:gd name="f123" fmla="*/ f7 1 f74"/>
                <a:gd name="f124" fmla="+- f97 0 f1"/>
                <a:gd name="f125" fmla="*/ f98 1 f73"/>
                <a:gd name="f126" fmla="*/ f99 1 f74"/>
                <a:gd name="f127" fmla="*/ f100 1 f73"/>
                <a:gd name="f128" fmla="*/ f101 1 f74"/>
                <a:gd name="f129" fmla="*/ f102 1 f73"/>
                <a:gd name="f130" fmla="*/ f103 1 f74"/>
                <a:gd name="f131" fmla="*/ f104 1 f73"/>
                <a:gd name="f132" fmla="*/ f105 1 f74"/>
                <a:gd name="f133" fmla="*/ f106 1 f73"/>
                <a:gd name="f134" fmla="*/ f107 1 f74"/>
                <a:gd name="f135" fmla="*/ f108 1 f73"/>
                <a:gd name="f136" fmla="*/ f109 1 f74"/>
                <a:gd name="f137" fmla="*/ f110 1 f73"/>
                <a:gd name="f138" fmla="*/ f111 1 f74"/>
                <a:gd name="f139" fmla="*/ f112 1 f73"/>
                <a:gd name="f140" fmla="*/ f113 1 f74"/>
                <a:gd name="f141" fmla="*/ f114 1 f73"/>
                <a:gd name="f142" fmla="*/ f115 1 f74"/>
                <a:gd name="f143" fmla="*/ f116 1 f73"/>
                <a:gd name="f144" fmla="*/ f117 1 f74"/>
                <a:gd name="f145" fmla="*/ f118 1 f73"/>
                <a:gd name="f146" fmla="*/ f119 1 f74"/>
                <a:gd name="f147" fmla="*/ f120 f68 1"/>
                <a:gd name="f148" fmla="*/ f121 f68 1"/>
                <a:gd name="f149" fmla="*/ f123 f69 1"/>
                <a:gd name="f150" fmla="*/ f122 f69 1"/>
                <a:gd name="f151" fmla="*/ f125 f68 1"/>
                <a:gd name="f152" fmla="*/ f126 f69 1"/>
                <a:gd name="f153" fmla="*/ f127 f68 1"/>
                <a:gd name="f154" fmla="*/ f128 f69 1"/>
                <a:gd name="f155" fmla="*/ f129 f68 1"/>
                <a:gd name="f156" fmla="*/ f130 f69 1"/>
                <a:gd name="f157" fmla="*/ f131 f68 1"/>
                <a:gd name="f158" fmla="*/ f132 f69 1"/>
                <a:gd name="f159" fmla="*/ f133 f68 1"/>
                <a:gd name="f160" fmla="*/ f134 f69 1"/>
                <a:gd name="f161" fmla="*/ f135 f68 1"/>
                <a:gd name="f162" fmla="*/ f136 f69 1"/>
                <a:gd name="f163" fmla="*/ f137 f68 1"/>
                <a:gd name="f164" fmla="*/ f138 f69 1"/>
                <a:gd name="f165" fmla="*/ f139 f68 1"/>
                <a:gd name="f166" fmla="*/ f140 f69 1"/>
                <a:gd name="f167" fmla="*/ f141 f68 1"/>
                <a:gd name="f168" fmla="*/ f142 f69 1"/>
                <a:gd name="f169" fmla="*/ f143 f68 1"/>
                <a:gd name="f170" fmla="*/ f144 f69 1"/>
                <a:gd name="f171" fmla="*/ f145 f68 1"/>
                <a:gd name="f172" fmla="*/ f146 f69 1"/>
              </a:gdLst>
              <a:ahLst/>
              <a:cxnLst>
                <a:cxn ang="3cd4">
                  <a:pos x="hc" y="t"/>
                </a:cxn>
                <a:cxn ang="0">
                  <a:pos x="r" y="vc"/>
                </a:cxn>
                <a:cxn ang="cd4">
                  <a:pos x="hc" y="b"/>
                </a:cxn>
                <a:cxn ang="cd2">
                  <a:pos x="l" y="vc"/>
                </a:cxn>
                <a:cxn ang="f124">
                  <a:pos x="f151" y="f152"/>
                </a:cxn>
                <a:cxn ang="f124">
                  <a:pos x="f153" y="f154"/>
                </a:cxn>
                <a:cxn ang="f124">
                  <a:pos x="f155" y="f156"/>
                </a:cxn>
                <a:cxn ang="f124">
                  <a:pos x="f157" y="f158"/>
                </a:cxn>
                <a:cxn ang="f124">
                  <a:pos x="f159" y="f160"/>
                </a:cxn>
                <a:cxn ang="f124">
                  <a:pos x="f161" y="f162"/>
                </a:cxn>
                <a:cxn ang="f124">
                  <a:pos x="f163" y="f164"/>
                </a:cxn>
                <a:cxn ang="f124">
                  <a:pos x="f165" y="f166"/>
                </a:cxn>
                <a:cxn ang="f124">
                  <a:pos x="f167" y="f168"/>
                </a:cxn>
                <a:cxn ang="f124">
                  <a:pos x="f169" y="f170"/>
                </a:cxn>
                <a:cxn ang="f124">
                  <a:pos x="f171" y="f172"/>
                </a:cxn>
              </a:cxnLst>
              <a:rect l="f147" t="f150" r="f148" b="f149"/>
              <a:pathLst>
                <a:path w="743796" h="2867501">
                  <a:moveTo>
                    <a:pt x="f8" y="f5"/>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cubicBezTo>
                    <a:pt x="f63" y="f64"/>
                    <a:pt x="f65" y="f66"/>
                    <a:pt x="f5" y="f7"/>
                  </a:cubicBezTo>
                </a:path>
              </a:pathLst>
            </a:custGeom>
            <a:noFill/>
            <a:ln w="9528" cap="rnd">
              <a:solidFill>
                <a:srgbClr val="4D4EE6">
                  <a:alpha val="7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2" name="Freeform: Shape 16">
              <a:extLst>
                <a:ext uri="{FF2B5EF4-FFF2-40B4-BE49-F238E27FC236}">
                  <a16:creationId xmlns:a16="http://schemas.microsoft.com/office/drawing/2014/main" id="{193A2656-223B-4465-B6C2-125880970215}"/>
                </a:ext>
              </a:extLst>
            </p:cNvPr>
            <p:cNvSpPr/>
            <p:nvPr/>
          </p:nvSpPr>
          <p:spPr>
            <a:xfrm>
              <a:off x="10844" y="672285"/>
              <a:ext cx="396931" cy="1690304"/>
            </a:xfrm>
            <a:custGeom>
              <a:avLst/>
              <a:gdLst>
                <a:gd name="f0" fmla="val 10800000"/>
                <a:gd name="f1" fmla="val 5400000"/>
                <a:gd name="f2" fmla="val 180"/>
                <a:gd name="f3" fmla="val w"/>
                <a:gd name="f4" fmla="val h"/>
                <a:gd name="f5" fmla="val 0"/>
                <a:gd name="f6" fmla="val 597294"/>
                <a:gd name="f7" fmla="val 2543540"/>
                <a:gd name="f8" fmla="val 16478"/>
                <a:gd name="f9" fmla="val 2079"/>
                <a:gd name="f10" fmla="val 101441"/>
                <a:gd name="f11" fmla="+- 0 0 6684"/>
                <a:gd name="f12" fmla="val 224885"/>
                <a:gd name="f13" fmla="val 12557"/>
                <a:gd name="f14" fmla="val 299847"/>
                <a:gd name="f15" fmla="val 53991"/>
                <a:gd name="f16" fmla="val 394240"/>
                <a:gd name="f17" fmla="val 106092"/>
                <a:gd name="f18" fmla="val 468440"/>
                <a:gd name="f19" fmla="val 189341"/>
                <a:gd name="f20" fmla="val 503206"/>
                <a:gd name="f21" fmla="val 291354"/>
                <a:gd name="f22" fmla="val 550069"/>
                <a:gd name="f23" fmla="val 429085"/>
                <a:gd name="f24" fmla="val 520827"/>
                <a:gd name="f25" fmla="val 577770"/>
                <a:gd name="f26" fmla="val 525113"/>
                <a:gd name="f27" fmla="val 724265"/>
                <a:gd name="f28" fmla="val 529019"/>
                <a:gd name="f29" fmla="val 856472"/>
                <a:gd name="f30" fmla="val 561118"/>
                <a:gd name="f31" fmla="val 986012"/>
                <a:gd name="f32" fmla="val 578930"/>
                <a:gd name="f33" fmla="val 1117267"/>
                <a:gd name="f34" fmla="val 595122"/>
                <a:gd name="f35" fmla="val 1236234"/>
                <a:gd name="f36" fmla="val 602742"/>
                <a:gd name="f37" fmla="val 1356630"/>
                <a:gd name="f38" fmla="val 592931"/>
                <a:gd name="f39" fmla="val 1476359"/>
                <a:gd name="f40" fmla="val 582073"/>
                <a:gd name="f41" fmla="val 1607709"/>
                <a:gd name="f42" fmla="val 549783"/>
                <a:gd name="f43" fmla="val 1736011"/>
                <a:gd name="f44" fmla="val 1859359"/>
                <a:gd name="f45" fmla="val 450628"/>
                <a:gd name="f46" fmla="val 1998710"/>
                <a:gd name="f47" fmla="val 383857"/>
                <a:gd name="f48" fmla="val 2133298"/>
                <a:gd name="f49" fmla="val 291846"/>
                <a:gd name="f50" fmla="val 2250361"/>
                <a:gd name="f51" fmla="val 231553"/>
                <a:gd name="f52" fmla="val 2327132"/>
                <a:gd name="f53" fmla="val 73819"/>
                <a:gd name="f54" fmla="val 2479532"/>
                <a:gd name="f55" fmla="+- 0 0 -90"/>
                <a:gd name="f56" fmla="*/ f3 1 597294"/>
                <a:gd name="f57" fmla="*/ f4 1 2543540"/>
                <a:gd name="f58" fmla="+- f7 0 f5"/>
                <a:gd name="f59" fmla="+- f6 0 f5"/>
                <a:gd name="f60" fmla="*/ f55 f0 1"/>
                <a:gd name="f61" fmla="*/ f59 1 597294"/>
                <a:gd name="f62" fmla="*/ f58 1 2543540"/>
                <a:gd name="f63" fmla="*/ 16478 f59 1"/>
                <a:gd name="f64" fmla="*/ 2079 f58 1"/>
                <a:gd name="f65" fmla="*/ 299847 f59 1"/>
                <a:gd name="f66" fmla="*/ 53991 f58 1"/>
                <a:gd name="f67" fmla="*/ 503206 f59 1"/>
                <a:gd name="f68" fmla="*/ 291354 f58 1"/>
                <a:gd name="f69" fmla="*/ 525113 f59 1"/>
                <a:gd name="f70" fmla="*/ 724265 f58 1"/>
                <a:gd name="f71" fmla="*/ 578930 f59 1"/>
                <a:gd name="f72" fmla="*/ 1117267 f58 1"/>
                <a:gd name="f73" fmla="*/ 592931 f59 1"/>
                <a:gd name="f74" fmla="*/ 1476359 f58 1"/>
                <a:gd name="f75" fmla="*/ 1859359 f58 1"/>
                <a:gd name="f76" fmla="*/ 291846 f59 1"/>
                <a:gd name="f77" fmla="*/ 2250361 f58 1"/>
                <a:gd name="f78" fmla="*/ 0 f59 1"/>
                <a:gd name="f79" fmla="*/ 2543540 f58 1"/>
                <a:gd name="f80" fmla="*/ f60 1 f2"/>
                <a:gd name="f81" fmla="*/ f63 1 597294"/>
                <a:gd name="f82" fmla="*/ f64 1 2543540"/>
                <a:gd name="f83" fmla="*/ f65 1 597294"/>
                <a:gd name="f84" fmla="*/ f66 1 2543540"/>
                <a:gd name="f85" fmla="*/ f67 1 597294"/>
                <a:gd name="f86" fmla="*/ f68 1 2543540"/>
                <a:gd name="f87" fmla="*/ f69 1 597294"/>
                <a:gd name="f88" fmla="*/ f70 1 2543540"/>
                <a:gd name="f89" fmla="*/ f71 1 597294"/>
                <a:gd name="f90" fmla="*/ f72 1 2543540"/>
                <a:gd name="f91" fmla="*/ f73 1 597294"/>
                <a:gd name="f92" fmla="*/ f74 1 2543540"/>
                <a:gd name="f93" fmla="*/ f75 1 2543540"/>
                <a:gd name="f94" fmla="*/ f76 1 597294"/>
                <a:gd name="f95" fmla="*/ f77 1 2543540"/>
                <a:gd name="f96" fmla="*/ f78 1 597294"/>
                <a:gd name="f97" fmla="*/ f79 1 2543540"/>
                <a:gd name="f98" fmla="*/ f5 1 f61"/>
                <a:gd name="f99" fmla="*/ f6 1 f61"/>
                <a:gd name="f100" fmla="*/ f5 1 f62"/>
                <a:gd name="f101" fmla="*/ f7 1 f62"/>
                <a:gd name="f102" fmla="+- f80 0 f1"/>
                <a:gd name="f103" fmla="*/ f81 1 f61"/>
                <a:gd name="f104" fmla="*/ f82 1 f62"/>
                <a:gd name="f105" fmla="*/ f83 1 f61"/>
                <a:gd name="f106" fmla="*/ f84 1 f62"/>
                <a:gd name="f107" fmla="*/ f85 1 f61"/>
                <a:gd name="f108" fmla="*/ f86 1 f62"/>
                <a:gd name="f109" fmla="*/ f87 1 f61"/>
                <a:gd name="f110" fmla="*/ f88 1 f62"/>
                <a:gd name="f111" fmla="*/ f89 1 f61"/>
                <a:gd name="f112" fmla="*/ f90 1 f62"/>
                <a:gd name="f113" fmla="*/ f91 1 f61"/>
                <a:gd name="f114" fmla="*/ f92 1 f62"/>
                <a:gd name="f115" fmla="*/ f93 1 f62"/>
                <a:gd name="f116" fmla="*/ f94 1 f61"/>
                <a:gd name="f117" fmla="*/ f95 1 f62"/>
                <a:gd name="f118" fmla="*/ f96 1 f61"/>
                <a:gd name="f119" fmla="*/ f97 1 f62"/>
                <a:gd name="f120" fmla="*/ f98 f56 1"/>
                <a:gd name="f121" fmla="*/ f99 f56 1"/>
                <a:gd name="f122" fmla="*/ f101 f57 1"/>
                <a:gd name="f123" fmla="*/ f100 f57 1"/>
                <a:gd name="f124" fmla="*/ f103 f56 1"/>
                <a:gd name="f125" fmla="*/ f104 f57 1"/>
                <a:gd name="f126" fmla="*/ f105 f56 1"/>
                <a:gd name="f127" fmla="*/ f106 f57 1"/>
                <a:gd name="f128" fmla="*/ f107 f56 1"/>
                <a:gd name="f129" fmla="*/ f108 f57 1"/>
                <a:gd name="f130" fmla="*/ f109 f56 1"/>
                <a:gd name="f131" fmla="*/ f110 f57 1"/>
                <a:gd name="f132" fmla="*/ f111 f56 1"/>
                <a:gd name="f133" fmla="*/ f112 f57 1"/>
                <a:gd name="f134" fmla="*/ f113 f56 1"/>
                <a:gd name="f135" fmla="*/ f114 f57 1"/>
                <a:gd name="f136" fmla="*/ f115 f57 1"/>
                <a:gd name="f137" fmla="*/ f116 f56 1"/>
                <a:gd name="f138" fmla="*/ f117 f57 1"/>
                <a:gd name="f139" fmla="*/ f118 f56 1"/>
                <a:gd name="f140" fmla="*/ f119 f57 1"/>
              </a:gdLst>
              <a:ahLst/>
              <a:cxnLst>
                <a:cxn ang="3cd4">
                  <a:pos x="hc" y="t"/>
                </a:cxn>
                <a:cxn ang="0">
                  <a:pos x="r" y="vc"/>
                </a:cxn>
                <a:cxn ang="cd4">
                  <a:pos x="hc" y="b"/>
                </a:cxn>
                <a:cxn ang="cd2">
                  <a:pos x="l" y="vc"/>
                </a:cxn>
                <a:cxn ang="f102">
                  <a:pos x="f124" y="f125"/>
                </a:cxn>
                <a:cxn ang="f102">
                  <a:pos x="f126" y="f127"/>
                </a:cxn>
                <a:cxn ang="f102">
                  <a:pos x="f128" y="f129"/>
                </a:cxn>
                <a:cxn ang="f102">
                  <a:pos x="f130" y="f131"/>
                </a:cxn>
                <a:cxn ang="f102">
                  <a:pos x="f132" y="f133"/>
                </a:cxn>
                <a:cxn ang="f102">
                  <a:pos x="f134" y="f135"/>
                </a:cxn>
                <a:cxn ang="f102">
                  <a:pos x="f128" y="f136"/>
                </a:cxn>
                <a:cxn ang="f102">
                  <a:pos x="f137" y="f138"/>
                </a:cxn>
                <a:cxn ang="f102">
                  <a:pos x="f139" y="f140"/>
                </a:cxn>
              </a:cxnLst>
              <a:rect l="f120" t="f123" r="f121" b="f122"/>
              <a:pathLst>
                <a:path w="597294" h="2543540">
                  <a:moveTo>
                    <a:pt x="f8" y="f9"/>
                  </a:moveTo>
                  <a:cubicBezTo>
                    <a:pt x="f10" y="f11"/>
                    <a:pt x="f12" y="f13"/>
                    <a:pt x="f14" y="f15"/>
                  </a:cubicBezTo>
                  <a:cubicBezTo>
                    <a:pt x="f16" y="f17"/>
                    <a:pt x="f18" y="f19"/>
                    <a:pt x="f20" y="f21"/>
                  </a:cubicBezTo>
                  <a:cubicBezTo>
                    <a:pt x="f22" y="f23"/>
                    <a:pt x="f24" y="f25"/>
                    <a:pt x="f26" y="f27"/>
                  </a:cubicBezTo>
                  <a:cubicBezTo>
                    <a:pt x="f28" y="f29"/>
                    <a:pt x="f30" y="f31"/>
                    <a:pt x="f32" y="f33"/>
                  </a:cubicBezTo>
                  <a:cubicBezTo>
                    <a:pt x="f34" y="f35"/>
                    <a:pt x="f36" y="f37"/>
                    <a:pt x="f38" y="f39"/>
                  </a:cubicBezTo>
                  <a:cubicBezTo>
                    <a:pt x="f40" y="f41"/>
                    <a:pt x="f42" y="f43"/>
                    <a:pt x="f20" y="f44"/>
                  </a:cubicBezTo>
                  <a:cubicBezTo>
                    <a:pt x="f45" y="f46"/>
                    <a:pt x="f47" y="f48"/>
                    <a:pt x="f49" y="f50"/>
                  </a:cubicBezTo>
                  <a:cubicBezTo>
                    <a:pt x="f51" y="f52"/>
                    <a:pt x="f53" y="f54"/>
                    <a:pt x="f5" y="f7"/>
                  </a:cubicBezTo>
                </a:path>
              </a:pathLst>
            </a:custGeom>
            <a:noFill/>
            <a:ln w="9528" cap="rnd">
              <a:solidFill>
                <a:srgbClr val="4D4EE6">
                  <a:alpha val="7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3" name="Freeform: Shape 17">
              <a:extLst>
                <a:ext uri="{FF2B5EF4-FFF2-40B4-BE49-F238E27FC236}">
                  <a16:creationId xmlns:a16="http://schemas.microsoft.com/office/drawing/2014/main" id="{B7C8BAEA-8FB9-4E74-A820-ACC0F11F160A}"/>
                </a:ext>
              </a:extLst>
            </p:cNvPr>
            <p:cNvSpPr/>
            <p:nvPr/>
          </p:nvSpPr>
          <p:spPr>
            <a:xfrm>
              <a:off x="23006" y="881262"/>
              <a:ext cx="258793" cy="1336560"/>
            </a:xfrm>
            <a:custGeom>
              <a:avLst/>
              <a:gdLst>
                <a:gd name="f0" fmla="val 10800000"/>
                <a:gd name="f1" fmla="val 5400000"/>
                <a:gd name="f2" fmla="val 180"/>
                <a:gd name="f3" fmla="val w"/>
                <a:gd name="f4" fmla="val h"/>
                <a:gd name="f5" fmla="val 0"/>
                <a:gd name="f6" fmla="val 389425"/>
                <a:gd name="f7" fmla="val 2011236"/>
                <a:gd name="f8" fmla="val 33"/>
                <a:gd name="f9" fmla="val 57912"/>
                <a:gd name="f10" fmla="+- 0 0 824"/>
                <a:gd name="f11" fmla="val 136112"/>
                <a:gd name="f12" fmla="val 14892"/>
                <a:gd name="f13" fmla="val 171260"/>
                <a:gd name="f14" fmla="val 60326"/>
                <a:gd name="f15" fmla="val 205645"/>
                <a:gd name="f16" fmla="val 104903"/>
                <a:gd name="f17" fmla="val 207740"/>
                <a:gd name="f18" fmla="val 164244"/>
                <a:gd name="f19" fmla="val 211455"/>
                <a:gd name="f20" fmla="val 221204"/>
                <a:gd name="f21" fmla="val 216408"/>
                <a:gd name="f22" fmla="val 297594"/>
                <a:gd name="f23" fmla="val 225838"/>
                <a:gd name="f24" fmla="val 373604"/>
                <a:gd name="f25" fmla="val 243078"/>
                <a:gd name="f26" fmla="val 448089"/>
                <a:gd name="f27" fmla="val 269939"/>
                <a:gd name="f28" fmla="val 564199"/>
                <a:gd name="f29" fmla="val 319183"/>
                <a:gd name="f30" fmla="val 673927"/>
                <a:gd name="f31" fmla="val 346424"/>
                <a:gd name="f32" fmla="val 789941"/>
                <a:gd name="f33" fmla="val 358235"/>
                <a:gd name="f34" fmla="val 840043"/>
                <a:gd name="f35" fmla="val 365951"/>
                <a:gd name="f36" fmla="val 891097"/>
                <a:gd name="f37" fmla="val 372237"/>
                <a:gd name="f38" fmla="val 942151"/>
                <a:gd name="f39" fmla="val 385858"/>
                <a:gd name="f40" fmla="val 1051784"/>
                <a:gd name="f41" fmla="val 394049"/>
                <a:gd name="f42" fmla="val 1162274"/>
                <a:gd name="f43" fmla="val 386620"/>
                <a:gd name="f44" fmla="val 1272478"/>
                <a:gd name="f45" fmla="val 377476"/>
                <a:gd name="f46" fmla="val 1407828"/>
                <a:gd name="f47" fmla="val 344996"/>
                <a:gd name="f48" fmla="val 1541178"/>
                <a:gd name="f49" fmla="val 280416"/>
                <a:gd name="f50" fmla="val 1660241"/>
                <a:gd name="f51" fmla="val 244602"/>
                <a:gd name="f52" fmla="val 1726249"/>
                <a:gd name="f53" fmla="val 199358"/>
                <a:gd name="f54" fmla="val 1786352"/>
                <a:gd name="f55" fmla="val 151257"/>
                <a:gd name="f56" fmla="val 1844073"/>
                <a:gd name="f57" fmla="val 79534"/>
                <a:gd name="f58" fmla="val 1930084"/>
                <a:gd name="f59" fmla="val 89345"/>
                <a:gd name="f60" fmla="val 1941419"/>
                <a:gd name="f61" fmla="val 1905"/>
                <a:gd name="f62" fmla="val 2011237"/>
                <a:gd name="f63" fmla="+- 0 0 -90"/>
                <a:gd name="f64" fmla="*/ f3 1 389425"/>
                <a:gd name="f65" fmla="*/ f4 1 2011236"/>
                <a:gd name="f66" fmla="+- f7 0 f5"/>
                <a:gd name="f67" fmla="+- f6 0 f5"/>
                <a:gd name="f68" fmla="*/ f63 f0 1"/>
                <a:gd name="f69" fmla="*/ f67 1 389425"/>
                <a:gd name="f70" fmla="*/ f66 1 2011236"/>
                <a:gd name="f71" fmla="*/ 0 f67 1"/>
                <a:gd name="f72" fmla="*/ 33 f66 1"/>
                <a:gd name="f73" fmla="*/ 171260 f67 1"/>
                <a:gd name="f74" fmla="*/ 60326 f66 1"/>
                <a:gd name="f75" fmla="*/ 211455 f67 1"/>
                <a:gd name="f76" fmla="*/ 221204 f66 1"/>
                <a:gd name="f77" fmla="*/ 243078 f67 1"/>
                <a:gd name="f78" fmla="*/ 448089 f66 1"/>
                <a:gd name="f79" fmla="*/ 346424 f67 1"/>
                <a:gd name="f80" fmla="*/ 789941 f66 1"/>
                <a:gd name="f81" fmla="*/ 372237 f67 1"/>
                <a:gd name="f82" fmla="*/ 942151 f66 1"/>
                <a:gd name="f83" fmla="*/ 386620 f67 1"/>
                <a:gd name="f84" fmla="*/ 1272478 f66 1"/>
                <a:gd name="f85" fmla="*/ 280416 f67 1"/>
                <a:gd name="f86" fmla="*/ 1660241 f66 1"/>
                <a:gd name="f87" fmla="*/ 151257 f67 1"/>
                <a:gd name="f88" fmla="*/ 1844073 f66 1"/>
                <a:gd name="f89" fmla="*/ 1905 f67 1"/>
                <a:gd name="f90" fmla="*/ 2011237 f66 1"/>
                <a:gd name="f91" fmla="*/ f68 1 f2"/>
                <a:gd name="f92" fmla="*/ f71 1 389425"/>
                <a:gd name="f93" fmla="*/ f72 1 2011236"/>
                <a:gd name="f94" fmla="*/ f73 1 389425"/>
                <a:gd name="f95" fmla="*/ f74 1 2011236"/>
                <a:gd name="f96" fmla="*/ f75 1 389425"/>
                <a:gd name="f97" fmla="*/ f76 1 2011236"/>
                <a:gd name="f98" fmla="*/ f77 1 389425"/>
                <a:gd name="f99" fmla="*/ f78 1 2011236"/>
                <a:gd name="f100" fmla="*/ f79 1 389425"/>
                <a:gd name="f101" fmla="*/ f80 1 2011236"/>
                <a:gd name="f102" fmla="*/ f81 1 389425"/>
                <a:gd name="f103" fmla="*/ f82 1 2011236"/>
                <a:gd name="f104" fmla="*/ f83 1 389425"/>
                <a:gd name="f105" fmla="*/ f84 1 2011236"/>
                <a:gd name="f106" fmla="*/ f85 1 389425"/>
                <a:gd name="f107" fmla="*/ f86 1 2011236"/>
                <a:gd name="f108" fmla="*/ f87 1 389425"/>
                <a:gd name="f109" fmla="*/ f88 1 2011236"/>
                <a:gd name="f110" fmla="*/ f89 1 389425"/>
                <a:gd name="f111" fmla="*/ f90 1 2011236"/>
                <a:gd name="f112" fmla="*/ f5 1 f69"/>
                <a:gd name="f113" fmla="*/ f6 1 f69"/>
                <a:gd name="f114" fmla="*/ f5 1 f70"/>
                <a:gd name="f115" fmla="*/ f7 1 f70"/>
                <a:gd name="f116" fmla="+- f91 0 f1"/>
                <a:gd name="f117" fmla="*/ f92 1 f69"/>
                <a:gd name="f118" fmla="*/ f93 1 f70"/>
                <a:gd name="f119" fmla="*/ f94 1 f69"/>
                <a:gd name="f120" fmla="*/ f95 1 f70"/>
                <a:gd name="f121" fmla="*/ f96 1 f69"/>
                <a:gd name="f122" fmla="*/ f97 1 f70"/>
                <a:gd name="f123" fmla="*/ f98 1 f69"/>
                <a:gd name="f124" fmla="*/ f99 1 f70"/>
                <a:gd name="f125" fmla="*/ f100 1 f69"/>
                <a:gd name="f126" fmla="*/ f101 1 f70"/>
                <a:gd name="f127" fmla="*/ f102 1 f69"/>
                <a:gd name="f128" fmla="*/ f103 1 f70"/>
                <a:gd name="f129" fmla="*/ f104 1 f69"/>
                <a:gd name="f130" fmla="*/ f105 1 f70"/>
                <a:gd name="f131" fmla="*/ f106 1 f69"/>
                <a:gd name="f132" fmla="*/ f107 1 f70"/>
                <a:gd name="f133" fmla="*/ f108 1 f69"/>
                <a:gd name="f134" fmla="*/ f109 1 f70"/>
                <a:gd name="f135" fmla="*/ f110 1 f69"/>
                <a:gd name="f136" fmla="*/ f111 1 f70"/>
                <a:gd name="f137" fmla="*/ f112 f64 1"/>
                <a:gd name="f138" fmla="*/ f113 f64 1"/>
                <a:gd name="f139" fmla="*/ f115 f65 1"/>
                <a:gd name="f140" fmla="*/ f114 f65 1"/>
                <a:gd name="f141" fmla="*/ f117 f64 1"/>
                <a:gd name="f142" fmla="*/ f118 f65 1"/>
                <a:gd name="f143" fmla="*/ f119 f64 1"/>
                <a:gd name="f144" fmla="*/ f120 f65 1"/>
                <a:gd name="f145" fmla="*/ f121 f64 1"/>
                <a:gd name="f146" fmla="*/ f122 f65 1"/>
                <a:gd name="f147" fmla="*/ f123 f64 1"/>
                <a:gd name="f148" fmla="*/ f124 f65 1"/>
                <a:gd name="f149" fmla="*/ f125 f64 1"/>
                <a:gd name="f150" fmla="*/ f126 f65 1"/>
                <a:gd name="f151" fmla="*/ f127 f64 1"/>
                <a:gd name="f152" fmla="*/ f128 f65 1"/>
                <a:gd name="f153" fmla="*/ f129 f64 1"/>
                <a:gd name="f154" fmla="*/ f130 f65 1"/>
                <a:gd name="f155" fmla="*/ f131 f64 1"/>
                <a:gd name="f156" fmla="*/ f132 f65 1"/>
                <a:gd name="f157" fmla="*/ f133 f64 1"/>
                <a:gd name="f158" fmla="*/ f134 f65 1"/>
                <a:gd name="f159" fmla="*/ f135 f64 1"/>
                <a:gd name="f160" fmla="*/ f136 f65 1"/>
              </a:gdLst>
              <a:ahLst/>
              <a:cxnLst>
                <a:cxn ang="3cd4">
                  <a:pos x="hc" y="t"/>
                </a:cxn>
                <a:cxn ang="0">
                  <a:pos x="r" y="vc"/>
                </a:cxn>
                <a:cxn ang="cd4">
                  <a:pos x="hc" y="b"/>
                </a:cxn>
                <a:cxn ang="cd2">
                  <a:pos x="l" y="vc"/>
                </a:cxn>
                <a:cxn ang="f116">
                  <a:pos x="f141" y="f142"/>
                </a:cxn>
                <a:cxn ang="f116">
                  <a:pos x="f143" y="f144"/>
                </a:cxn>
                <a:cxn ang="f116">
                  <a:pos x="f145" y="f146"/>
                </a:cxn>
                <a:cxn ang="f116">
                  <a:pos x="f147" y="f148"/>
                </a:cxn>
                <a:cxn ang="f116">
                  <a:pos x="f149" y="f150"/>
                </a:cxn>
                <a:cxn ang="f116">
                  <a:pos x="f151" y="f152"/>
                </a:cxn>
                <a:cxn ang="f116">
                  <a:pos x="f153" y="f154"/>
                </a:cxn>
                <a:cxn ang="f116">
                  <a:pos x="f155" y="f156"/>
                </a:cxn>
                <a:cxn ang="f116">
                  <a:pos x="f157" y="f158"/>
                </a:cxn>
                <a:cxn ang="f116">
                  <a:pos x="f159" y="f160"/>
                </a:cxn>
              </a:cxnLst>
              <a:rect l="f137" t="f140" r="f138" b="f139"/>
              <a:pathLst>
                <a:path w="389425" h="2011236">
                  <a:moveTo>
                    <a:pt x="f5" y="f8"/>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path>
              </a:pathLst>
            </a:custGeom>
            <a:noFill/>
            <a:ln w="9528" cap="rnd">
              <a:solidFill>
                <a:srgbClr val="4D4EE6">
                  <a:alpha val="7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grpSp>
        <p:nvGrpSpPr>
          <p:cNvPr id="14" name="Graphic 157">
            <a:extLst>
              <a:ext uri="{FF2B5EF4-FFF2-40B4-BE49-F238E27FC236}">
                <a16:creationId xmlns:a16="http://schemas.microsoft.com/office/drawing/2014/main" id="{4233EC4F-12ED-4826-972B-F6EA43B25AE3}"/>
              </a:ext>
            </a:extLst>
          </p:cNvPr>
          <p:cNvGrpSpPr/>
          <p:nvPr/>
        </p:nvGrpSpPr>
        <p:grpSpPr>
          <a:xfrm>
            <a:off x="8610603" y="3276596"/>
            <a:ext cx="3529254" cy="3581403"/>
            <a:chOff x="8610603" y="3276596"/>
            <a:chExt cx="3529254" cy="3581403"/>
          </a:xfrm>
        </p:grpSpPr>
        <p:sp>
          <p:nvSpPr>
            <p:cNvPr id="15" name="Freeform: Shape 19">
              <a:extLst>
                <a:ext uri="{FF2B5EF4-FFF2-40B4-BE49-F238E27FC236}">
                  <a16:creationId xmlns:a16="http://schemas.microsoft.com/office/drawing/2014/main" id="{D4BC7F85-EEFE-495F-AB14-85E84181788A}"/>
                </a:ext>
              </a:extLst>
            </p:cNvPr>
            <p:cNvSpPr/>
            <p:nvPr/>
          </p:nvSpPr>
          <p:spPr>
            <a:xfrm>
              <a:off x="8610603" y="3276596"/>
              <a:ext cx="3516197" cy="3565401"/>
            </a:xfrm>
            <a:custGeom>
              <a:avLst/>
              <a:gdLst>
                <a:gd name="f0" fmla="val 10800000"/>
                <a:gd name="f1" fmla="val 5400000"/>
                <a:gd name="f2" fmla="val 180"/>
                <a:gd name="f3" fmla="val w"/>
                <a:gd name="f4" fmla="val h"/>
                <a:gd name="f5" fmla="val 0"/>
                <a:gd name="f6" fmla="val 3946874"/>
                <a:gd name="f7" fmla="val 3989641"/>
                <a:gd name="f8" fmla="val 19050"/>
                <a:gd name="f9" fmla="val 3957257"/>
                <a:gd name="f10" fmla="val 50959"/>
                <a:gd name="f11" fmla="val 3916013"/>
                <a:gd name="f12" fmla="val 79439"/>
                <a:gd name="f13" fmla="val 3891153"/>
                <a:gd name="f14" fmla="val 165544"/>
                <a:gd name="f15" fmla="val 3815906"/>
                <a:gd name="f16" fmla="val 227933"/>
                <a:gd name="f17" fmla="val 3717989"/>
                <a:gd name="f18" fmla="val 297371"/>
                <a:gd name="f19" fmla="val 3626930"/>
                <a:gd name="f20" fmla="val 346615"/>
                <a:gd name="f21" fmla="val 3562255"/>
                <a:gd name="f22" fmla="val 398050"/>
                <a:gd name="f23" fmla="val 3499009"/>
                <a:gd name="f24" fmla="val 454343"/>
                <a:gd name="f25" fmla="val 3440335"/>
                <a:gd name="f26" fmla="val 506349"/>
                <a:gd name="f27" fmla="val 3386042"/>
                <a:gd name="f28" fmla="val 562642"/>
                <a:gd name="f29" fmla="val 3336227"/>
                <a:gd name="f30" fmla="val 622363"/>
                <a:gd name="f31" fmla="val 3290697"/>
                <a:gd name="f32" fmla="val 719519"/>
                <a:gd name="f33" fmla="val 3216688"/>
                <a:gd name="f34" fmla="val 824960"/>
                <a:gd name="f35" fmla="val 3154585"/>
                <a:gd name="f36" fmla="val 927068"/>
                <a:gd name="f37" fmla="val 3087434"/>
                <a:gd name="f38" fmla="val 1011365"/>
                <a:gd name="f39" fmla="val 3031998"/>
                <a:gd name="f40" fmla="val 1093565"/>
                <a:gd name="f41" fmla="val 2973324"/>
                <a:gd name="f42" fmla="val 1176338"/>
                <a:gd name="f43" fmla="val 2915603"/>
                <a:gd name="f44" fmla="val 1246537"/>
                <a:gd name="f45" fmla="val 2866644"/>
                <a:gd name="f46" fmla="val 1317308"/>
                <a:gd name="f47" fmla="val 2818066"/>
                <a:gd name="f48" fmla="val 1394270"/>
                <a:gd name="f49" fmla="val 2780729"/>
                <a:gd name="f50" fmla="val 1459421"/>
                <a:gd name="f51" fmla="val 2749106"/>
                <a:gd name="f52" fmla="val 1528763"/>
                <a:gd name="f53" fmla="val 2724436"/>
                <a:gd name="f54" fmla="val 1601057"/>
                <a:gd name="f55" fmla="val 2723483"/>
                <a:gd name="f56" fmla="val 1653350"/>
                <a:gd name="f57" fmla="val 2722721"/>
                <a:gd name="f58" fmla="val 1704785"/>
                <a:gd name="f59" fmla="val 2733485"/>
                <a:gd name="f60" fmla="val 1756220"/>
                <a:gd name="f61" fmla="val 2743772"/>
                <a:gd name="f62" fmla="val 1800320"/>
                <a:gd name="f63" fmla="val 2752630"/>
                <a:gd name="f64" fmla="val 1844612"/>
                <a:gd name="f65" fmla="val 2760250"/>
                <a:gd name="f66" fmla="val 1889189"/>
                <a:gd name="f67" fmla="val 2765965"/>
                <a:gd name="f68" fmla="val 1928622"/>
                <a:gd name="f69" fmla="val 2771013"/>
                <a:gd name="f70" fmla="val 1968437"/>
                <a:gd name="f71" fmla="val 2773299"/>
                <a:gd name="f72" fmla="val 2007394"/>
                <a:gd name="f73" fmla="val 2073878"/>
                <a:gd name="f74" fmla="val 2753487"/>
                <a:gd name="f75" fmla="val 2130647"/>
                <a:gd name="f76" fmla="val 2712911"/>
                <a:gd name="f77" fmla="val 2184654"/>
                <a:gd name="f78" fmla="val 2671763"/>
                <a:gd name="f79" fmla="val 2245900"/>
                <a:gd name="f80" fmla="val 2625090"/>
                <a:gd name="f81" fmla="val 2304002"/>
                <a:gd name="f82" fmla="val 2573465"/>
                <a:gd name="f83" fmla="val 2372773"/>
                <a:gd name="f84" fmla="val 2538984"/>
                <a:gd name="f85" fmla="val 2394395"/>
                <a:gd name="f86" fmla="val 2528126"/>
                <a:gd name="f87" fmla="val 2416874"/>
                <a:gd name="f88" fmla="val 2518982"/>
                <a:gd name="f89" fmla="val 2439543"/>
                <a:gd name="f90" fmla="val 2510504"/>
                <a:gd name="f91" fmla="val 2509552"/>
                <a:gd name="f92" fmla="val 2484215"/>
                <a:gd name="f93" fmla="val 2580037"/>
                <a:gd name="f94" fmla="val 2459450"/>
                <a:gd name="f95" fmla="val 2650617"/>
                <a:gd name="f96" fmla="val 2434781"/>
                <a:gd name="f97" fmla="val 2695956"/>
                <a:gd name="f98" fmla="val 2418874"/>
                <a:gd name="f99" fmla="val 2741295"/>
                <a:gd name="f100" fmla="val 2402872"/>
                <a:gd name="f101" fmla="val 2785110"/>
                <a:gd name="f102" fmla="val 2383060"/>
                <a:gd name="f103" fmla="val 2824448"/>
                <a:gd name="f104" fmla="val 2365248"/>
                <a:gd name="f105" fmla="val 2862358"/>
                <a:gd name="f106" fmla="val 2344198"/>
                <a:gd name="f107" fmla="val 2897315"/>
                <a:gd name="f108" fmla="val 2318861"/>
                <a:gd name="f109" fmla="val 2934367"/>
                <a:gd name="f110" fmla="val 2292096"/>
                <a:gd name="f111" fmla="val 2968085"/>
                <a:gd name="f112" fmla="val 2260854"/>
                <a:gd name="f113" fmla="val 2997994"/>
                <a:gd name="f114" fmla="val 2226183"/>
                <a:gd name="f115" fmla="val 3020949"/>
                <a:gd name="f116" fmla="val 2199513"/>
                <a:gd name="f117" fmla="val 3041714"/>
                <a:gd name="f118" fmla="val 2170938"/>
                <a:gd name="f119" fmla="val 3061240"/>
                <a:gd name="f120" fmla="val 2141506"/>
                <a:gd name="f121" fmla="val 3091529"/>
                <a:gd name="f122" fmla="val 2095976"/>
                <a:gd name="f123" fmla="val 3119533"/>
                <a:gd name="f124" fmla="val 2049018"/>
                <a:gd name="f125" fmla="val 3152108"/>
                <a:gd name="f126" fmla="val 2005203"/>
                <a:gd name="f127" fmla="val 3188113"/>
                <a:gd name="f128" fmla="val 1956626"/>
                <a:gd name="f129" fmla="val 3229261"/>
                <a:gd name="f130" fmla="val 1912144"/>
                <a:gd name="f131" fmla="val 3274124"/>
                <a:gd name="f132" fmla="val 1871567"/>
                <a:gd name="f133" fmla="val 3311747"/>
                <a:gd name="f134" fmla="val 1837563"/>
                <a:gd name="f135" fmla="val 3351848"/>
                <a:gd name="f136" fmla="val 1806321"/>
                <a:gd name="f137" fmla="val 3388138"/>
                <a:gd name="f138" fmla="val 1770888"/>
                <a:gd name="f139" fmla="val 3416999"/>
                <a:gd name="f140" fmla="val 1742694"/>
                <a:gd name="f141" fmla="val 3443002"/>
                <a:gd name="f142" fmla="val 1711833"/>
                <a:gd name="f143" fmla="val 3466529"/>
                <a:gd name="f144" fmla="val 1679162"/>
                <a:gd name="f145" fmla="val 3495008"/>
                <a:gd name="f146" fmla="val 1639348"/>
                <a:gd name="f147" fmla="val 3519392"/>
                <a:gd name="f148" fmla="val 1596771"/>
                <a:gd name="f149" fmla="val 3538633"/>
                <a:gd name="f150" fmla="val 1551718"/>
                <a:gd name="f151" fmla="val 3562731"/>
                <a:gd name="f152" fmla="val 1495616"/>
                <a:gd name="f153" fmla="val 3578924"/>
                <a:gd name="f154" fmla="val 1436465"/>
                <a:gd name="f155" fmla="val 3588544"/>
                <a:gd name="f156" fmla="val 1376172"/>
                <a:gd name="f157" fmla="val 3592925"/>
                <a:gd name="f158" fmla="val 1348740"/>
                <a:gd name="f159" fmla="val 3595688"/>
                <a:gd name="f160" fmla="val 1321022"/>
                <a:gd name="f161" fmla="val 3597402"/>
                <a:gd name="f162" fmla="val 1293305"/>
                <a:gd name="f163" fmla="val 3605974"/>
                <a:gd name="f164" fmla="val 1155859"/>
                <a:gd name="f165" fmla="val 3717703"/>
                <a:gd name="f166" fmla="val 1018127"/>
                <a:gd name="f167" fmla="val 3721227"/>
                <a:gd name="f168" fmla="val 880491"/>
                <a:gd name="f169" fmla="val 3724751"/>
                <a:gd name="f170" fmla="val 740855"/>
                <a:gd name="f171" fmla="val 3743135"/>
                <a:gd name="f172" fmla="val 602171"/>
                <a:gd name="f173" fmla="val 3761137"/>
                <a:gd name="f174" fmla="val 463677"/>
                <a:gd name="f175" fmla="val 3776186"/>
                <a:gd name="f176" fmla="val 347758"/>
                <a:gd name="f177" fmla="val 3934968"/>
                <a:gd name="f178" fmla="val 116205"/>
                <a:gd name="f179" fmla="+- 0 0 -90"/>
                <a:gd name="f180" fmla="*/ f3 1 3946874"/>
                <a:gd name="f181" fmla="*/ f4 1 3989641"/>
                <a:gd name="f182" fmla="+- f7 0 f5"/>
                <a:gd name="f183" fmla="+- f6 0 f5"/>
                <a:gd name="f184" fmla="*/ f179 f0 1"/>
                <a:gd name="f185" fmla="*/ f183 1 3946874"/>
                <a:gd name="f186" fmla="*/ f182 1 3989641"/>
                <a:gd name="f187" fmla="*/ 0 f183 1"/>
                <a:gd name="f188" fmla="*/ 3989641 f182 1"/>
                <a:gd name="f189" fmla="*/ 79439 f183 1"/>
                <a:gd name="f190" fmla="*/ 3891153 f182 1"/>
                <a:gd name="f191" fmla="*/ 297371 f183 1"/>
                <a:gd name="f192" fmla="*/ 3626930 f182 1"/>
                <a:gd name="f193" fmla="*/ 454343 f183 1"/>
                <a:gd name="f194" fmla="*/ 3440335 f182 1"/>
                <a:gd name="f195" fmla="*/ 622363 f183 1"/>
                <a:gd name="f196" fmla="*/ 3290697 f182 1"/>
                <a:gd name="f197" fmla="*/ 927068 f183 1"/>
                <a:gd name="f198" fmla="*/ 3087434 f182 1"/>
                <a:gd name="f199" fmla="*/ 1176338 f183 1"/>
                <a:gd name="f200" fmla="*/ 2915603 f182 1"/>
                <a:gd name="f201" fmla="*/ 1394270 f183 1"/>
                <a:gd name="f202" fmla="*/ 2780729 f182 1"/>
                <a:gd name="f203" fmla="*/ 1601057 f183 1"/>
                <a:gd name="f204" fmla="*/ 2723483 f182 1"/>
                <a:gd name="f205" fmla="*/ 1756220 f183 1"/>
                <a:gd name="f206" fmla="*/ 2743772 f182 1"/>
                <a:gd name="f207" fmla="*/ 1889189 f183 1"/>
                <a:gd name="f208" fmla="*/ 2765965 f182 1"/>
                <a:gd name="f209" fmla="*/ 2007394 f183 1"/>
                <a:gd name="f210" fmla="*/ 2184654 f183 1"/>
                <a:gd name="f211" fmla="*/ 2671763 f182 1"/>
                <a:gd name="f212" fmla="*/ 2372773 f183 1"/>
                <a:gd name="f213" fmla="*/ 2538984 f182 1"/>
                <a:gd name="f214" fmla="*/ 2439543 f183 1"/>
                <a:gd name="f215" fmla="*/ 2510504 f182 1"/>
                <a:gd name="f216" fmla="*/ 2650617 f183 1"/>
                <a:gd name="f217" fmla="*/ 2434781 f182 1"/>
                <a:gd name="f218" fmla="*/ 2785110 f183 1"/>
                <a:gd name="f219" fmla="*/ 2383060 f182 1"/>
                <a:gd name="f220" fmla="*/ 2897315 f183 1"/>
                <a:gd name="f221" fmla="*/ 2318861 f182 1"/>
                <a:gd name="f222" fmla="*/ 2997994 f183 1"/>
                <a:gd name="f223" fmla="*/ 2226183 f182 1"/>
                <a:gd name="f224" fmla="*/ 3061240 f183 1"/>
                <a:gd name="f225" fmla="*/ 2141506 f182 1"/>
                <a:gd name="f226" fmla="*/ 3152108 f183 1"/>
                <a:gd name="f227" fmla="*/ 2005203 f182 1"/>
                <a:gd name="f228" fmla="*/ 3274124 f183 1"/>
                <a:gd name="f229" fmla="*/ 1871567 f182 1"/>
                <a:gd name="f230" fmla="*/ 3388138 f183 1"/>
                <a:gd name="f231" fmla="*/ 1770888 f182 1"/>
                <a:gd name="f232" fmla="*/ 3466529 f183 1"/>
                <a:gd name="f233" fmla="*/ 1679162 f182 1"/>
                <a:gd name="f234" fmla="*/ 3538633 f183 1"/>
                <a:gd name="f235" fmla="*/ 1551718 f182 1"/>
                <a:gd name="f236" fmla="*/ 3588544 f183 1"/>
                <a:gd name="f237" fmla="*/ 1376172 f182 1"/>
                <a:gd name="f238" fmla="*/ 3597402 f183 1"/>
                <a:gd name="f239" fmla="*/ 1293305 f182 1"/>
                <a:gd name="f240" fmla="*/ 3721227 f183 1"/>
                <a:gd name="f241" fmla="*/ 880491 f182 1"/>
                <a:gd name="f242" fmla="*/ 3761137 f183 1"/>
                <a:gd name="f243" fmla="*/ 463677 f182 1"/>
                <a:gd name="f244" fmla="*/ 3946874 f183 1"/>
                <a:gd name="f245" fmla="*/ 0 f182 1"/>
                <a:gd name="f246" fmla="*/ f184 1 f2"/>
                <a:gd name="f247" fmla="*/ f187 1 3946874"/>
                <a:gd name="f248" fmla="*/ f188 1 3989641"/>
                <a:gd name="f249" fmla="*/ f189 1 3946874"/>
                <a:gd name="f250" fmla="*/ f190 1 3989641"/>
                <a:gd name="f251" fmla="*/ f191 1 3946874"/>
                <a:gd name="f252" fmla="*/ f192 1 3989641"/>
                <a:gd name="f253" fmla="*/ f193 1 3946874"/>
                <a:gd name="f254" fmla="*/ f194 1 3989641"/>
                <a:gd name="f255" fmla="*/ f195 1 3946874"/>
                <a:gd name="f256" fmla="*/ f196 1 3989641"/>
                <a:gd name="f257" fmla="*/ f197 1 3946874"/>
                <a:gd name="f258" fmla="*/ f198 1 3989641"/>
                <a:gd name="f259" fmla="*/ f199 1 3946874"/>
                <a:gd name="f260" fmla="*/ f200 1 3989641"/>
                <a:gd name="f261" fmla="*/ f201 1 3946874"/>
                <a:gd name="f262" fmla="*/ f202 1 3989641"/>
                <a:gd name="f263" fmla="*/ f203 1 3946874"/>
                <a:gd name="f264" fmla="*/ f204 1 3989641"/>
                <a:gd name="f265" fmla="*/ f205 1 3946874"/>
                <a:gd name="f266" fmla="*/ f206 1 3989641"/>
                <a:gd name="f267" fmla="*/ f207 1 3946874"/>
                <a:gd name="f268" fmla="*/ f208 1 3989641"/>
                <a:gd name="f269" fmla="*/ f209 1 3946874"/>
                <a:gd name="f270" fmla="*/ f210 1 3946874"/>
                <a:gd name="f271" fmla="*/ f211 1 3989641"/>
                <a:gd name="f272" fmla="*/ f212 1 3946874"/>
                <a:gd name="f273" fmla="*/ f213 1 3989641"/>
                <a:gd name="f274" fmla="*/ f214 1 3946874"/>
                <a:gd name="f275" fmla="*/ f215 1 3989641"/>
                <a:gd name="f276" fmla="*/ f216 1 3946874"/>
                <a:gd name="f277" fmla="*/ f217 1 3989641"/>
                <a:gd name="f278" fmla="*/ f218 1 3946874"/>
                <a:gd name="f279" fmla="*/ f219 1 3989641"/>
                <a:gd name="f280" fmla="*/ f220 1 3946874"/>
                <a:gd name="f281" fmla="*/ f221 1 3989641"/>
                <a:gd name="f282" fmla="*/ f222 1 3946874"/>
                <a:gd name="f283" fmla="*/ f223 1 3989641"/>
                <a:gd name="f284" fmla="*/ f224 1 3946874"/>
                <a:gd name="f285" fmla="*/ f225 1 3989641"/>
                <a:gd name="f286" fmla="*/ f226 1 3946874"/>
                <a:gd name="f287" fmla="*/ f227 1 3989641"/>
                <a:gd name="f288" fmla="*/ f228 1 3946874"/>
                <a:gd name="f289" fmla="*/ f229 1 3989641"/>
                <a:gd name="f290" fmla="*/ f230 1 3946874"/>
                <a:gd name="f291" fmla="*/ f231 1 3989641"/>
                <a:gd name="f292" fmla="*/ f232 1 3946874"/>
                <a:gd name="f293" fmla="*/ f233 1 3989641"/>
                <a:gd name="f294" fmla="*/ f234 1 3946874"/>
                <a:gd name="f295" fmla="*/ f235 1 3989641"/>
                <a:gd name="f296" fmla="*/ f236 1 3946874"/>
                <a:gd name="f297" fmla="*/ f237 1 3989641"/>
                <a:gd name="f298" fmla="*/ f238 1 3946874"/>
                <a:gd name="f299" fmla="*/ f239 1 3989641"/>
                <a:gd name="f300" fmla="*/ f240 1 3946874"/>
                <a:gd name="f301" fmla="*/ f241 1 3989641"/>
                <a:gd name="f302" fmla="*/ f242 1 3946874"/>
                <a:gd name="f303" fmla="*/ f243 1 3989641"/>
                <a:gd name="f304" fmla="*/ f244 1 3946874"/>
                <a:gd name="f305" fmla="*/ f245 1 3989641"/>
                <a:gd name="f306" fmla="*/ f5 1 f185"/>
                <a:gd name="f307" fmla="*/ f6 1 f185"/>
                <a:gd name="f308" fmla="*/ f5 1 f186"/>
                <a:gd name="f309" fmla="*/ f7 1 f186"/>
                <a:gd name="f310" fmla="+- f246 0 f1"/>
                <a:gd name="f311" fmla="*/ f247 1 f185"/>
                <a:gd name="f312" fmla="*/ f248 1 f186"/>
                <a:gd name="f313" fmla="*/ f249 1 f185"/>
                <a:gd name="f314" fmla="*/ f250 1 f186"/>
                <a:gd name="f315" fmla="*/ f251 1 f185"/>
                <a:gd name="f316" fmla="*/ f252 1 f186"/>
                <a:gd name="f317" fmla="*/ f253 1 f185"/>
                <a:gd name="f318" fmla="*/ f254 1 f186"/>
                <a:gd name="f319" fmla="*/ f255 1 f185"/>
                <a:gd name="f320" fmla="*/ f256 1 f186"/>
                <a:gd name="f321" fmla="*/ f257 1 f185"/>
                <a:gd name="f322" fmla="*/ f258 1 f186"/>
                <a:gd name="f323" fmla="*/ f259 1 f185"/>
                <a:gd name="f324" fmla="*/ f260 1 f186"/>
                <a:gd name="f325" fmla="*/ f261 1 f185"/>
                <a:gd name="f326" fmla="*/ f262 1 f186"/>
                <a:gd name="f327" fmla="*/ f263 1 f185"/>
                <a:gd name="f328" fmla="*/ f264 1 f186"/>
                <a:gd name="f329" fmla="*/ f265 1 f185"/>
                <a:gd name="f330" fmla="*/ f266 1 f186"/>
                <a:gd name="f331" fmla="*/ f267 1 f185"/>
                <a:gd name="f332" fmla="*/ f268 1 f186"/>
                <a:gd name="f333" fmla="*/ f269 1 f185"/>
                <a:gd name="f334" fmla="*/ f270 1 f185"/>
                <a:gd name="f335" fmla="*/ f271 1 f186"/>
                <a:gd name="f336" fmla="*/ f272 1 f185"/>
                <a:gd name="f337" fmla="*/ f273 1 f186"/>
                <a:gd name="f338" fmla="*/ f274 1 f185"/>
                <a:gd name="f339" fmla="*/ f275 1 f186"/>
                <a:gd name="f340" fmla="*/ f276 1 f185"/>
                <a:gd name="f341" fmla="*/ f277 1 f186"/>
                <a:gd name="f342" fmla="*/ f278 1 f185"/>
                <a:gd name="f343" fmla="*/ f279 1 f186"/>
                <a:gd name="f344" fmla="*/ f280 1 f185"/>
                <a:gd name="f345" fmla="*/ f281 1 f186"/>
                <a:gd name="f346" fmla="*/ f282 1 f185"/>
                <a:gd name="f347" fmla="*/ f283 1 f186"/>
                <a:gd name="f348" fmla="*/ f284 1 f185"/>
                <a:gd name="f349" fmla="*/ f285 1 f186"/>
                <a:gd name="f350" fmla="*/ f286 1 f185"/>
                <a:gd name="f351" fmla="*/ f287 1 f186"/>
                <a:gd name="f352" fmla="*/ f288 1 f185"/>
                <a:gd name="f353" fmla="*/ f289 1 f186"/>
                <a:gd name="f354" fmla="*/ f290 1 f185"/>
                <a:gd name="f355" fmla="*/ f291 1 f186"/>
                <a:gd name="f356" fmla="*/ f292 1 f185"/>
                <a:gd name="f357" fmla="*/ f293 1 f186"/>
                <a:gd name="f358" fmla="*/ f294 1 f185"/>
                <a:gd name="f359" fmla="*/ f295 1 f186"/>
                <a:gd name="f360" fmla="*/ f296 1 f185"/>
                <a:gd name="f361" fmla="*/ f297 1 f186"/>
                <a:gd name="f362" fmla="*/ f298 1 f185"/>
                <a:gd name="f363" fmla="*/ f299 1 f186"/>
                <a:gd name="f364" fmla="*/ f300 1 f185"/>
                <a:gd name="f365" fmla="*/ f301 1 f186"/>
                <a:gd name="f366" fmla="*/ f302 1 f185"/>
                <a:gd name="f367" fmla="*/ f303 1 f186"/>
                <a:gd name="f368" fmla="*/ f304 1 f185"/>
                <a:gd name="f369" fmla="*/ f305 1 f186"/>
                <a:gd name="f370" fmla="*/ f306 f180 1"/>
                <a:gd name="f371" fmla="*/ f307 f180 1"/>
                <a:gd name="f372" fmla="*/ f309 f181 1"/>
                <a:gd name="f373" fmla="*/ f308 f181 1"/>
                <a:gd name="f374" fmla="*/ f311 f180 1"/>
                <a:gd name="f375" fmla="*/ f312 f181 1"/>
                <a:gd name="f376" fmla="*/ f313 f180 1"/>
                <a:gd name="f377" fmla="*/ f314 f181 1"/>
                <a:gd name="f378" fmla="*/ f315 f180 1"/>
                <a:gd name="f379" fmla="*/ f316 f181 1"/>
                <a:gd name="f380" fmla="*/ f317 f180 1"/>
                <a:gd name="f381" fmla="*/ f318 f181 1"/>
                <a:gd name="f382" fmla="*/ f319 f180 1"/>
                <a:gd name="f383" fmla="*/ f320 f181 1"/>
                <a:gd name="f384" fmla="*/ f321 f180 1"/>
                <a:gd name="f385" fmla="*/ f322 f181 1"/>
                <a:gd name="f386" fmla="*/ f323 f180 1"/>
                <a:gd name="f387" fmla="*/ f324 f181 1"/>
                <a:gd name="f388" fmla="*/ f325 f180 1"/>
                <a:gd name="f389" fmla="*/ f326 f181 1"/>
                <a:gd name="f390" fmla="*/ f327 f180 1"/>
                <a:gd name="f391" fmla="*/ f328 f181 1"/>
                <a:gd name="f392" fmla="*/ f329 f180 1"/>
                <a:gd name="f393" fmla="*/ f330 f181 1"/>
                <a:gd name="f394" fmla="*/ f331 f180 1"/>
                <a:gd name="f395" fmla="*/ f332 f181 1"/>
                <a:gd name="f396" fmla="*/ f333 f180 1"/>
                <a:gd name="f397" fmla="*/ f334 f180 1"/>
                <a:gd name="f398" fmla="*/ f335 f181 1"/>
                <a:gd name="f399" fmla="*/ f336 f180 1"/>
                <a:gd name="f400" fmla="*/ f337 f181 1"/>
                <a:gd name="f401" fmla="*/ f338 f180 1"/>
                <a:gd name="f402" fmla="*/ f339 f181 1"/>
                <a:gd name="f403" fmla="*/ f340 f180 1"/>
                <a:gd name="f404" fmla="*/ f341 f181 1"/>
                <a:gd name="f405" fmla="*/ f342 f180 1"/>
                <a:gd name="f406" fmla="*/ f343 f181 1"/>
                <a:gd name="f407" fmla="*/ f344 f180 1"/>
                <a:gd name="f408" fmla="*/ f345 f181 1"/>
                <a:gd name="f409" fmla="*/ f346 f180 1"/>
                <a:gd name="f410" fmla="*/ f347 f181 1"/>
                <a:gd name="f411" fmla="*/ f348 f180 1"/>
                <a:gd name="f412" fmla="*/ f349 f181 1"/>
                <a:gd name="f413" fmla="*/ f350 f180 1"/>
                <a:gd name="f414" fmla="*/ f351 f181 1"/>
                <a:gd name="f415" fmla="*/ f352 f180 1"/>
                <a:gd name="f416" fmla="*/ f353 f181 1"/>
                <a:gd name="f417" fmla="*/ f354 f180 1"/>
                <a:gd name="f418" fmla="*/ f355 f181 1"/>
                <a:gd name="f419" fmla="*/ f356 f180 1"/>
                <a:gd name="f420" fmla="*/ f357 f181 1"/>
                <a:gd name="f421" fmla="*/ f358 f180 1"/>
                <a:gd name="f422" fmla="*/ f359 f181 1"/>
                <a:gd name="f423" fmla="*/ f360 f180 1"/>
                <a:gd name="f424" fmla="*/ f361 f181 1"/>
                <a:gd name="f425" fmla="*/ f362 f180 1"/>
                <a:gd name="f426" fmla="*/ f363 f181 1"/>
                <a:gd name="f427" fmla="*/ f364 f180 1"/>
                <a:gd name="f428" fmla="*/ f365 f181 1"/>
                <a:gd name="f429" fmla="*/ f366 f180 1"/>
                <a:gd name="f430" fmla="*/ f367 f181 1"/>
                <a:gd name="f431" fmla="*/ f368 f180 1"/>
                <a:gd name="f432" fmla="*/ f369 f181 1"/>
              </a:gdLst>
              <a:ahLst/>
              <a:cxnLst>
                <a:cxn ang="3cd4">
                  <a:pos x="hc" y="t"/>
                </a:cxn>
                <a:cxn ang="0">
                  <a:pos x="r" y="vc"/>
                </a:cxn>
                <a:cxn ang="cd4">
                  <a:pos x="hc" y="b"/>
                </a:cxn>
                <a:cxn ang="cd2">
                  <a:pos x="l" y="vc"/>
                </a:cxn>
                <a:cxn ang="f310">
                  <a:pos x="f374" y="f375"/>
                </a:cxn>
                <a:cxn ang="f310">
                  <a:pos x="f376" y="f377"/>
                </a:cxn>
                <a:cxn ang="f310">
                  <a:pos x="f378" y="f379"/>
                </a:cxn>
                <a:cxn ang="f310">
                  <a:pos x="f380" y="f381"/>
                </a:cxn>
                <a:cxn ang="f310">
                  <a:pos x="f382" y="f383"/>
                </a:cxn>
                <a:cxn ang="f310">
                  <a:pos x="f384" y="f385"/>
                </a:cxn>
                <a:cxn ang="f310">
                  <a:pos x="f386" y="f387"/>
                </a:cxn>
                <a:cxn ang="f310">
                  <a:pos x="f388" y="f389"/>
                </a:cxn>
                <a:cxn ang="f310">
                  <a:pos x="f390" y="f391"/>
                </a:cxn>
                <a:cxn ang="f310">
                  <a:pos x="f392" y="f393"/>
                </a:cxn>
                <a:cxn ang="f310">
                  <a:pos x="f394" y="f395"/>
                </a:cxn>
                <a:cxn ang="f310">
                  <a:pos x="f396" y="f395"/>
                </a:cxn>
                <a:cxn ang="f310">
                  <a:pos x="f397" y="f398"/>
                </a:cxn>
                <a:cxn ang="f310">
                  <a:pos x="f399" y="f400"/>
                </a:cxn>
                <a:cxn ang="f310">
                  <a:pos x="f401" y="f402"/>
                </a:cxn>
                <a:cxn ang="f310">
                  <a:pos x="f403" y="f404"/>
                </a:cxn>
                <a:cxn ang="f310">
                  <a:pos x="f405" y="f406"/>
                </a:cxn>
                <a:cxn ang="f310">
                  <a:pos x="f407" y="f408"/>
                </a:cxn>
                <a:cxn ang="f310">
                  <a:pos x="f409" y="f410"/>
                </a:cxn>
                <a:cxn ang="f310">
                  <a:pos x="f411" y="f412"/>
                </a:cxn>
                <a:cxn ang="f310">
                  <a:pos x="f413" y="f414"/>
                </a:cxn>
                <a:cxn ang="f310">
                  <a:pos x="f415" y="f416"/>
                </a:cxn>
                <a:cxn ang="f310">
                  <a:pos x="f417" y="f418"/>
                </a:cxn>
                <a:cxn ang="f310">
                  <a:pos x="f419" y="f420"/>
                </a:cxn>
                <a:cxn ang="f310">
                  <a:pos x="f421" y="f422"/>
                </a:cxn>
                <a:cxn ang="f310">
                  <a:pos x="f423" y="f424"/>
                </a:cxn>
                <a:cxn ang="f310">
                  <a:pos x="f425" y="f426"/>
                </a:cxn>
                <a:cxn ang="f310">
                  <a:pos x="f427" y="f428"/>
                </a:cxn>
                <a:cxn ang="f310">
                  <a:pos x="f429" y="f430"/>
                </a:cxn>
                <a:cxn ang="f310">
                  <a:pos x="f431" y="f432"/>
                </a:cxn>
              </a:cxnLst>
              <a:rect l="f370" t="f373" r="f371" b="f372"/>
              <a:pathLst>
                <a:path w="3946874" h="3989641">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67"/>
                  </a:cubicBezTo>
                  <a:cubicBezTo>
                    <a:pt x="f73" y="f74"/>
                    <a:pt x="f75" y="f76"/>
                    <a:pt x="f77" y="f78"/>
                  </a:cubicBezTo>
                  <a:cubicBezTo>
                    <a:pt x="f79" y="f80"/>
                    <a:pt x="f81" y="f82"/>
                    <a:pt x="f83" y="f84"/>
                  </a:cubicBezTo>
                  <a:cubicBezTo>
                    <a:pt x="f85" y="f86"/>
                    <a:pt x="f87" y="f88"/>
                    <a:pt x="f89" y="f90"/>
                  </a:cubicBezTo>
                  <a:cubicBezTo>
                    <a:pt x="f91" y="f92"/>
                    <a:pt x="f93" y="f94"/>
                    <a:pt x="f95" y="f96"/>
                  </a:cubicBezTo>
                  <a:cubicBezTo>
                    <a:pt x="f97" y="f98"/>
                    <a:pt x="f99" y="f100"/>
                    <a:pt x="f101" y="f102"/>
                  </a:cubicBezTo>
                  <a:cubicBezTo>
                    <a:pt x="f103" y="f104"/>
                    <a:pt x="f105" y="f106"/>
                    <a:pt x="f107" y="f108"/>
                  </a:cubicBezTo>
                  <a:cubicBezTo>
                    <a:pt x="f109" y="f110"/>
                    <a:pt x="f111" y="f112"/>
                    <a:pt x="f113" y="f114"/>
                  </a:cubicBezTo>
                  <a:cubicBezTo>
                    <a:pt x="f115" y="f116"/>
                    <a:pt x="f117" y="f118"/>
                    <a:pt x="f119" y="f120"/>
                  </a:cubicBezTo>
                  <a:cubicBezTo>
                    <a:pt x="f121" y="f122"/>
                    <a:pt x="f123" y="f124"/>
                    <a:pt x="f125" y="f126"/>
                  </a:cubicBezTo>
                  <a:cubicBezTo>
                    <a:pt x="f127" y="f128"/>
                    <a:pt x="f129" y="f130"/>
                    <a:pt x="f131" y="f132"/>
                  </a:cubicBezTo>
                  <a:cubicBezTo>
                    <a:pt x="f133" y="f134"/>
                    <a:pt x="f135" y="f136"/>
                    <a:pt x="f137" y="f138"/>
                  </a:cubicBezTo>
                  <a:cubicBezTo>
                    <a:pt x="f139" y="f140"/>
                    <a:pt x="f141" y="f142"/>
                    <a:pt x="f143" y="f144"/>
                  </a:cubicBezTo>
                  <a:cubicBezTo>
                    <a:pt x="f145" y="f146"/>
                    <a:pt x="f147" y="f148"/>
                    <a:pt x="f149" y="f150"/>
                  </a:cubicBezTo>
                  <a:cubicBezTo>
                    <a:pt x="f151" y="f152"/>
                    <a:pt x="f153" y="f154"/>
                    <a:pt x="f155" y="f156"/>
                  </a:cubicBezTo>
                  <a:cubicBezTo>
                    <a:pt x="f157" y="f158"/>
                    <a:pt x="f159" y="f160"/>
                    <a:pt x="f161" y="f162"/>
                  </a:cubicBezTo>
                  <a:cubicBezTo>
                    <a:pt x="f163" y="f164"/>
                    <a:pt x="f165" y="f166"/>
                    <a:pt x="f167" y="f168"/>
                  </a:cubicBezTo>
                  <a:cubicBezTo>
                    <a:pt x="f169" y="f170"/>
                    <a:pt x="f171" y="f172"/>
                    <a:pt x="f173" y="f174"/>
                  </a:cubicBezTo>
                  <a:cubicBezTo>
                    <a:pt x="f175" y="f176"/>
                    <a:pt x="f177" y="f178"/>
                    <a:pt x="f6" y="f5"/>
                  </a:cubicBezTo>
                </a:path>
              </a:pathLst>
            </a:custGeom>
            <a:noFill/>
            <a:ln w="9528" cap="rnd">
              <a:solidFill>
                <a:srgbClr val="4D4EE6">
                  <a:alpha val="7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6" name="Freeform: Shape 20">
              <a:extLst>
                <a:ext uri="{FF2B5EF4-FFF2-40B4-BE49-F238E27FC236}">
                  <a16:creationId xmlns:a16="http://schemas.microsoft.com/office/drawing/2014/main" id="{98BD5F79-A1A6-4DDA-ADDF-FF22DAFE5DB3}"/>
                </a:ext>
              </a:extLst>
            </p:cNvPr>
            <p:cNvSpPr/>
            <p:nvPr/>
          </p:nvSpPr>
          <p:spPr>
            <a:xfrm>
              <a:off x="8861093" y="4186123"/>
              <a:ext cx="3265441" cy="2668127"/>
            </a:xfrm>
            <a:custGeom>
              <a:avLst/>
              <a:gdLst>
                <a:gd name="f0" fmla="val 10800000"/>
                <a:gd name="f1" fmla="val 5400000"/>
                <a:gd name="f2" fmla="val 180"/>
                <a:gd name="f3" fmla="val w"/>
                <a:gd name="f4" fmla="val h"/>
                <a:gd name="f5" fmla="val 0"/>
                <a:gd name="f6" fmla="val 3665410"/>
                <a:gd name="f7" fmla="val 2985611"/>
                <a:gd name="f8" fmla="val 86773"/>
                <a:gd name="f9" fmla="val 2802827"/>
                <a:gd name="f10" fmla="val 166211"/>
                <a:gd name="f11" fmla="val 2699766"/>
                <a:gd name="f12" fmla="val 240983"/>
                <a:gd name="f13" fmla="val 2602706"/>
                <a:gd name="f14" fmla="val 309182"/>
                <a:gd name="f15" fmla="val 2500122"/>
                <a:gd name="f16" fmla="val 397002"/>
                <a:gd name="f17" fmla="val 2414969"/>
                <a:gd name="f18" fmla="val 465296"/>
                <a:gd name="f19" fmla="val 2348865"/>
                <a:gd name="f20" fmla="val 543592"/>
                <a:gd name="f21" fmla="val 2294477"/>
                <a:gd name="f22" fmla="val 620173"/>
                <a:gd name="f23" fmla="val 2237899"/>
                <a:gd name="f24" fmla="val 688277"/>
                <a:gd name="f25" fmla="val 2187607"/>
                <a:gd name="f26" fmla="val 755333"/>
                <a:gd name="f27" fmla="val 2135886"/>
                <a:gd name="f28" fmla="val 823341"/>
                <a:gd name="f29" fmla="val 2085499"/>
                <a:gd name="f30" fmla="val 908685"/>
                <a:gd name="f31" fmla="val 2022253"/>
                <a:gd name="f32" fmla="val 994791"/>
                <a:gd name="f33" fmla="val 1959197"/>
                <a:gd name="f34" fmla="val 1089565"/>
                <a:gd name="f35" fmla="val 1911477"/>
                <a:gd name="f36" fmla="val 1107662"/>
                <a:gd name="f37" fmla="val 1902428"/>
                <a:gd name="f38" fmla="val 1126141"/>
                <a:gd name="f39" fmla="val 1894141"/>
                <a:gd name="f40" fmla="val 1145000"/>
                <a:gd name="f41" fmla="val 1886807"/>
                <a:gd name="f42" fmla="val 1218819"/>
                <a:gd name="f43" fmla="val 1858232"/>
                <a:gd name="f44" fmla="val 1296924"/>
                <a:gd name="f45" fmla="val 1838611"/>
                <a:gd name="f46" fmla="val 1375791"/>
                <a:gd name="f47" fmla="val 1842135"/>
                <a:gd name="f48" fmla="val 1413129"/>
                <a:gd name="f49" fmla="val 1843754"/>
                <a:gd name="f50" fmla="val 1449896"/>
                <a:gd name="f51" fmla="val 1850422"/>
                <a:gd name="f52" fmla="val 1486567"/>
                <a:gd name="f53" fmla="val 1857566"/>
                <a:gd name="f54" fmla="val 1513618"/>
                <a:gd name="f55" fmla="val 1862804"/>
                <a:gd name="f56" fmla="val 1540859"/>
                <a:gd name="f57" fmla="val 1867376"/>
                <a:gd name="f58" fmla="val 1568101"/>
                <a:gd name="f59" fmla="val 1871377"/>
                <a:gd name="f60" fmla="val 1648778"/>
                <a:gd name="f61" fmla="val 1883188"/>
                <a:gd name="f62" fmla="val 1730978"/>
                <a:gd name="f63" fmla="val 1887665"/>
                <a:gd name="f64" fmla="val 1810607"/>
                <a:gd name="f65" fmla="val 1877854"/>
                <a:gd name="f66" fmla="val 1857661"/>
                <a:gd name="f67" fmla="val 1941100"/>
                <a:gd name="f68" fmla="val 1829086"/>
                <a:gd name="f69" fmla="val 1997964"/>
                <a:gd name="f70" fmla="val 1790605"/>
                <a:gd name="f71" fmla="val 2037302"/>
                <a:gd name="f72" fmla="val 1764030"/>
                <a:gd name="f73" fmla="val 2073497"/>
                <a:gd name="f74" fmla="val 1733264"/>
                <a:gd name="f75" fmla="val 2109883"/>
                <a:gd name="f76" fmla="val 1702784"/>
                <a:gd name="f77" fmla="val 2176367"/>
                <a:gd name="f78" fmla="val 1647063"/>
                <a:gd name="f79" fmla="val 2244852"/>
                <a:gd name="f80" fmla="val 1593151"/>
                <a:gd name="f81" fmla="val 2321433"/>
                <a:gd name="f82" fmla="val 1552384"/>
                <a:gd name="f83" fmla="val 2397157"/>
                <a:gd name="f84" fmla="val 1512094"/>
                <a:gd name="f85" fmla="val 2479548"/>
                <a:gd name="f86" fmla="val 1486281"/>
                <a:gd name="f87" fmla="val 2558891"/>
                <a:gd name="f88" fmla="val 1453420"/>
                <a:gd name="f89" fmla="val 2610898"/>
                <a:gd name="f90" fmla="val 1431798"/>
                <a:gd name="f91" fmla="val 2661571"/>
                <a:gd name="f92" fmla="val 1407033"/>
                <a:gd name="f93" fmla="val 2709767"/>
                <a:gd name="f94" fmla="val 1377887"/>
                <a:gd name="f95" fmla="val 2774252"/>
                <a:gd name="f96" fmla="val 1338929"/>
                <a:gd name="f97" fmla="val 2834069"/>
                <a:gd name="f98" fmla="val 1292447"/>
                <a:gd name="f99" fmla="val 2885408"/>
                <a:gd name="f100" fmla="val 1237393"/>
                <a:gd name="f101" fmla="val 2933605"/>
                <a:gd name="f102" fmla="val 1185767"/>
                <a:gd name="f103" fmla="val 2973324"/>
                <a:gd name="f104" fmla="val 1127093"/>
                <a:gd name="f105" fmla="val 3017711"/>
                <a:gd name="f106" fmla="val 1072229"/>
                <a:gd name="f107" fmla="val 3059811"/>
                <a:gd name="f108" fmla="val 1020223"/>
                <a:gd name="f109" fmla="val 3105912"/>
                <a:gd name="f110" fmla="val 971645"/>
                <a:gd name="f111" fmla="val 3150680"/>
                <a:gd name="f112" fmla="val 921830"/>
                <a:gd name="f113" fmla="val 3186113"/>
                <a:gd name="f114" fmla="val 882396"/>
                <a:gd name="f115" fmla="val 3220593"/>
                <a:gd name="f116" fmla="val 842010"/>
                <a:gd name="f117" fmla="val 3255169"/>
                <a:gd name="f118" fmla="val 801815"/>
                <a:gd name="f119" fmla="val 3284887"/>
                <a:gd name="f120" fmla="val 767239"/>
                <a:gd name="f121" fmla="val 3314605"/>
                <a:gd name="f122" fmla="val 732473"/>
                <a:gd name="f123" fmla="val 3339275"/>
                <a:gd name="f124" fmla="val 694182"/>
                <a:gd name="f125" fmla="val 3368707"/>
                <a:gd name="f126" fmla="val 648367"/>
                <a:gd name="f127" fmla="val 3390138"/>
                <a:gd name="f128" fmla="val 597980"/>
                <a:gd name="f129" fmla="val 3409188"/>
                <a:gd name="f130" fmla="val 546926"/>
                <a:gd name="f131" fmla="val 3433382"/>
                <a:gd name="f132" fmla="val 482156"/>
                <a:gd name="f133" fmla="val 3453384"/>
                <a:gd name="f134" fmla="val 415861"/>
                <a:gd name="f135" fmla="val 3464243"/>
                <a:gd name="f136" fmla="val 347663"/>
                <a:gd name="f137" fmla="val 3476244"/>
                <a:gd name="f138" fmla="val 272224"/>
                <a:gd name="f139" fmla="val 3661696"/>
                <a:gd name="f140" fmla="val 76295"/>
                <a:gd name="f141" fmla="val 3665411"/>
                <a:gd name="f142" fmla="+- 0 0 -90"/>
                <a:gd name="f143" fmla="*/ f3 1 3665410"/>
                <a:gd name="f144" fmla="*/ f4 1 2985611"/>
                <a:gd name="f145" fmla="+- f7 0 f5"/>
                <a:gd name="f146" fmla="+- f6 0 f5"/>
                <a:gd name="f147" fmla="*/ f142 f0 1"/>
                <a:gd name="f148" fmla="*/ f146 1 3665410"/>
                <a:gd name="f149" fmla="*/ f145 1 2985611"/>
                <a:gd name="f150" fmla="*/ 0 f146 1"/>
                <a:gd name="f151" fmla="*/ 2985611 f145 1"/>
                <a:gd name="f152" fmla="*/ 166211 f146 1"/>
                <a:gd name="f153" fmla="*/ 2699766 f145 1"/>
                <a:gd name="f154" fmla="*/ 397002 f146 1"/>
                <a:gd name="f155" fmla="*/ 2414969 f145 1"/>
                <a:gd name="f156" fmla="*/ 620173 f146 1"/>
                <a:gd name="f157" fmla="*/ 2237899 f145 1"/>
                <a:gd name="f158" fmla="*/ 823341 f146 1"/>
                <a:gd name="f159" fmla="*/ 2085499 f145 1"/>
                <a:gd name="f160" fmla="*/ 1089565 f146 1"/>
                <a:gd name="f161" fmla="*/ 1911477 f145 1"/>
                <a:gd name="f162" fmla="*/ 1145000 f146 1"/>
                <a:gd name="f163" fmla="*/ 1886807 f145 1"/>
                <a:gd name="f164" fmla="*/ 1375791 f146 1"/>
                <a:gd name="f165" fmla="*/ 1842135 f145 1"/>
                <a:gd name="f166" fmla="*/ 1486567 f146 1"/>
                <a:gd name="f167" fmla="*/ 1857566 f145 1"/>
                <a:gd name="f168" fmla="*/ 1568101 f146 1"/>
                <a:gd name="f169" fmla="*/ 1871377 f145 1"/>
                <a:gd name="f170" fmla="*/ 1810607 f146 1"/>
                <a:gd name="f171" fmla="*/ 1997964 f146 1"/>
                <a:gd name="f172" fmla="*/ 1790605 f145 1"/>
                <a:gd name="f173" fmla="*/ 2109883 f146 1"/>
                <a:gd name="f174" fmla="*/ 1702784 f145 1"/>
                <a:gd name="f175" fmla="*/ 2321433 f146 1"/>
                <a:gd name="f176" fmla="*/ 1552384 f145 1"/>
                <a:gd name="f177" fmla="*/ 2558891 f146 1"/>
                <a:gd name="f178" fmla="*/ 1453420 f145 1"/>
                <a:gd name="f179" fmla="*/ 2709767 f146 1"/>
                <a:gd name="f180" fmla="*/ 1377887 f145 1"/>
                <a:gd name="f181" fmla="*/ 2885408 f146 1"/>
                <a:gd name="f182" fmla="*/ 1237393 f145 1"/>
                <a:gd name="f183" fmla="*/ 3017711 f146 1"/>
                <a:gd name="f184" fmla="*/ 1072229 f145 1"/>
                <a:gd name="f185" fmla="*/ 3150680 f146 1"/>
                <a:gd name="f186" fmla="*/ 921830 f145 1"/>
                <a:gd name="f187" fmla="*/ 3255169 f146 1"/>
                <a:gd name="f188" fmla="*/ 801815 f145 1"/>
                <a:gd name="f189" fmla="*/ 3339275 f146 1"/>
                <a:gd name="f190" fmla="*/ 694182 f145 1"/>
                <a:gd name="f191" fmla="*/ 3409188 f146 1"/>
                <a:gd name="f192" fmla="*/ 546926 f145 1"/>
                <a:gd name="f193" fmla="*/ 3464243 f146 1"/>
                <a:gd name="f194" fmla="*/ 347663 f145 1"/>
                <a:gd name="f195" fmla="*/ 3665411 f146 1"/>
                <a:gd name="f196" fmla="*/ 0 f145 1"/>
                <a:gd name="f197" fmla="*/ f147 1 f2"/>
                <a:gd name="f198" fmla="*/ f150 1 3665410"/>
                <a:gd name="f199" fmla="*/ f151 1 2985611"/>
                <a:gd name="f200" fmla="*/ f152 1 3665410"/>
                <a:gd name="f201" fmla="*/ f153 1 2985611"/>
                <a:gd name="f202" fmla="*/ f154 1 3665410"/>
                <a:gd name="f203" fmla="*/ f155 1 2985611"/>
                <a:gd name="f204" fmla="*/ f156 1 3665410"/>
                <a:gd name="f205" fmla="*/ f157 1 2985611"/>
                <a:gd name="f206" fmla="*/ f158 1 3665410"/>
                <a:gd name="f207" fmla="*/ f159 1 2985611"/>
                <a:gd name="f208" fmla="*/ f160 1 3665410"/>
                <a:gd name="f209" fmla="*/ f161 1 2985611"/>
                <a:gd name="f210" fmla="*/ f162 1 3665410"/>
                <a:gd name="f211" fmla="*/ f163 1 2985611"/>
                <a:gd name="f212" fmla="*/ f164 1 3665410"/>
                <a:gd name="f213" fmla="*/ f165 1 2985611"/>
                <a:gd name="f214" fmla="*/ f166 1 3665410"/>
                <a:gd name="f215" fmla="*/ f167 1 2985611"/>
                <a:gd name="f216" fmla="*/ f168 1 3665410"/>
                <a:gd name="f217" fmla="*/ f169 1 2985611"/>
                <a:gd name="f218" fmla="*/ f170 1 3665410"/>
                <a:gd name="f219" fmla="*/ f171 1 3665410"/>
                <a:gd name="f220" fmla="*/ f172 1 2985611"/>
                <a:gd name="f221" fmla="*/ f173 1 3665410"/>
                <a:gd name="f222" fmla="*/ f174 1 2985611"/>
                <a:gd name="f223" fmla="*/ f175 1 3665410"/>
                <a:gd name="f224" fmla="*/ f176 1 2985611"/>
                <a:gd name="f225" fmla="*/ f177 1 3665410"/>
                <a:gd name="f226" fmla="*/ f178 1 2985611"/>
                <a:gd name="f227" fmla="*/ f179 1 3665410"/>
                <a:gd name="f228" fmla="*/ f180 1 2985611"/>
                <a:gd name="f229" fmla="*/ f181 1 3665410"/>
                <a:gd name="f230" fmla="*/ f182 1 2985611"/>
                <a:gd name="f231" fmla="*/ f183 1 3665410"/>
                <a:gd name="f232" fmla="*/ f184 1 2985611"/>
                <a:gd name="f233" fmla="*/ f185 1 3665410"/>
                <a:gd name="f234" fmla="*/ f186 1 2985611"/>
                <a:gd name="f235" fmla="*/ f187 1 3665410"/>
                <a:gd name="f236" fmla="*/ f188 1 2985611"/>
                <a:gd name="f237" fmla="*/ f189 1 3665410"/>
                <a:gd name="f238" fmla="*/ f190 1 2985611"/>
                <a:gd name="f239" fmla="*/ f191 1 3665410"/>
                <a:gd name="f240" fmla="*/ f192 1 2985611"/>
                <a:gd name="f241" fmla="*/ f193 1 3665410"/>
                <a:gd name="f242" fmla="*/ f194 1 2985611"/>
                <a:gd name="f243" fmla="*/ f195 1 3665410"/>
                <a:gd name="f244" fmla="*/ f196 1 2985611"/>
                <a:gd name="f245" fmla="*/ f5 1 f148"/>
                <a:gd name="f246" fmla="*/ f6 1 f148"/>
                <a:gd name="f247" fmla="*/ f5 1 f149"/>
                <a:gd name="f248" fmla="*/ f7 1 f149"/>
                <a:gd name="f249" fmla="+- f197 0 f1"/>
                <a:gd name="f250" fmla="*/ f198 1 f148"/>
                <a:gd name="f251" fmla="*/ f199 1 f149"/>
                <a:gd name="f252" fmla="*/ f200 1 f148"/>
                <a:gd name="f253" fmla="*/ f201 1 f149"/>
                <a:gd name="f254" fmla="*/ f202 1 f148"/>
                <a:gd name="f255" fmla="*/ f203 1 f149"/>
                <a:gd name="f256" fmla="*/ f204 1 f148"/>
                <a:gd name="f257" fmla="*/ f205 1 f149"/>
                <a:gd name="f258" fmla="*/ f206 1 f148"/>
                <a:gd name="f259" fmla="*/ f207 1 f149"/>
                <a:gd name="f260" fmla="*/ f208 1 f148"/>
                <a:gd name="f261" fmla="*/ f209 1 f149"/>
                <a:gd name="f262" fmla="*/ f210 1 f148"/>
                <a:gd name="f263" fmla="*/ f211 1 f149"/>
                <a:gd name="f264" fmla="*/ f212 1 f148"/>
                <a:gd name="f265" fmla="*/ f213 1 f149"/>
                <a:gd name="f266" fmla="*/ f214 1 f148"/>
                <a:gd name="f267" fmla="*/ f215 1 f149"/>
                <a:gd name="f268" fmla="*/ f216 1 f148"/>
                <a:gd name="f269" fmla="*/ f217 1 f149"/>
                <a:gd name="f270" fmla="*/ f218 1 f148"/>
                <a:gd name="f271" fmla="*/ f219 1 f148"/>
                <a:gd name="f272" fmla="*/ f220 1 f149"/>
                <a:gd name="f273" fmla="*/ f221 1 f148"/>
                <a:gd name="f274" fmla="*/ f222 1 f149"/>
                <a:gd name="f275" fmla="*/ f223 1 f148"/>
                <a:gd name="f276" fmla="*/ f224 1 f149"/>
                <a:gd name="f277" fmla="*/ f225 1 f148"/>
                <a:gd name="f278" fmla="*/ f226 1 f149"/>
                <a:gd name="f279" fmla="*/ f227 1 f148"/>
                <a:gd name="f280" fmla="*/ f228 1 f149"/>
                <a:gd name="f281" fmla="*/ f229 1 f148"/>
                <a:gd name="f282" fmla="*/ f230 1 f149"/>
                <a:gd name="f283" fmla="*/ f231 1 f148"/>
                <a:gd name="f284" fmla="*/ f232 1 f149"/>
                <a:gd name="f285" fmla="*/ f233 1 f148"/>
                <a:gd name="f286" fmla="*/ f234 1 f149"/>
                <a:gd name="f287" fmla="*/ f235 1 f148"/>
                <a:gd name="f288" fmla="*/ f236 1 f149"/>
                <a:gd name="f289" fmla="*/ f237 1 f148"/>
                <a:gd name="f290" fmla="*/ f238 1 f149"/>
                <a:gd name="f291" fmla="*/ f239 1 f148"/>
                <a:gd name="f292" fmla="*/ f240 1 f149"/>
                <a:gd name="f293" fmla="*/ f241 1 f148"/>
                <a:gd name="f294" fmla="*/ f242 1 f149"/>
                <a:gd name="f295" fmla="*/ f243 1 f148"/>
                <a:gd name="f296" fmla="*/ f244 1 f149"/>
                <a:gd name="f297" fmla="*/ f245 f143 1"/>
                <a:gd name="f298" fmla="*/ f246 f143 1"/>
                <a:gd name="f299" fmla="*/ f248 f144 1"/>
                <a:gd name="f300" fmla="*/ f247 f144 1"/>
                <a:gd name="f301" fmla="*/ f250 f143 1"/>
                <a:gd name="f302" fmla="*/ f251 f144 1"/>
                <a:gd name="f303" fmla="*/ f252 f143 1"/>
                <a:gd name="f304" fmla="*/ f253 f144 1"/>
                <a:gd name="f305" fmla="*/ f254 f143 1"/>
                <a:gd name="f306" fmla="*/ f255 f144 1"/>
                <a:gd name="f307" fmla="*/ f256 f143 1"/>
                <a:gd name="f308" fmla="*/ f257 f144 1"/>
                <a:gd name="f309" fmla="*/ f258 f143 1"/>
                <a:gd name="f310" fmla="*/ f259 f144 1"/>
                <a:gd name="f311" fmla="*/ f260 f143 1"/>
                <a:gd name="f312" fmla="*/ f261 f144 1"/>
                <a:gd name="f313" fmla="*/ f262 f143 1"/>
                <a:gd name="f314" fmla="*/ f263 f144 1"/>
                <a:gd name="f315" fmla="*/ f264 f143 1"/>
                <a:gd name="f316" fmla="*/ f265 f144 1"/>
                <a:gd name="f317" fmla="*/ f266 f143 1"/>
                <a:gd name="f318" fmla="*/ f267 f144 1"/>
                <a:gd name="f319" fmla="*/ f268 f143 1"/>
                <a:gd name="f320" fmla="*/ f269 f144 1"/>
                <a:gd name="f321" fmla="*/ f270 f143 1"/>
                <a:gd name="f322" fmla="*/ f271 f143 1"/>
                <a:gd name="f323" fmla="*/ f272 f144 1"/>
                <a:gd name="f324" fmla="*/ f273 f143 1"/>
                <a:gd name="f325" fmla="*/ f274 f144 1"/>
                <a:gd name="f326" fmla="*/ f275 f143 1"/>
                <a:gd name="f327" fmla="*/ f276 f144 1"/>
                <a:gd name="f328" fmla="*/ f277 f143 1"/>
                <a:gd name="f329" fmla="*/ f278 f144 1"/>
                <a:gd name="f330" fmla="*/ f279 f143 1"/>
                <a:gd name="f331" fmla="*/ f280 f144 1"/>
                <a:gd name="f332" fmla="*/ f281 f143 1"/>
                <a:gd name="f333" fmla="*/ f282 f144 1"/>
                <a:gd name="f334" fmla="*/ f283 f143 1"/>
                <a:gd name="f335" fmla="*/ f284 f144 1"/>
                <a:gd name="f336" fmla="*/ f285 f143 1"/>
                <a:gd name="f337" fmla="*/ f286 f144 1"/>
                <a:gd name="f338" fmla="*/ f287 f143 1"/>
                <a:gd name="f339" fmla="*/ f288 f144 1"/>
                <a:gd name="f340" fmla="*/ f289 f143 1"/>
                <a:gd name="f341" fmla="*/ f290 f144 1"/>
                <a:gd name="f342" fmla="*/ f291 f143 1"/>
                <a:gd name="f343" fmla="*/ f292 f144 1"/>
                <a:gd name="f344" fmla="*/ f293 f143 1"/>
                <a:gd name="f345" fmla="*/ f294 f144 1"/>
                <a:gd name="f346" fmla="*/ f295 f143 1"/>
                <a:gd name="f347" fmla="*/ f296 f144 1"/>
              </a:gdLst>
              <a:ahLst/>
              <a:cxnLst>
                <a:cxn ang="3cd4">
                  <a:pos x="hc" y="t"/>
                </a:cxn>
                <a:cxn ang="0">
                  <a:pos x="r" y="vc"/>
                </a:cxn>
                <a:cxn ang="cd4">
                  <a:pos x="hc" y="b"/>
                </a:cxn>
                <a:cxn ang="cd2">
                  <a:pos x="l" y="vc"/>
                </a:cxn>
                <a:cxn ang="f249">
                  <a:pos x="f301" y="f302"/>
                </a:cxn>
                <a:cxn ang="f249">
                  <a:pos x="f303" y="f304"/>
                </a:cxn>
                <a:cxn ang="f249">
                  <a:pos x="f305" y="f306"/>
                </a:cxn>
                <a:cxn ang="f249">
                  <a:pos x="f307" y="f308"/>
                </a:cxn>
                <a:cxn ang="f249">
                  <a:pos x="f309" y="f310"/>
                </a:cxn>
                <a:cxn ang="f249">
                  <a:pos x="f311" y="f312"/>
                </a:cxn>
                <a:cxn ang="f249">
                  <a:pos x="f313" y="f314"/>
                </a:cxn>
                <a:cxn ang="f249">
                  <a:pos x="f315" y="f316"/>
                </a:cxn>
                <a:cxn ang="f249">
                  <a:pos x="f317" y="f318"/>
                </a:cxn>
                <a:cxn ang="f249">
                  <a:pos x="f319" y="f320"/>
                </a:cxn>
                <a:cxn ang="f249">
                  <a:pos x="f321" y="f320"/>
                </a:cxn>
                <a:cxn ang="f249">
                  <a:pos x="f322" y="f323"/>
                </a:cxn>
                <a:cxn ang="f249">
                  <a:pos x="f324" y="f325"/>
                </a:cxn>
                <a:cxn ang="f249">
                  <a:pos x="f326" y="f327"/>
                </a:cxn>
                <a:cxn ang="f249">
                  <a:pos x="f328" y="f329"/>
                </a:cxn>
                <a:cxn ang="f249">
                  <a:pos x="f330" y="f331"/>
                </a:cxn>
                <a:cxn ang="f249">
                  <a:pos x="f332" y="f333"/>
                </a:cxn>
                <a:cxn ang="f249">
                  <a:pos x="f334" y="f335"/>
                </a:cxn>
                <a:cxn ang="f249">
                  <a:pos x="f336" y="f337"/>
                </a:cxn>
                <a:cxn ang="f249">
                  <a:pos x="f338" y="f339"/>
                </a:cxn>
                <a:cxn ang="f249">
                  <a:pos x="f340" y="f341"/>
                </a:cxn>
                <a:cxn ang="f249">
                  <a:pos x="f342" y="f343"/>
                </a:cxn>
                <a:cxn ang="f249">
                  <a:pos x="f344" y="f345"/>
                </a:cxn>
                <a:cxn ang="f249">
                  <a:pos x="f346" y="f347"/>
                </a:cxn>
              </a:cxnLst>
              <a:rect l="f297" t="f300" r="f298" b="f299"/>
              <a:pathLst>
                <a:path w="3665410" h="2985611">
                  <a:moveTo>
                    <a:pt x="f5" y="f7"/>
                  </a:moveTo>
                  <a:cubicBezTo>
                    <a:pt x="f5" y="f7"/>
                    <a:pt x="f8" y="f9"/>
                    <a:pt x="f10" y="f11"/>
                  </a:cubicBezTo>
                  <a:cubicBezTo>
                    <a:pt x="f12" y="f13"/>
                    <a:pt x="f14" y="f15"/>
                    <a:pt x="f16" y="f17"/>
                  </a:cubicBezTo>
                  <a:cubicBezTo>
                    <a:pt x="f18" y="f19"/>
                    <a:pt x="f20" y="f21"/>
                    <a:pt x="f22" y="f23"/>
                  </a:cubicBezTo>
                  <a:cubicBezTo>
                    <a:pt x="f24" y="f25"/>
                    <a:pt x="f26" y="f27"/>
                    <a:pt x="f28" y="f29"/>
                  </a:cubicBezTo>
                  <a:cubicBezTo>
                    <a:pt x="f30" y="f31"/>
                    <a:pt x="f32" y="f33"/>
                    <a:pt x="f34" y="f35"/>
                  </a:cubicBezTo>
                  <a:cubicBezTo>
                    <a:pt x="f36" y="f37"/>
                    <a:pt x="f38" y="f39"/>
                    <a:pt x="f40" y="f41"/>
                  </a:cubicBezTo>
                  <a:cubicBezTo>
                    <a:pt x="f42" y="f43"/>
                    <a:pt x="f44" y="f45"/>
                    <a:pt x="f46" y="f47"/>
                  </a:cubicBezTo>
                  <a:cubicBezTo>
                    <a:pt x="f48" y="f49"/>
                    <a:pt x="f50" y="f51"/>
                    <a:pt x="f52" y="f53"/>
                  </a:cubicBezTo>
                  <a:cubicBezTo>
                    <a:pt x="f54" y="f55"/>
                    <a:pt x="f56" y="f57"/>
                    <a:pt x="f58" y="f59"/>
                  </a:cubicBezTo>
                  <a:cubicBezTo>
                    <a:pt x="f60" y="f61"/>
                    <a:pt x="f62" y="f63"/>
                    <a:pt x="f64" y="f59"/>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cubicBezTo>
                    <a:pt x="f101" y="f102"/>
                    <a:pt x="f103" y="f104"/>
                    <a:pt x="f105" y="f106"/>
                  </a:cubicBezTo>
                  <a:cubicBezTo>
                    <a:pt x="f107" y="f108"/>
                    <a:pt x="f109" y="f110"/>
                    <a:pt x="f111" y="f112"/>
                  </a:cubicBezTo>
                  <a:cubicBezTo>
                    <a:pt x="f113" y="f114"/>
                    <a:pt x="f115" y="f116"/>
                    <a:pt x="f117" y="f118"/>
                  </a:cubicBezTo>
                  <a:cubicBezTo>
                    <a:pt x="f119" y="f120"/>
                    <a:pt x="f121" y="f122"/>
                    <a:pt x="f123" y="f124"/>
                  </a:cubicBezTo>
                  <a:cubicBezTo>
                    <a:pt x="f125" y="f126"/>
                    <a:pt x="f127" y="f128"/>
                    <a:pt x="f129" y="f130"/>
                  </a:cubicBezTo>
                  <a:cubicBezTo>
                    <a:pt x="f131" y="f132"/>
                    <a:pt x="f133" y="f134"/>
                    <a:pt x="f135" y="f136"/>
                  </a:cubicBezTo>
                  <a:cubicBezTo>
                    <a:pt x="f137" y="f138"/>
                    <a:pt x="f139" y="f140"/>
                    <a:pt x="f141" y="f5"/>
                  </a:cubicBezTo>
                </a:path>
              </a:pathLst>
            </a:custGeom>
            <a:noFill/>
            <a:ln w="9528" cap="rnd">
              <a:solidFill>
                <a:srgbClr val="4D4EE6">
                  <a:alpha val="7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7" name="Freeform: Shape 21">
              <a:extLst>
                <a:ext uri="{FF2B5EF4-FFF2-40B4-BE49-F238E27FC236}">
                  <a16:creationId xmlns:a16="http://schemas.microsoft.com/office/drawing/2014/main" id="{08330AC4-C754-4B1E-A591-C2DD1576A556}"/>
                </a:ext>
              </a:extLst>
            </p:cNvPr>
            <p:cNvSpPr/>
            <p:nvPr/>
          </p:nvSpPr>
          <p:spPr>
            <a:xfrm>
              <a:off x="11885124" y="6677625"/>
              <a:ext cx="254733" cy="177905"/>
            </a:xfrm>
            <a:custGeom>
              <a:avLst/>
              <a:gdLst>
                <a:gd name="f0" fmla="val 10800000"/>
                <a:gd name="f1" fmla="val 5400000"/>
                <a:gd name="f2" fmla="val 180"/>
                <a:gd name="f3" fmla="val w"/>
                <a:gd name="f4" fmla="val h"/>
                <a:gd name="f5" fmla="val 0"/>
                <a:gd name="f6" fmla="val 285940"/>
                <a:gd name="f7" fmla="val 199072"/>
                <a:gd name="f8" fmla="val 199073"/>
                <a:gd name="f9" fmla="val 242125"/>
                <a:gd name="f10" fmla="val 39243"/>
                <a:gd name="f11" fmla="+- 0 0 -90"/>
                <a:gd name="f12" fmla="*/ f3 1 285940"/>
                <a:gd name="f13" fmla="*/ f4 1 199072"/>
                <a:gd name="f14" fmla="+- f7 0 f5"/>
                <a:gd name="f15" fmla="+- f6 0 f5"/>
                <a:gd name="f16" fmla="*/ f11 f0 1"/>
                <a:gd name="f17" fmla="*/ f15 1 285940"/>
                <a:gd name="f18" fmla="*/ f14 1 199072"/>
                <a:gd name="f19" fmla="*/ 0 f15 1"/>
                <a:gd name="f20" fmla="*/ 199073 f14 1"/>
                <a:gd name="f21" fmla="*/ 285940 f15 1"/>
                <a:gd name="f22" fmla="*/ 0 f14 1"/>
                <a:gd name="f23" fmla="*/ f16 1 f2"/>
                <a:gd name="f24" fmla="*/ f19 1 285940"/>
                <a:gd name="f25" fmla="*/ f20 1 199072"/>
                <a:gd name="f26" fmla="*/ f21 1 285940"/>
                <a:gd name="f27" fmla="*/ f22 1 199072"/>
                <a:gd name="f28" fmla="*/ f5 1 f17"/>
                <a:gd name="f29" fmla="*/ f6 1 f17"/>
                <a:gd name="f30" fmla="*/ f5 1 f18"/>
                <a:gd name="f31" fmla="*/ f7 1 f18"/>
                <a:gd name="f32" fmla="+- f23 0 f1"/>
                <a:gd name="f33" fmla="*/ f24 1 f17"/>
                <a:gd name="f34" fmla="*/ f25 1 f18"/>
                <a:gd name="f35" fmla="*/ f26 1 f17"/>
                <a:gd name="f36" fmla="*/ f27 1 f18"/>
                <a:gd name="f37" fmla="*/ f28 f12 1"/>
                <a:gd name="f38" fmla="*/ f29 f12 1"/>
                <a:gd name="f39" fmla="*/ f31 f13 1"/>
                <a:gd name="f40" fmla="*/ f30 f13 1"/>
                <a:gd name="f41" fmla="*/ f33 f12 1"/>
                <a:gd name="f42" fmla="*/ f34 f13 1"/>
                <a:gd name="f43" fmla="*/ f35 f12 1"/>
                <a:gd name="f44" fmla="*/ f36 f13 1"/>
              </a:gdLst>
              <a:ahLst/>
              <a:cxnLst>
                <a:cxn ang="3cd4">
                  <a:pos x="hc" y="t"/>
                </a:cxn>
                <a:cxn ang="0">
                  <a:pos x="r" y="vc"/>
                </a:cxn>
                <a:cxn ang="cd4">
                  <a:pos x="hc" y="b"/>
                </a:cxn>
                <a:cxn ang="cd2">
                  <a:pos x="l" y="vc"/>
                </a:cxn>
                <a:cxn ang="f32">
                  <a:pos x="f41" y="f42"/>
                </a:cxn>
                <a:cxn ang="f32">
                  <a:pos x="f43" y="f44"/>
                </a:cxn>
              </a:cxnLst>
              <a:rect l="f37" t="f40" r="f38" b="f39"/>
              <a:pathLst>
                <a:path w="285940" h="199072">
                  <a:moveTo>
                    <a:pt x="f5" y="f8"/>
                  </a:moveTo>
                  <a:cubicBezTo>
                    <a:pt x="f5" y="f8"/>
                    <a:pt x="f9" y="f10"/>
                    <a:pt x="f6" y="f5"/>
                  </a:cubicBezTo>
                </a:path>
              </a:pathLst>
            </a:custGeom>
            <a:noFill/>
            <a:ln w="9528" cap="rnd">
              <a:solidFill>
                <a:srgbClr val="4D4EE6">
                  <a:alpha val="7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8" name="Freeform: Shape 22">
              <a:extLst>
                <a:ext uri="{FF2B5EF4-FFF2-40B4-BE49-F238E27FC236}">
                  <a16:creationId xmlns:a16="http://schemas.microsoft.com/office/drawing/2014/main" id="{0286E916-D8CC-46AE-9A0A-96868093CEDA}"/>
                </a:ext>
              </a:extLst>
            </p:cNvPr>
            <p:cNvSpPr/>
            <p:nvPr/>
          </p:nvSpPr>
          <p:spPr>
            <a:xfrm>
              <a:off x="11531187" y="6516837"/>
              <a:ext cx="584237" cy="340659"/>
            </a:xfrm>
            <a:custGeom>
              <a:avLst/>
              <a:gdLst>
                <a:gd name="f0" fmla="val 10800000"/>
                <a:gd name="f1" fmla="val 5400000"/>
                <a:gd name="f2" fmla="val 180"/>
                <a:gd name="f3" fmla="val w"/>
                <a:gd name="f4" fmla="val h"/>
                <a:gd name="f5" fmla="val 0"/>
                <a:gd name="f6" fmla="val 655796"/>
                <a:gd name="f7" fmla="val 381190"/>
                <a:gd name="f8" fmla="val 461105"/>
                <a:gd name="f9" fmla="val 172117"/>
                <a:gd name="f10" fmla="+- 0 0 -90"/>
                <a:gd name="f11" fmla="*/ f3 1 655796"/>
                <a:gd name="f12" fmla="*/ f4 1 381190"/>
                <a:gd name="f13" fmla="+- f7 0 f5"/>
                <a:gd name="f14" fmla="+- f6 0 f5"/>
                <a:gd name="f15" fmla="*/ f10 f0 1"/>
                <a:gd name="f16" fmla="*/ f14 1 655796"/>
                <a:gd name="f17" fmla="*/ f13 1 381190"/>
                <a:gd name="f18" fmla="*/ 0 f14 1"/>
                <a:gd name="f19" fmla="*/ 381190 f13 1"/>
                <a:gd name="f20" fmla="*/ 655796 f14 1"/>
                <a:gd name="f21" fmla="*/ 0 f13 1"/>
                <a:gd name="f22" fmla="*/ f15 1 f2"/>
                <a:gd name="f23" fmla="*/ f18 1 655796"/>
                <a:gd name="f24" fmla="*/ f19 1 381190"/>
                <a:gd name="f25" fmla="*/ f20 1 655796"/>
                <a:gd name="f26" fmla="*/ f21 1 381190"/>
                <a:gd name="f27" fmla="*/ f5 1 f16"/>
                <a:gd name="f28" fmla="*/ f6 1 f16"/>
                <a:gd name="f29" fmla="*/ f5 1 f17"/>
                <a:gd name="f30" fmla="*/ f7 1 f17"/>
                <a:gd name="f31" fmla="+- f22 0 f1"/>
                <a:gd name="f32" fmla="*/ f23 1 f16"/>
                <a:gd name="f33" fmla="*/ f24 1 f17"/>
                <a:gd name="f34" fmla="*/ f25 1 f16"/>
                <a:gd name="f35" fmla="*/ f26 1 f17"/>
                <a:gd name="f36" fmla="*/ f27 f11 1"/>
                <a:gd name="f37" fmla="*/ f28 f11 1"/>
                <a:gd name="f38" fmla="*/ f30 f12 1"/>
                <a:gd name="f39" fmla="*/ f29 f12 1"/>
                <a:gd name="f40" fmla="*/ f32 f11 1"/>
                <a:gd name="f41" fmla="*/ f33 f12 1"/>
                <a:gd name="f42" fmla="*/ f34 f11 1"/>
                <a:gd name="f43" fmla="*/ f35 f12 1"/>
              </a:gdLst>
              <a:ahLst/>
              <a:cxnLst>
                <a:cxn ang="3cd4">
                  <a:pos x="hc" y="t"/>
                </a:cxn>
                <a:cxn ang="0">
                  <a:pos x="r" y="vc"/>
                </a:cxn>
                <a:cxn ang="cd4">
                  <a:pos x="hc" y="b"/>
                </a:cxn>
                <a:cxn ang="cd2">
                  <a:pos x="l" y="vc"/>
                </a:cxn>
                <a:cxn ang="f31">
                  <a:pos x="f40" y="f41"/>
                </a:cxn>
                <a:cxn ang="f31">
                  <a:pos x="f42" y="f43"/>
                </a:cxn>
              </a:cxnLst>
              <a:rect l="f36" t="f39" r="f37" b="f38"/>
              <a:pathLst>
                <a:path w="655796" h="381190">
                  <a:moveTo>
                    <a:pt x="f5" y="f7"/>
                  </a:moveTo>
                  <a:cubicBezTo>
                    <a:pt x="f5" y="f7"/>
                    <a:pt x="f8" y="f9"/>
                    <a:pt x="f6" y="f5"/>
                  </a:cubicBezTo>
                </a:path>
              </a:pathLst>
            </a:custGeom>
            <a:noFill/>
            <a:ln w="9528" cap="rnd">
              <a:solidFill>
                <a:srgbClr val="4D4EE6">
                  <a:alpha val="7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9" name="Freeform: Shape 23">
              <a:extLst>
                <a:ext uri="{FF2B5EF4-FFF2-40B4-BE49-F238E27FC236}">
                  <a16:creationId xmlns:a16="http://schemas.microsoft.com/office/drawing/2014/main" id="{72233E56-0DB9-4100-8601-5E6AF9C64C31}"/>
                </a:ext>
              </a:extLst>
            </p:cNvPr>
            <p:cNvSpPr/>
            <p:nvPr/>
          </p:nvSpPr>
          <p:spPr>
            <a:xfrm>
              <a:off x="9536469" y="5460559"/>
              <a:ext cx="2590065" cy="1380497"/>
            </a:xfrm>
            <a:custGeom>
              <a:avLst/>
              <a:gdLst>
                <a:gd name="f0" fmla="val 10800000"/>
                <a:gd name="f1" fmla="val 5400000"/>
                <a:gd name="f2" fmla="val 180"/>
                <a:gd name="f3" fmla="val w"/>
                <a:gd name="f4" fmla="val h"/>
                <a:gd name="f5" fmla="val 0"/>
                <a:gd name="f6" fmla="val 2907315"/>
                <a:gd name="f7" fmla="val 1544764"/>
                <a:gd name="f8" fmla="val 98012"/>
                <a:gd name="f9" fmla="val 1443990"/>
                <a:gd name="f10" fmla="val 201644"/>
                <a:gd name="f11" fmla="val 1352550"/>
                <a:gd name="f12" fmla="val 271272"/>
                <a:gd name="f13" fmla="val 1291209"/>
                <a:gd name="f14" fmla="val 343662"/>
                <a:gd name="f15" fmla="val 1234249"/>
                <a:gd name="f16" fmla="val 423196"/>
                <a:gd name="f17" fmla="val 1196054"/>
                <a:gd name="f18" fmla="val 537591"/>
                <a:gd name="f19" fmla="val 1141095"/>
                <a:gd name="f20" fmla="val 661226"/>
                <a:gd name="f21" fmla="val 1127189"/>
                <a:gd name="f22" fmla="val 782193"/>
                <a:gd name="f23" fmla="val 1099947"/>
                <a:gd name="f24" fmla="val 872300"/>
                <a:gd name="f25" fmla="val 1079659"/>
                <a:gd name="f26" fmla="val 961358"/>
                <a:gd name="f27" fmla="val 1051370"/>
                <a:gd name="f28" fmla="val 1052513"/>
                <a:gd name="f29" fmla="val 1042321"/>
                <a:gd name="f30" fmla="val 1139000"/>
                <a:gd name="f31" fmla="val 1033653"/>
                <a:gd name="f32" fmla="val 1225868"/>
                <a:gd name="f33" fmla="val 1040321"/>
                <a:gd name="f34" fmla="val 1311783"/>
                <a:gd name="f35" fmla="val 1056037"/>
                <a:gd name="f36" fmla="val 1369314"/>
                <a:gd name="f37" fmla="val 1066609"/>
                <a:gd name="f38" fmla="val 1426559"/>
                <a:gd name="f39" fmla="val 1079373"/>
                <a:gd name="f40" fmla="val 1484662"/>
                <a:gd name="f41" fmla="val 1083469"/>
                <a:gd name="f42" fmla="val 1587913"/>
                <a:gd name="f43" fmla="val 1090803"/>
                <a:gd name="f44" fmla="val 1690402"/>
                <a:gd name="f45" fmla="val 1064800"/>
                <a:gd name="f46" fmla="val 1788224"/>
                <a:gd name="f47" fmla="val 1023080"/>
                <a:gd name="f48" fmla="val 1956721"/>
                <a:gd name="f49" fmla="val 951262"/>
                <a:gd name="f50" fmla="val 2106549"/>
                <a:gd name="f51" fmla="val 825722"/>
                <a:gd name="f52" fmla="val 2269045"/>
                <a:gd name="f53" fmla="val 734758"/>
                <a:gd name="f54" fmla="val 2359438"/>
                <a:gd name="f55" fmla="val 684181"/>
                <a:gd name="f56" fmla="val 2452497"/>
                <a:gd name="f57" fmla="val 640556"/>
                <a:gd name="f58" fmla="val 2534984"/>
                <a:gd name="f59" fmla="val 572738"/>
                <a:gd name="f60" fmla="val 2673001"/>
                <a:gd name="f61" fmla="val 459391"/>
                <a:gd name="f62" fmla="val 2847023"/>
                <a:gd name="f63" fmla="val 191453"/>
                <a:gd name="f64" fmla="val 2907316"/>
                <a:gd name="f65" fmla="+- 0 0 -90"/>
                <a:gd name="f66" fmla="*/ f3 1 2907315"/>
                <a:gd name="f67" fmla="*/ f4 1 1544764"/>
                <a:gd name="f68" fmla="+- f7 0 f5"/>
                <a:gd name="f69" fmla="+- f6 0 f5"/>
                <a:gd name="f70" fmla="*/ f65 f0 1"/>
                <a:gd name="f71" fmla="*/ f69 1 2907315"/>
                <a:gd name="f72" fmla="*/ f68 1 1544764"/>
                <a:gd name="f73" fmla="*/ 0 f69 1"/>
                <a:gd name="f74" fmla="*/ 1544764 f68 1"/>
                <a:gd name="f75" fmla="*/ 201644 f69 1"/>
                <a:gd name="f76" fmla="*/ 1352550 f68 1"/>
                <a:gd name="f77" fmla="*/ 423196 f69 1"/>
                <a:gd name="f78" fmla="*/ 1196054 f68 1"/>
                <a:gd name="f79" fmla="*/ 782193 f69 1"/>
                <a:gd name="f80" fmla="*/ 1099947 f68 1"/>
                <a:gd name="f81" fmla="*/ 1052513 f69 1"/>
                <a:gd name="f82" fmla="*/ 1042321 f68 1"/>
                <a:gd name="f83" fmla="*/ 1311783 f69 1"/>
                <a:gd name="f84" fmla="*/ 1056037 f68 1"/>
                <a:gd name="f85" fmla="*/ 1484662 f69 1"/>
                <a:gd name="f86" fmla="*/ 1083469 f68 1"/>
                <a:gd name="f87" fmla="*/ 1788224 f69 1"/>
                <a:gd name="f88" fmla="*/ 1023080 f68 1"/>
                <a:gd name="f89" fmla="*/ 2269045 f69 1"/>
                <a:gd name="f90" fmla="*/ 734758 f68 1"/>
                <a:gd name="f91" fmla="*/ 2534984 f69 1"/>
                <a:gd name="f92" fmla="*/ 572738 f68 1"/>
                <a:gd name="f93" fmla="*/ 2907316 f69 1"/>
                <a:gd name="f94" fmla="*/ 0 f68 1"/>
                <a:gd name="f95" fmla="*/ f70 1 f2"/>
                <a:gd name="f96" fmla="*/ f73 1 2907315"/>
                <a:gd name="f97" fmla="*/ f74 1 1544764"/>
                <a:gd name="f98" fmla="*/ f75 1 2907315"/>
                <a:gd name="f99" fmla="*/ f76 1 1544764"/>
                <a:gd name="f100" fmla="*/ f77 1 2907315"/>
                <a:gd name="f101" fmla="*/ f78 1 1544764"/>
                <a:gd name="f102" fmla="*/ f79 1 2907315"/>
                <a:gd name="f103" fmla="*/ f80 1 1544764"/>
                <a:gd name="f104" fmla="*/ f81 1 2907315"/>
                <a:gd name="f105" fmla="*/ f82 1 1544764"/>
                <a:gd name="f106" fmla="*/ f83 1 2907315"/>
                <a:gd name="f107" fmla="*/ f84 1 1544764"/>
                <a:gd name="f108" fmla="*/ f85 1 2907315"/>
                <a:gd name="f109" fmla="*/ f86 1 1544764"/>
                <a:gd name="f110" fmla="*/ f87 1 2907315"/>
                <a:gd name="f111" fmla="*/ f88 1 1544764"/>
                <a:gd name="f112" fmla="*/ f89 1 2907315"/>
                <a:gd name="f113" fmla="*/ f90 1 1544764"/>
                <a:gd name="f114" fmla="*/ f91 1 2907315"/>
                <a:gd name="f115" fmla="*/ f92 1 1544764"/>
                <a:gd name="f116" fmla="*/ f93 1 2907315"/>
                <a:gd name="f117" fmla="*/ f94 1 1544764"/>
                <a:gd name="f118" fmla="*/ f5 1 f71"/>
                <a:gd name="f119" fmla="*/ f6 1 f71"/>
                <a:gd name="f120" fmla="*/ f5 1 f72"/>
                <a:gd name="f121" fmla="*/ f7 1 f72"/>
                <a:gd name="f122" fmla="+- f95 0 f1"/>
                <a:gd name="f123" fmla="*/ f96 1 f71"/>
                <a:gd name="f124" fmla="*/ f97 1 f72"/>
                <a:gd name="f125" fmla="*/ f98 1 f71"/>
                <a:gd name="f126" fmla="*/ f99 1 f72"/>
                <a:gd name="f127" fmla="*/ f100 1 f71"/>
                <a:gd name="f128" fmla="*/ f101 1 f72"/>
                <a:gd name="f129" fmla="*/ f102 1 f71"/>
                <a:gd name="f130" fmla="*/ f103 1 f72"/>
                <a:gd name="f131" fmla="*/ f104 1 f71"/>
                <a:gd name="f132" fmla="*/ f105 1 f72"/>
                <a:gd name="f133" fmla="*/ f106 1 f71"/>
                <a:gd name="f134" fmla="*/ f107 1 f72"/>
                <a:gd name="f135" fmla="*/ f108 1 f71"/>
                <a:gd name="f136" fmla="*/ f109 1 f72"/>
                <a:gd name="f137" fmla="*/ f110 1 f71"/>
                <a:gd name="f138" fmla="*/ f111 1 f72"/>
                <a:gd name="f139" fmla="*/ f112 1 f71"/>
                <a:gd name="f140" fmla="*/ f113 1 f72"/>
                <a:gd name="f141" fmla="*/ f114 1 f71"/>
                <a:gd name="f142" fmla="*/ f115 1 f72"/>
                <a:gd name="f143" fmla="*/ f116 1 f71"/>
                <a:gd name="f144" fmla="*/ f117 1 f72"/>
                <a:gd name="f145" fmla="*/ f118 f66 1"/>
                <a:gd name="f146" fmla="*/ f119 f66 1"/>
                <a:gd name="f147" fmla="*/ f121 f67 1"/>
                <a:gd name="f148" fmla="*/ f120 f67 1"/>
                <a:gd name="f149" fmla="*/ f123 f66 1"/>
                <a:gd name="f150" fmla="*/ f124 f67 1"/>
                <a:gd name="f151" fmla="*/ f125 f66 1"/>
                <a:gd name="f152" fmla="*/ f126 f67 1"/>
                <a:gd name="f153" fmla="*/ f127 f66 1"/>
                <a:gd name="f154" fmla="*/ f128 f67 1"/>
                <a:gd name="f155" fmla="*/ f129 f66 1"/>
                <a:gd name="f156" fmla="*/ f130 f67 1"/>
                <a:gd name="f157" fmla="*/ f131 f66 1"/>
                <a:gd name="f158" fmla="*/ f132 f67 1"/>
                <a:gd name="f159" fmla="*/ f133 f66 1"/>
                <a:gd name="f160" fmla="*/ f134 f67 1"/>
                <a:gd name="f161" fmla="*/ f135 f66 1"/>
                <a:gd name="f162" fmla="*/ f136 f67 1"/>
                <a:gd name="f163" fmla="*/ f137 f66 1"/>
                <a:gd name="f164" fmla="*/ f138 f67 1"/>
                <a:gd name="f165" fmla="*/ f139 f66 1"/>
                <a:gd name="f166" fmla="*/ f140 f67 1"/>
                <a:gd name="f167" fmla="*/ f141 f66 1"/>
                <a:gd name="f168" fmla="*/ f142 f67 1"/>
                <a:gd name="f169" fmla="*/ f143 f66 1"/>
                <a:gd name="f170" fmla="*/ f144 f67 1"/>
              </a:gdLst>
              <a:ahLst/>
              <a:cxnLst>
                <a:cxn ang="3cd4">
                  <a:pos x="hc" y="t"/>
                </a:cxn>
                <a:cxn ang="0">
                  <a:pos x="r" y="vc"/>
                </a:cxn>
                <a:cxn ang="cd4">
                  <a:pos x="hc" y="b"/>
                </a:cxn>
                <a:cxn ang="cd2">
                  <a:pos x="l" y="vc"/>
                </a:cxn>
                <a:cxn ang="f122">
                  <a:pos x="f149" y="f150"/>
                </a:cxn>
                <a:cxn ang="f122">
                  <a:pos x="f151" y="f152"/>
                </a:cxn>
                <a:cxn ang="f122">
                  <a:pos x="f153" y="f154"/>
                </a:cxn>
                <a:cxn ang="f122">
                  <a:pos x="f155" y="f156"/>
                </a:cxn>
                <a:cxn ang="f122">
                  <a:pos x="f157" y="f158"/>
                </a:cxn>
                <a:cxn ang="f122">
                  <a:pos x="f159" y="f160"/>
                </a:cxn>
                <a:cxn ang="f122">
                  <a:pos x="f161" y="f162"/>
                </a:cxn>
                <a:cxn ang="f122">
                  <a:pos x="f163" y="f164"/>
                </a:cxn>
                <a:cxn ang="f122">
                  <a:pos x="f165" y="f166"/>
                </a:cxn>
                <a:cxn ang="f122">
                  <a:pos x="f167" y="f168"/>
                </a:cxn>
                <a:cxn ang="f122">
                  <a:pos x="f169" y="f170"/>
                </a:cxn>
              </a:cxnLst>
              <a:rect l="f145" t="f148" r="f146" b="f147"/>
              <a:pathLst>
                <a:path w="2907315" h="1544764">
                  <a:moveTo>
                    <a:pt x="f5" y="f7"/>
                  </a:moveTo>
                  <a:cubicBezTo>
                    <a:pt x="f5" y="f7"/>
                    <a:pt x="f8" y="f9"/>
                    <a:pt x="f10" y="f11"/>
                  </a:cubicBezTo>
                  <a:cubicBezTo>
                    <a:pt x="f12" y="f13"/>
                    <a:pt x="f14" y="f15"/>
                    <a:pt x="f16" y="f17"/>
                  </a:cubicBezTo>
                  <a:cubicBezTo>
                    <a:pt x="f18" y="f19"/>
                    <a:pt x="f20" y="f21"/>
                    <a:pt x="f22" y="f23"/>
                  </a:cubicBezTo>
                  <a:cubicBezTo>
                    <a:pt x="f24" y="f25"/>
                    <a:pt x="f26" y="f27"/>
                    <a:pt x="f28" y="f29"/>
                  </a:cubicBezTo>
                  <a:cubicBezTo>
                    <a:pt x="f30" y="f31"/>
                    <a:pt x="f32" y="f33"/>
                    <a:pt x="f34" y="f35"/>
                  </a:cubicBezTo>
                  <a:cubicBezTo>
                    <a:pt x="f36" y="f37"/>
                    <a:pt x="f38" y="f39"/>
                    <a:pt x="f40" y="f41"/>
                  </a:cubicBezTo>
                  <a:cubicBezTo>
                    <a:pt x="f42" y="f43"/>
                    <a:pt x="f44" y="f45"/>
                    <a:pt x="f46" y="f47"/>
                  </a:cubicBezTo>
                  <a:cubicBezTo>
                    <a:pt x="f48" y="f49"/>
                    <a:pt x="f50" y="f51"/>
                    <a:pt x="f52" y="f53"/>
                  </a:cubicBezTo>
                  <a:cubicBezTo>
                    <a:pt x="f54" y="f55"/>
                    <a:pt x="f56" y="f57"/>
                    <a:pt x="f58" y="f59"/>
                  </a:cubicBezTo>
                  <a:cubicBezTo>
                    <a:pt x="f60" y="f61"/>
                    <a:pt x="f62" y="f63"/>
                    <a:pt x="f64" y="f5"/>
                  </a:cubicBezTo>
                </a:path>
              </a:pathLst>
            </a:custGeom>
            <a:noFill/>
            <a:ln w="9528" cap="rnd">
              <a:solidFill>
                <a:srgbClr val="4D4EE6">
                  <a:alpha val="7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0" name="Freeform: Shape 24">
              <a:extLst>
                <a:ext uri="{FF2B5EF4-FFF2-40B4-BE49-F238E27FC236}">
                  <a16:creationId xmlns:a16="http://schemas.microsoft.com/office/drawing/2014/main" id="{2B284283-F618-4110-9924-AD60ED2124EF}"/>
                </a:ext>
              </a:extLst>
            </p:cNvPr>
            <p:cNvSpPr/>
            <p:nvPr/>
          </p:nvSpPr>
          <p:spPr>
            <a:xfrm>
              <a:off x="9317196" y="5113178"/>
              <a:ext cx="2822579" cy="1744821"/>
            </a:xfrm>
            <a:custGeom>
              <a:avLst/>
              <a:gdLst>
                <a:gd name="f0" fmla="val 10800000"/>
                <a:gd name="f1" fmla="val 5400000"/>
                <a:gd name="f2" fmla="val 180"/>
                <a:gd name="f3" fmla="val w"/>
                <a:gd name="f4" fmla="val h"/>
                <a:gd name="f5" fmla="val 0"/>
                <a:gd name="f6" fmla="val 3168300"/>
                <a:gd name="f7" fmla="val 1952434"/>
                <a:gd name="f8" fmla="val 1952435"/>
                <a:gd name="f9" fmla="val 91059"/>
                <a:gd name="f10" fmla="val 1796415"/>
                <a:gd name="f11" fmla="val 202121"/>
                <a:gd name="f12" fmla="val 1687068"/>
                <a:gd name="f13" fmla="val 301943"/>
                <a:gd name="f14" fmla="val 1588675"/>
                <a:gd name="f15" fmla="val 416528"/>
                <a:gd name="f16" fmla="val 1505617"/>
                <a:gd name="f17" fmla="val 545116"/>
                <a:gd name="f18" fmla="val 1450277"/>
                <a:gd name="f19" fmla="val 659987"/>
                <a:gd name="f20" fmla="val 1400747"/>
                <a:gd name="f21" fmla="val 783622"/>
                <a:gd name="f22" fmla="val 1377601"/>
                <a:gd name="f23" fmla="val 906780"/>
                <a:gd name="f24" fmla="val 1354455"/>
                <a:gd name="f25" fmla="val 1048036"/>
                <a:gd name="f26" fmla="val 1327976"/>
                <a:gd name="f27" fmla="val 1189482"/>
                <a:gd name="f28" fmla="val 1301972"/>
                <a:gd name="f29" fmla="val 1332262"/>
                <a:gd name="f30" fmla="val 1285304"/>
                <a:gd name="f31" fmla="val 1452182"/>
                <a:gd name="f32" fmla="val 1271302"/>
                <a:gd name="f33" fmla="val 1573340"/>
                <a:gd name="f34" fmla="val 1265873"/>
                <a:gd name="f35" fmla="val 1691259"/>
                <a:gd name="f36" fmla="val 1240060"/>
                <a:gd name="f37" fmla="val 1800035"/>
                <a:gd name="f38" fmla="val 1216247"/>
                <a:gd name="f39" fmla="val 1904619"/>
                <a:gd name="f40" fmla="val 1176718"/>
                <a:gd name="f41" fmla="val 2010346"/>
                <a:gd name="f42" fmla="val 1141667"/>
                <a:gd name="f43" fmla="val 2136743"/>
                <a:gd name="f44" fmla="val 1099661"/>
                <a:gd name="f45" fmla="val 2265902"/>
                <a:gd name="f46" fmla="val 1066229"/>
                <a:gd name="f47" fmla="val 2393252"/>
                <a:gd name="f48" fmla="val 1027271"/>
                <a:gd name="f49" fmla="val 2457450"/>
                <a:gd name="f50" fmla="val 1007650"/>
                <a:gd name="f51" fmla="val 2521744"/>
                <a:gd name="f52" fmla="val 987552"/>
                <a:gd name="f53" fmla="val 2582037"/>
                <a:gd name="f54" fmla="val 958120"/>
                <a:gd name="f55" fmla="val 2648807"/>
                <a:gd name="f56" fmla="val 925449"/>
                <a:gd name="f57" fmla="val 2710815"/>
                <a:gd name="f58" fmla="val 883349"/>
                <a:gd name="f59" fmla="val 2760155"/>
                <a:gd name="f60" fmla="val 827723"/>
                <a:gd name="f61" fmla="val 2827496"/>
                <a:gd name="f62" fmla="val 751904"/>
                <a:gd name="f63" fmla="val 2867978"/>
                <a:gd name="f64" fmla="val 657511"/>
                <a:gd name="f65" fmla="val 2914364"/>
                <a:gd name="f66" fmla="val 567023"/>
                <a:gd name="f67" fmla="val 2972753"/>
                <a:gd name="f68" fmla="val 453200"/>
                <a:gd name="f69" fmla="val 3119152"/>
                <a:gd name="f70" fmla="val 118015"/>
                <a:gd name="f71" fmla="val 3168301"/>
                <a:gd name="f72" fmla="+- 0 0 -90"/>
                <a:gd name="f73" fmla="*/ f3 1 3168300"/>
                <a:gd name="f74" fmla="*/ f4 1 1952434"/>
                <a:gd name="f75" fmla="+- f7 0 f5"/>
                <a:gd name="f76" fmla="+- f6 0 f5"/>
                <a:gd name="f77" fmla="*/ f72 f0 1"/>
                <a:gd name="f78" fmla="*/ f76 1 3168300"/>
                <a:gd name="f79" fmla="*/ f75 1 1952434"/>
                <a:gd name="f80" fmla="*/ 0 f76 1"/>
                <a:gd name="f81" fmla="*/ 1952435 f75 1"/>
                <a:gd name="f82" fmla="*/ 202121 f76 1"/>
                <a:gd name="f83" fmla="*/ 1687068 f75 1"/>
                <a:gd name="f84" fmla="*/ 545116 f76 1"/>
                <a:gd name="f85" fmla="*/ 1450277 f75 1"/>
                <a:gd name="f86" fmla="*/ 906780 f76 1"/>
                <a:gd name="f87" fmla="*/ 1354455 f75 1"/>
                <a:gd name="f88" fmla="*/ 1332262 f76 1"/>
                <a:gd name="f89" fmla="*/ 1285304 f75 1"/>
                <a:gd name="f90" fmla="*/ 1691259 f76 1"/>
                <a:gd name="f91" fmla="*/ 1240060 f75 1"/>
                <a:gd name="f92" fmla="*/ 2010346 f76 1"/>
                <a:gd name="f93" fmla="*/ 1141667 f75 1"/>
                <a:gd name="f94" fmla="*/ 2393252 f76 1"/>
                <a:gd name="f95" fmla="*/ 1027271 f75 1"/>
                <a:gd name="f96" fmla="*/ 2582037 f76 1"/>
                <a:gd name="f97" fmla="*/ 958120 f75 1"/>
                <a:gd name="f98" fmla="*/ 2760155 f76 1"/>
                <a:gd name="f99" fmla="*/ 827723 f75 1"/>
                <a:gd name="f100" fmla="*/ 2914364 f76 1"/>
                <a:gd name="f101" fmla="*/ 567023 f75 1"/>
                <a:gd name="f102" fmla="*/ 3168301 f76 1"/>
                <a:gd name="f103" fmla="*/ 0 f75 1"/>
                <a:gd name="f104" fmla="*/ f77 1 f2"/>
                <a:gd name="f105" fmla="*/ f80 1 3168300"/>
                <a:gd name="f106" fmla="*/ f81 1 1952434"/>
                <a:gd name="f107" fmla="*/ f82 1 3168300"/>
                <a:gd name="f108" fmla="*/ f83 1 1952434"/>
                <a:gd name="f109" fmla="*/ f84 1 3168300"/>
                <a:gd name="f110" fmla="*/ f85 1 1952434"/>
                <a:gd name="f111" fmla="*/ f86 1 3168300"/>
                <a:gd name="f112" fmla="*/ f87 1 1952434"/>
                <a:gd name="f113" fmla="*/ f88 1 3168300"/>
                <a:gd name="f114" fmla="*/ f89 1 1952434"/>
                <a:gd name="f115" fmla="*/ f90 1 3168300"/>
                <a:gd name="f116" fmla="*/ f91 1 1952434"/>
                <a:gd name="f117" fmla="*/ f92 1 3168300"/>
                <a:gd name="f118" fmla="*/ f93 1 1952434"/>
                <a:gd name="f119" fmla="*/ f94 1 3168300"/>
                <a:gd name="f120" fmla="*/ f95 1 1952434"/>
                <a:gd name="f121" fmla="*/ f96 1 3168300"/>
                <a:gd name="f122" fmla="*/ f97 1 1952434"/>
                <a:gd name="f123" fmla="*/ f98 1 3168300"/>
                <a:gd name="f124" fmla="*/ f99 1 1952434"/>
                <a:gd name="f125" fmla="*/ f100 1 3168300"/>
                <a:gd name="f126" fmla="*/ f101 1 1952434"/>
                <a:gd name="f127" fmla="*/ f102 1 3168300"/>
                <a:gd name="f128" fmla="*/ f103 1 1952434"/>
                <a:gd name="f129" fmla="*/ f5 1 f78"/>
                <a:gd name="f130" fmla="*/ f6 1 f78"/>
                <a:gd name="f131" fmla="*/ f5 1 f79"/>
                <a:gd name="f132" fmla="*/ f7 1 f79"/>
                <a:gd name="f133" fmla="+- f104 0 f1"/>
                <a:gd name="f134" fmla="*/ f105 1 f78"/>
                <a:gd name="f135" fmla="*/ f106 1 f79"/>
                <a:gd name="f136" fmla="*/ f107 1 f78"/>
                <a:gd name="f137" fmla="*/ f108 1 f79"/>
                <a:gd name="f138" fmla="*/ f109 1 f78"/>
                <a:gd name="f139" fmla="*/ f110 1 f79"/>
                <a:gd name="f140" fmla="*/ f111 1 f78"/>
                <a:gd name="f141" fmla="*/ f112 1 f79"/>
                <a:gd name="f142" fmla="*/ f113 1 f78"/>
                <a:gd name="f143" fmla="*/ f114 1 f79"/>
                <a:gd name="f144" fmla="*/ f115 1 f78"/>
                <a:gd name="f145" fmla="*/ f116 1 f79"/>
                <a:gd name="f146" fmla="*/ f117 1 f78"/>
                <a:gd name="f147" fmla="*/ f118 1 f79"/>
                <a:gd name="f148" fmla="*/ f119 1 f78"/>
                <a:gd name="f149" fmla="*/ f120 1 f79"/>
                <a:gd name="f150" fmla="*/ f121 1 f78"/>
                <a:gd name="f151" fmla="*/ f122 1 f79"/>
                <a:gd name="f152" fmla="*/ f123 1 f78"/>
                <a:gd name="f153" fmla="*/ f124 1 f79"/>
                <a:gd name="f154" fmla="*/ f125 1 f78"/>
                <a:gd name="f155" fmla="*/ f126 1 f79"/>
                <a:gd name="f156" fmla="*/ f127 1 f78"/>
                <a:gd name="f157" fmla="*/ f128 1 f79"/>
                <a:gd name="f158" fmla="*/ f129 f73 1"/>
                <a:gd name="f159" fmla="*/ f130 f73 1"/>
                <a:gd name="f160" fmla="*/ f132 f74 1"/>
                <a:gd name="f161" fmla="*/ f131 f74 1"/>
                <a:gd name="f162" fmla="*/ f134 f73 1"/>
                <a:gd name="f163" fmla="*/ f135 f74 1"/>
                <a:gd name="f164" fmla="*/ f136 f73 1"/>
                <a:gd name="f165" fmla="*/ f137 f74 1"/>
                <a:gd name="f166" fmla="*/ f138 f73 1"/>
                <a:gd name="f167" fmla="*/ f139 f74 1"/>
                <a:gd name="f168" fmla="*/ f140 f73 1"/>
                <a:gd name="f169" fmla="*/ f141 f74 1"/>
                <a:gd name="f170" fmla="*/ f142 f73 1"/>
                <a:gd name="f171" fmla="*/ f143 f74 1"/>
                <a:gd name="f172" fmla="*/ f144 f73 1"/>
                <a:gd name="f173" fmla="*/ f145 f74 1"/>
                <a:gd name="f174" fmla="*/ f146 f73 1"/>
                <a:gd name="f175" fmla="*/ f147 f74 1"/>
                <a:gd name="f176" fmla="*/ f148 f73 1"/>
                <a:gd name="f177" fmla="*/ f149 f74 1"/>
                <a:gd name="f178" fmla="*/ f150 f73 1"/>
                <a:gd name="f179" fmla="*/ f151 f74 1"/>
                <a:gd name="f180" fmla="*/ f152 f73 1"/>
                <a:gd name="f181" fmla="*/ f153 f74 1"/>
                <a:gd name="f182" fmla="*/ f154 f73 1"/>
                <a:gd name="f183" fmla="*/ f155 f74 1"/>
                <a:gd name="f184" fmla="*/ f156 f73 1"/>
                <a:gd name="f185" fmla="*/ f157 f74 1"/>
              </a:gdLst>
              <a:ahLst/>
              <a:cxnLst>
                <a:cxn ang="3cd4">
                  <a:pos x="hc" y="t"/>
                </a:cxn>
                <a:cxn ang="0">
                  <a:pos x="r" y="vc"/>
                </a:cxn>
                <a:cxn ang="cd4">
                  <a:pos x="hc" y="b"/>
                </a:cxn>
                <a:cxn ang="cd2">
                  <a:pos x="l" y="vc"/>
                </a:cxn>
                <a:cxn ang="f133">
                  <a:pos x="f162" y="f163"/>
                </a:cxn>
                <a:cxn ang="f133">
                  <a:pos x="f164" y="f165"/>
                </a:cxn>
                <a:cxn ang="f133">
                  <a:pos x="f166" y="f167"/>
                </a:cxn>
                <a:cxn ang="f133">
                  <a:pos x="f168" y="f169"/>
                </a:cxn>
                <a:cxn ang="f133">
                  <a:pos x="f170" y="f171"/>
                </a:cxn>
                <a:cxn ang="f133">
                  <a:pos x="f172" y="f173"/>
                </a:cxn>
                <a:cxn ang="f133">
                  <a:pos x="f174" y="f175"/>
                </a:cxn>
                <a:cxn ang="f133">
                  <a:pos x="f176" y="f177"/>
                </a:cxn>
                <a:cxn ang="f133">
                  <a:pos x="f178" y="f179"/>
                </a:cxn>
                <a:cxn ang="f133">
                  <a:pos x="f180" y="f181"/>
                </a:cxn>
                <a:cxn ang="f133">
                  <a:pos x="f182" y="f183"/>
                </a:cxn>
                <a:cxn ang="f133">
                  <a:pos x="f184" y="f185"/>
                </a:cxn>
              </a:cxnLst>
              <a:rect l="f158" t="f161" r="f159" b="f160"/>
              <a:pathLst>
                <a:path w="3168300" h="1952434">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35" y="f36"/>
                  </a:cubicBezTo>
                  <a:cubicBezTo>
                    <a:pt x="f37" y="f38"/>
                    <a:pt x="f39" y="f40"/>
                    <a:pt x="f41" y="f42"/>
                  </a:cubicBezTo>
                  <a:cubicBezTo>
                    <a:pt x="f43" y="f44"/>
                    <a:pt x="f45" y="f46"/>
                    <a:pt x="f47" y="f48"/>
                  </a:cubicBezTo>
                  <a:cubicBezTo>
                    <a:pt x="f49" y="f50"/>
                    <a:pt x="f51" y="f52"/>
                    <a:pt x="f53" y="f54"/>
                  </a:cubicBezTo>
                  <a:cubicBezTo>
                    <a:pt x="f55" y="f56"/>
                    <a:pt x="f57" y="f58"/>
                    <a:pt x="f59" y="f60"/>
                  </a:cubicBezTo>
                  <a:cubicBezTo>
                    <a:pt x="f61" y="f62"/>
                    <a:pt x="f63" y="f64"/>
                    <a:pt x="f65" y="f66"/>
                  </a:cubicBezTo>
                  <a:cubicBezTo>
                    <a:pt x="f67" y="f68"/>
                    <a:pt x="f69" y="f70"/>
                    <a:pt x="f71" y="f5"/>
                  </a:cubicBezTo>
                </a:path>
              </a:pathLst>
            </a:custGeom>
            <a:noFill/>
            <a:ln w="9528" cap="rnd">
              <a:solidFill>
                <a:srgbClr val="4D4EE6">
                  <a:alpha val="7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1" name="Freeform: Shape 25">
              <a:extLst>
                <a:ext uri="{FF2B5EF4-FFF2-40B4-BE49-F238E27FC236}">
                  <a16:creationId xmlns:a16="http://schemas.microsoft.com/office/drawing/2014/main" id="{838F8087-D79A-447B-8E89-1392A192626E}"/>
                </a:ext>
              </a:extLst>
            </p:cNvPr>
            <p:cNvSpPr/>
            <p:nvPr/>
          </p:nvSpPr>
          <p:spPr>
            <a:xfrm>
              <a:off x="9136200" y="4664253"/>
              <a:ext cx="2990508" cy="2191277"/>
            </a:xfrm>
            <a:custGeom>
              <a:avLst/>
              <a:gdLst>
                <a:gd name="f0" fmla="val 10800000"/>
                <a:gd name="f1" fmla="val 5400000"/>
                <a:gd name="f2" fmla="val 180"/>
                <a:gd name="f3" fmla="val w"/>
                <a:gd name="f4" fmla="val h"/>
                <a:gd name="f5" fmla="val 0"/>
                <a:gd name="f6" fmla="val 3356800"/>
                <a:gd name="f7" fmla="val 2452020"/>
                <a:gd name="f8" fmla="val 2452021"/>
                <a:gd name="f9" fmla="val 57150"/>
                <a:gd name="f10" fmla="val 2344198"/>
                <a:gd name="f11" fmla="val 130874"/>
                <a:gd name="f12" fmla="val 2247710"/>
                <a:gd name="f13" fmla="val 218694"/>
                <a:gd name="f14" fmla="val 2132648"/>
                <a:gd name="f15" fmla="val 328136"/>
                <a:gd name="f16" fmla="val 2036635"/>
                <a:gd name="f17" fmla="val 437197"/>
                <a:gd name="f18" fmla="val 1941195"/>
                <a:gd name="f19" fmla="val 529304"/>
                <a:gd name="f20" fmla="val 1860709"/>
                <a:gd name="f21" fmla="val 623030"/>
                <a:gd name="f22" fmla="val 1779556"/>
                <a:gd name="f23" fmla="val 737140"/>
                <a:gd name="f24" fmla="val 1736884"/>
                <a:gd name="f25" fmla="val 830866"/>
                <a:gd name="f26" fmla="val 1701736"/>
                <a:gd name="f27" fmla="val 932021"/>
                <a:gd name="f28" fmla="val 1695450"/>
                <a:gd name="f29" fmla="val 1031843"/>
                <a:gd name="f30" fmla="val 1685068"/>
                <a:gd name="f31" fmla="val 1117092"/>
                <a:gd name="f32" fmla="val 1676210"/>
                <a:gd name="f33" fmla="val 1202055"/>
                <a:gd name="f34" fmla="val 1665160"/>
                <a:gd name="f35" fmla="val 1287304"/>
                <a:gd name="f36" fmla="val 1655826"/>
                <a:gd name="f37" fmla="val 1348931"/>
                <a:gd name="f38" fmla="val 1649063"/>
                <a:gd name="f39" fmla="val 1410653"/>
                <a:gd name="f40" fmla="val 1643539"/>
                <a:gd name="f41" fmla="val 1471994"/>
                <a:gd name="f42" fmla="val 1634300"/>
                <a:gd name="f43" fmla="val 1618679"/>
                <a:gd name="f44" fmla="val 1612011"/>
                <a:gd name="f45" fmla="val 1761935"/>
                <a:gd name="f46" fmla="val 1571149"/>
                <a:gd name="f47" fmla="val 1898237"/>
                <a:gd name="f48" fmla="val 1512665"/>
                <a:gd name="f49" fmla="val 2010442"/>
                <a:gd name="f50" fmla="val 1464564"/>
                <a:gd name="f51" fmla="val 2117503"/>
                <a:gd name="f52" fmla="val 1405128"/>
                <a:gd name="f53" fmla="val 2229136"/>
                <a:gd name="f54" fmla="val 1355598"/>
                <a:gd name="f55" fmla="val 2322481"/>
                <a:gd name="f56" fmla="val 1314164"/>
                <a:gd name="f57" fmla="val 2418969"/>
                <a:gd name="f58" fmla="val 1280160"/>
                <a:gd name="f59" fmla="val 2512314"/>
                <a:gd name="f60" fmla="val 1238631"/>
                <a:gd name="f61" fmla="val 2599087"/>
                <a:gd name="f62" fmla="val 1199960"/>
                <a:gd name="f63" fmla="val 2683193"/>
                <a:gd name="f64" fmla="val 1154811"/>
                <a:gd name="f65" fmla="val 2758535"/>
                <a:gd name="f66" fmla="val 1096994"/>
                <a:gd name="f67" fmla="val 2825020"/>
                <a:gd name="f68" fmla="val 1046035"/>
                <a:gd name="f69" fmla="val 2883789"/>
                <a:gd name="f70" fmla="val 985837"/>
                <a:gd name="f71" fmla="val 2935510"/>
                <a:gd name="f72" fmla="val 919925"/>
                <a:gd name="f73" fmla="val 2992184"/>
                <a:gd name="f74" fmla="val 847725"/>
                <a:gd name="f75" fmla="val 3039904"/>
                <a:gd name="f76" fmla="val 769144"/>
                <a:gd name="f77" fmla="val 3081719"/>
                <a:gd name="f78" fmla="val 687419"/>
                <a:gd name="f79" fmla="val 3138297"/>
                <a:gd name="f80" fmla="val 576739"/>
                <a:gd name="f81" fmla="val 3314129"/>
                <a:gd name="f82" fmla="val 116776"/>
                <a:gd name="f83" fmla="+- 0 0 -90"/>
                <a:gd name="f84" fmla="*/ f3 1 3356800"/>
                <a:gd name="f85" fmla="*/ f4 1 2452020"/>
                <a:gd name="f86" fmla="+- f7 0 f5"/>
                <a:gd name="f87" fmla="+- f6 0 f5"/>
                <a:gd name="f88" fmla="*/ f83 f0 1"/>
                <a:gd name="f89" fmla="*/ f87 1 3356800"/>
                <a:gd name="f90" fmla="*/ f86 1 2452020"/>
                <a:gd name="f91" fmla="*/ 0 f87 1"/>
                <a:gd name="f92" fmla="*/ 2452021 f86 1"/>
                <a:gd name="f93" fmla="*/ 130874 f87 1"/>
                <a:gd name="f94" fmla="*/ 2247710 f86 1"/>
                <a:gd name="f95" fmla="*/ 437197 f87 1"/>
                <a:gd name="f96" fmla="*/ 1941195 f86 1"/>
                <a:gd name="f97" fmla="*/ 737140 f87 1"/>
                <a:gd name="f98" fmla="*/ 1736884 f86 1"/>
                <a:gd name="f99" fmla="*/ 1031843 f87 1"/>
                <a:gd name="f100" fmla="*/ 1685068 f86 1"/>
                <a:gd name="f101" fmla="*/ 1287304 f87 1"/>
                <a:gd name="f102" fmla="*/ 1655826 f86 1"/>
                <a:gd name="f103" fmla="*/ 1471994 f87 1"/>
                <a:gd name="f104" fmla="*/ 1634300 f86 1"/>
                <a:gd name="f105" fmla="*/ 1898237 f87 1"/>
                <a:gd name="f106" fmla="*/ 1512665 f86 1"/>
                <a:gd name="f107" fmla="*/ 2229136 f87 1"/>
                <a:gd name="f108" fmla="*/ 1355598 f86 1"/>
                <a:gd name="f109" fmla="*/ 2512314 f87 1"/>
                <a:gd name="f110" fmla="*/ 1238631 f86 1"/>
                <a:gd name="f111" fmla="*/ 2758535 f87 1"/>
                <a:gd name="f112" fmla="*/ 1096994 f86 1"/>
                <a:gd name="f113" fmla="*/ 2935510 f87 1"/>
                <a:gd name="f114" fmla="*/ 919925 f86 1"/>
                <a:gd name="f115" fmla="*/ 3081719 f87 1"/>
                <a:gd name="f116" fmla="*/ 687419 f86 1"/>
                <a:gd name="f117" fmla="*/ 3356800 f87 1"/>
                <a:gd name="f118" fmla="*/ 0 f86 1"/>
                <a:gd name="f119" fmla="*/ f88 1 f2"/>
                <a:gd name="f120" fmla="*/ f91 1 3356800"/>
                <a:gd name="f121" fmla="*/ f92 1 2452020"/>
                <a:gd name="f122" fmla="*/ f93 1 3356800"/>
                <a:gd name="f123" fmla="*/ f94 1 2452020"/>
                <a:gd name="f124" fmla="*/ f95 1 3356800"/>
                <a:gd name="f125" fmla="*/ f96 1 2452020"/>
                <a:gd name="f126" fmla="*/ f97 1 3356800"/>
                <a:gd name="f127" fmla="*/ f98 1 2452020"/>
                <a:gd name="f128" fmla="*/ f99 1 3356800"/>
                <a:gd name="f129" fmla="*/ f100 1 2452020"/>
                <a:gd name="f130" fmla="*/ f101 1 3356800"/>
                <a:gd name="f131" fmla="*/ f102 1 2452020"/>
                <a:gd name="f132" fmla="*/ f103 1 3356800"/>
                <a:gd name="f133" fmla="*/ f104 1 2452020"/>
                <a:gd name="f134" fmla="*/ f105 1 3356800"/>
                <a:gd name="f135" fmla="*/ f106 1 2452020"/>
                <a:gd name="f136" fmla="*/ f107 1 3356800"/>
                <a:gd name="f137" fmla="*/ f108 1 2452020"/>
                <a:gd name="f138" fmla="*/ f109 1 3356800"/>
                <a:gd name="f139" fmla="*/ f110 1 2452020"/>
                <a:gd name="f140" fmla="*/ f111 1 3356800"/>
                <a:gd name="f141" fmla="*/ f112 1 2452020"/>
                <a:gd name="f142" fmla="*/ f113 1 3356800"/>
                <a:gd name="f143" fmla="*/ f114 1 2452020"/>
                <a:gd name="f144" fmla="*/ f115 1 3356800"/>
                <a:gd name="f145" fmla="*/ f116 1 2452020"/>
                <a:gd name="f146" fmla="*/ f117 1 3356800"/>
                <a:gd name="f147" fmla="*/ f118 1 2452020"/>
                <a:gd name="f148" fmla="*/ f5 1 f89"/>
                <a:gd name="f149" fmla="*/ f6 1 f89"/>
                <a:gd name="f150" fmla="*/ f5 1 f90"/>
                <a:gd name="f151" fmla="*/ f7 1 f90"/>
                <a:gd name="f152" fmla="+- f119 0 f1"/>
                <a:gd name="f153" fmla="*/ f120 1 f89"/>
                <a:gd name="f154" fmla="*/ f121 1 f90"/>
                <a:gd name="f155" fmla="*/ f122 1 f89"/>
                <a:gd name="f156" fmla="*/ f123 1 f90"/>
                <a:gd name="f157" fmla="*/ f124 1 f89"/>
                <a:gd name="f158" fmla="*/ f125 1 f90"/>
                <a:gd name="f159" fmla="*/ f126 1 f89"/>
                <a:gd name="f160" fmla="*/ f127 1 f90"/>
                <a:gd name="f161" fmla="*/ f128 1 f89"/>
                <a:gd name="f162" fmla="*/ f129 1 f90"/>
                <a:gd name="f163" fmla="*/ f130 1 f89"/>
                <a:gd name="f164" fmla="*/ f131 1 f90"/>
                <a:gd name="f165" fmla="*/ f132 1 f89"/>
                <a:gd name="f166" fmla="*/ f133 1 f90"/>
                <a:gd name="f167" fmla="*/ f134 1 f89"/>
                <a:gd name="f168" fmla="*/ f135 1 f90"/>
                <a:gd name="f169" fmla="*/ f136 1 f89"/>
                <a:gd name="f170" fmla="*/ f137 1 f90"/>
                <a:gd name="f171" fmla="*/ f138 1 f89"/>
                <a:gd name="f172" fmla="*/ f139 1 f90"/>
                <a:gd name="f173" fmla="*/ f140 1 f89"/>
                <a:gd name="f174" fmla="*/ f141 1 f90"/>
                <a:gd name="f175" fmla="*/ f142 1 f89"/>
                <a:gd name="f176" fmla="*/ f143 1 f90"/>
                <a:gd name="f177" fmla="*/ f144 1 f89"/>
                <a:gd name="f178" fmla="*/ f145 1 f90"/>
                <a:gd name="f179" fmla="*/ f146 1 f89"/>
                <a:gd name="f180" fmla="*/ f147 1 f90"/>
                <a:gd name="f181" fmla="*/ f148 f84 1"/>
                <a:gd name="f182" fmla="*/ f149 f84 1"/>
                <a:gd name="f183" fmla="*/ f151 f85 1"/>
                <a:gd name="f184" fmla="*/ f150 f85 1"/>
                <a:gd name="f185" fmla="*/ f153 f84 1"/>
                <a:gd name="f186" fmla="*/ f154 f85 1"/>
                <a:gd name="f187" fmla="*/ f155 f84 1"/>
                <a:gd name="f188" fmla="*/ f156 f85 1"/>
                <a:gd name="f189" fmla="*/ f157 f84 1"/>
                <a:gd name="f190" fmla="*/ f158 f85 1"/>
                <a:gd name="f191" fmla="*/ f159 f84 1"/>
                <a:gd name="f192" fmla="*/ f160 f85 1"/>
                <a:gd name="f193" fmla="*/ f161 f84 1"/>
                <a:gd name="f194" fmla="*/ f162 f85 1"/>
                <a:gd name="f195" fmla="*/ f163 f84 1"/>
                <a:gd name="f196" fmla="*/ f164 f85 1"/>
                <a:gd name="f197" fmla="*/ f165 f84 1"/>
                <a:gd name="f198" fmla="*/ f166 f85 1"/>
                <a:gd name="f199" fmla="*/ f167 f84 1"/>
                <a:gd name="f200" fmla="*/ f168 f85 1"/>
                <a:gd name="f201" fmla="*/ f169 f84 1"/>
                <a:gd name="f202" fmla="*/ f170 f85 1"/>
                <a:gd name="f203" fmla="*/ f171 f84 1"/>
                <a:gd name="f204" fmla="*/ f172 f85 1"/>
                <a:gd name="f205" fmla="*/ f173 f84 1"/>
                <a:gd name="f206" fmla="*/ f174 f85 1"/>
                <a:gd name="f207" fmla="*/ f175 f84 1"/>
                <a:gd name="f208" fmla="*/ f176 f85 1"/>
                <a:gd name="f209" fmla="*/ f177 f84 1"/>
                <a:gd name="f210" fmla="*/ f178 f85 1"/>
                <a:gd name="f211" fmla="*/ f179 f84 1"/>
                <a:gd name="f212" fmla="*/ f180 f85 1"/>
              </a:gdLst>
              <a:ahLst/>
              <a:cxnLst>
                <a:cxn ang="3cd4">
                  <a:pos x="hc" y="t"/>
                </a:cxn>
                <a:cxn ang="0">
                  <a:pos x="r" y="vc"/>
                </a:cxn>
                <a:cxn ang="cd4">
                  <a:pos x="hc" y="b"/>
                </a:cxn>
                <a:cxn ang="cd2">
                  <a:pos x="l" y="vc"/>
                </a:cxn>
                <a:cxn ang="f152">
                  <a:pos x="f185" y="f186"/>
                </a:cxn>
                <a:cxn ang="f152">
                  <a:pos x="f187" y="f188"/>
                </a:cxn>
                <a:cxn ang="f152">
                  <a:pos x="f189" y="f190"/>
                </a:cxn>
                <a:cxn ang="f152">
                  <a:pos x="f191" y="f192"/>
                </a:cxn>
                <a:cxn ang="f152">
                  <a:pos x="f193" y="f194"/>
                </a:cxn>
                <a:cxn ang="f152">
                  <a:pos x="f195" y="f196"/>
                </a:cxn>
                <a:cxn ang="f152">
                  <a:pos x="f197" y="f198"/>
                </a:cxn>
                <a:cxn ang="f152">
                  <a:pos x="f199" y="f200"/>
                </a:cxn>
                <a:cxn ang="f152">
                  <a:pos x="f201" y="f202"/>
                </a:cxn>
                <a:cxn ang="f152">
                  <a:pos x="f203" y="f204"/>
                </a:cxn>
                <a:cxn ang="f152">
                  <a:pos x="f205" y="f206"/>
                </a:cxn>
                <a:cxn ang="f152">
                  <a:pos x="f207" y="f208"/>
                </a:cxn>
                <a:cxn ang="f152">
                  <a:pos x="f209" y="f210"/>
                </a:cxn>
                <a:cxn ang="f152">
                  <a:pos x="f211" y="f212"/>
                </a:cxn>
              </a:cxnLst>
              <a:rect l="f181" t="f184" r="f182" b="f183"/>
              <a:pathLst>
                <a:path w="3356800" h="2452020">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35" y="f36"/>
                  </a:cubicBezTo>
                  <a:cubicBezTo>
                    <a:pt x="f37" y="f38"/>
                    <a:pt x="f39" y="f40"/>
                    <a:pt x="f41" y="f42"/>
                  </a:cubicBezTo>
                  <a:cubicBezTo>
                    <a:pt x="f43" y="f44"/>
                    <a:pt x="f45" y="f46"/>
                    <a:pt x="f47" y="f48"/>
                  </a:cubicBezTo>
                  <a:cubicBezTo>
                    <a:pt x="f49" y="f50"/>
                    <a:pt x="f51" y="f52"/>
                    <a:pt x="f53" y="f54"/>
                  </a:cubicBezTo>
                  <a:cubicBezTo>
                    <a:pt x="f55" y="f56"/>
                    <a:pt x="f57" y="f58"/>
                    <a:pt x="f59" y="f60"/>
                  </a:cubicBezTo>
                  <a:cubicBezTo>
                    <a:pt x="f61" y="f62"/>
                    <a:pt x="f63" y="f64"/>
                    <a:pt x="f65" y="f66"/>
                  </a:cubicBezTo>
                  <a:cubicBezTo>
                    <a:pt x="f67" y="f68"/>
                    <a:pt x="f69" y="f70"/>
                    <a:pt x="f71" y="f72"/>
                  </a:cubicBezTo>
                  <a:cubicBezTo>
                    <a:pt x="f73" y="f74"/>
                    <a:pt x="f75" y="f76"/>
                    <a:pt x="f77" y="f78"/>
                  </a:cubicBezTo>
                  <a:cubicBezTo>
                    <a:pt x="f79" y="f80"/>
                    <a:pt x="f81" y="f82"/>
                    <a:pt x="f6" y="f5"/>
                  </a:cubicBezTo>
                </a:path>
              </a:pathLst>
            </a:custGeom>
            <a:noFill/>
            <a:ln w="9528" cap="rnd">
              <a:solidFill>
                <a:srgbClr val="4D4EE6">
                  <a:alpha val="7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sp>
        <p:nvSpPr>
          <p:cNvPr id="22" name="Title Placeholder 1">
            <a:extLst>
              <a:ext uri="{FF2B5EF4-FFF2-40B4-BE49-F238E27FC236}">
                <a16:creationId xmlns:a16="http://schemas.microsoft.com/office/drawing/2014/main" id="{7613A2B4-BDFF-4B93-A7E2-D4DAC98869E7}"/>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p>
        </p:txBody>
      </p:sp>
      <p:sp>
        <p:nvSpPr>
          <p:cNvPr id="23" name="Text Placeholder 2">
            <a:extLst>
              <a:ext uri="{FF2B5EF4-FFF2-40B4-BE49-F238E27FC236}">
                <a16:creationId xmlns:a16="http://schemas.microsoft.com/office/drawing/2014/main" id="{980694AF-7736-4BD8-AB5A-E12010483C18}"/>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Date Placeholder 3">
            <a:extLst>
              <a:ext uri="{FF2B5EF4-FFF2-40B4-BE49-F238E27FC236}">
                <a16:creationId xmlns:a16="http://schemas.microsoft.com/office/drawing/2014/main" id="{F0BFE5DB-2FD0-43CA-AB5D-3D7077D56B9C}"/>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US" sz="900" b="0" i="0" u="none" strike="noStrike" kern="1200" cap="all" spc="200" baseline="0">
                <a:solidFill>
                  <a:srgbClr val="E45221"/>
                </a:solidFill>
                <a:uFillTx/>
                <a:latin typeface="Segoe UI"/>
                <a:cs typeface="Segoe UI Semilight" pitchFamily="34"/>
              </a:defRPr>
            </a:lvl1pPr>
          </a:lstStyle>
          <a:p>
            <a:pPr lvl="0"/>
            <a:fld id="{447BEE15-1857-46B1-8420-7FEF45A6CA51}" type="datetime1">
              <a:rPr lang="en-US"/>
              <a:pPr lvl="0"/>
              <a:t>12/7/2025</a:t>
            </a:fld>
            <a:endParaRPr lang="en-US"/>
          </a:p>
        </p:txBody>
      </p:sp>
      <p:sp>
        <p:nvSpPr>
          <p:cNvPr id="25" name="Footer Placeholder 4">
            <a:extLst>
              <a:ext uri="{FF2B5EF4-FFF2-40B4-BE49-F238E27FC236}">
                <a16:creationId xmlns:a16="http://schemas.microsoft.com/office/drawing/2014/main" id="{37078EC8-2F1E-4FAE-93AA-ACA7257A7819}"/>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US" sz="900" b="0" i="0" u="none" strike="noStrike" kern="1200" cap="all" spc="200" baseline="0">
                <a:solidFill>
                  <a:srgbClr val="E45221"/>
                </a:solidFill>
                <a:uFillTx/>
                <a:latin typeface="Segoe UI"/>
                <a:cs typeface="Segoe UI Semilight" pitchFamily="34"/>
              </a:defRPr>
            </a:lvl1pPr>
          </a:lstStyle>
          <a:p>
            <a:pPr lvl="0"/>
            <a:endParaRPr lang="en-US"/>
          </a:p>
        </p:txBody>
      </p:sp>
      <p:sp>
        <p:nvSpPr>
          <p:cNvPr id="26" name="Slide Number Placeholder 5">
            <a:extLst>
              <a:ext uri="{FF2B5EF4-FFF2-40B4-BE49-F238E27FC236}">
                <a16:creationId xmlns:a16="http://schemas.microsoft.com/office/drawing/2014/main" id="{B6BE98FD-AC10-452E-8C52-F18AF4D65DC9}"/>
              </a:ext>
            </a:extLst>
          </p:cNvPr>
          <p:cNvSpPr txBox="1">
            <a:spLocks noGrp="1"/>
          </p:cNvSpPr>
          <p:nvPr>
            <p:ph type="sldNum" sz="quarter" idx="4"/>
          </p:nvPr>
        </p:nvSpPr>
        <p:spPr>
          <a:xfrm>
            <a:off x="9905996" y="6356351"/>
            <a:ext cx="1447796"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US" sz="900" b="0" i="0" u="none" strike="noStrike" kern="1200" cap="all" spc="200" baseline="0">
                <a:solidFill>
                  <a:srgbClr val="E45221"/>
                </a:solidFill>
                <a:uFillTx/>
                <a:latin typeface="Segoe UI"/>
                <a:cs typeface="Segoe UI Semilight" pitchFamily="34"/>
              </a:defRPr>
            </a:lvl1pPr>
          </a:lstStyle>
          <a:p>
            <a:pPr lvl="0"/>
            <a:fld id="{D01EFD0B-5C20-46B5-BCC4-6583561F188B}" type="slidenum">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914400" rtl="0" fontAlgn="auto" hangingPunct="1">
        <a:lnSpc>
          <a:spcPct val="100000"/>
        </a:lnSpc>
        <a:spcBef>
          <a:spcPts val="0"/>
        </a:spcBef>
        <a:spcAft>
          <a:spcPts val="0"/>
        </a:spcAft>
        <a:buNone/>
        <a:tabLst/>
        <a:defRPr lang="en-US" sz="4400" b="0" i="0" u="none" strike="noStrike" kern="1200" cap="none" spc="0" baseline="0">
          <a:solidFill>
            <a:srgbClr val="201449"/>
          </a:solidFill>
          <a:uFillTx/>
          <a:latin typeface="Rockwell"/>
        </a:defRPr>
      </a:lvl1pPr>
    </p:titleStyle>
    <p:bodyStyle>
      <a:lvl1pPr marL="228600" marR="0" lvl="0" indent="-228600" algn="l" defTabSz="914400" rtl="0" fontAlgn="auto" hangingPunct="1">
        <a:lnSpc>
          <a:spcPct val="110000"/>
        </a:lnSpc>
        <a:spcBef>
          <a:spcPts val="1000"/>
        </a:spcBef>
        <a:spcAft>
          <a:spcPts val="0"/>
        </a:spcAft>
        <a:buClr>
          <a:srgbClr val="7162FE"/>
        </a:buClr>
        <a:buSzPct val="100000"/>
        <a:buFont typeface="Avenir Next LT Pro" pitchFamily="34"/>
        <a:buChar char="+"/>
        <a:tabLst/>
        <a:defRPr lang="en-US" sz="2800" b="0" i="0" u="none" strike="noStrike" kern="1200" cap="none" spc="0" baseline="0">
          <a:solidFill>
            <a:srgbClr val="201449"/>
          </a:solidFill>
          <a:uFillTx/>
          <a:latin typeface="Segoe UI"/>
        </a:defRPr>
      </a:lvl1pPr>
      <a:lvl2pPr marL="685800" marR="0" lvl="1" indent="-228600" algn="l" defTabSz="914400" rtl="0" fontAlgn="auto" hangingPunct="1">
        <a:lnSpc>
          <a:spcPct val="110000"/>
        </a:lnSpc>
        <a:spcBef>
          <a:spcPts val="500"/>
        </a:spcBef>
        <a:spcAft>
          <a:spcPts val="0"/>
        </a:spcAft>
        <a:buClr>
          <a:srgbClr val="7162FE"/>
        </a:buClr>
        <a:buSzPct val="100000"/>
        <a:buFont typeface="Avenir Next LT Pro" pitchFamily="34"/>
        <a:buChar char="+"/>
        <a:tabLst/>
        <a:defRPr lang="en-US" sz="2400" b="0" i="0" u="none" strike="noStrike" kern="1200" cap="none" spc="0" baseline="0">
          <a:solidFill>
            <a:srgbClr val="201449"/>
          </a:solidFill>
          <a:uFillTx/>
          <a:latin typeface="Segoe UI"/>
        </a:defRPr>
      </a:lvl2pPr>
      <a:lvl3pPr marL="1143000" marR="0" lvl="2" indent="-228600" algn="l" defTabSz="914400" rtl="0" fontAlgn="auto" hangingPunct="1">
        <a:lnSpc>
          <a:spcPct val="110000"/>
        </a:lnSpc>
        <a:spcBef>
          <a:spcPts val="500"/>
        </a:spcBef>
        <a:spcAft>
          <a:spcPts val="0"/>
        </a:spcAft>
        <a:buClr>
          <a:srgbClr val="7162FE"/>
        </a:buClr>
        <a:buSzPct val="100000"/>
        <a:buFont typeface="Avenir Next LT Pro" pitchFamily="34"/>
        <a:buChar char="+"/>
        <a:tabLst/>
        <a:defRPr lang="en-US" sz="2000" b="0" i="0" u="none" strike="noStrike" kern="1200" cap="none" spc="0" baseline="0">
          <a:solidFill>
            <a:srgbClr val="201449"/>
          </a:solidFill>
          <a:uFillTx/>
          <a:latin typeface="Segoe UI"/>
        </a:defRPr>
      </a:lvl3pPr>
      <a:lvl4pPr marL="1600200" marR="0" lvl="3" indent="-228600" algn="l" defTabSz="914400" rtl="0" fontAlgn="auto" hangingPunct="1">
        <a:lnSpc>
          <a:spcPct val="110000"/>
        </a:lnSpc>
        <a:spcBef>
          <a:spcPts val="500"/>
        </a:spcBef>
        <a:spcAft>
          <a:spcPts val="0"/>
        </a:spcAft>
        <a:buClr>
          <a:srgbClr val="7162FE"/>
        </a:buClr>
        <a:buSzPct val="100000"/>
        <a:buFont typeface="Avenir Next LT Pro" pitchFamily="34"/>
        <a:buChar char="+"/>
        <a:tabLst/>
        <a:defRPr lang="en-US" sz="1800" b="0" i="0" u="none" strike="noStrike" kern="1200" cap="none" spc="0" baseline="0">
          <a:solidFill>
            <a:srgbClr val="201449"/>
          </a:solidFill>
          <a:uFillTx/>
          <a:latin typeface="Segoe UI"/>
        </a:defRPr>
      </a:lvl4pPr>
      <a:lvl5pPr marL="2057400" marR="0" lvl="4" indent="-228600" algn="l" defTabSz="914400" rtl="0" fontAlgn="auto" hangingPunct="1">
        <a:lnSpc>
          <a:spcPct val="110000"/>
        </a:lnSpc>
        <a:spcBef>
          <a:spcPts val="500"/>
        </a:spcBef>
        <a:spcAft>
          <a:spcPts val="0"/>
        </a:spcAft>
        <a:buClr>
          <a:srgbClr val="7162FE"/>
        </a:buClr>
        <a:buSzPct val="100000"/>
        <a:buFont typeface="Avenir Next LT Pro" pitchFamily="34"/>
        <a:buChar char="+"/>
        <a:tabLst/>
        <a:defRPr lang="en-US" sz="1800" b="0" i="0" u="none" strike="noStrike" kern="1200" cap="none" spc="0" baseline="0">
          <a:solidFill>
            <a:srgbClr val="201449"/>
          </a:solidFill>
          <a:uFillTx/>
          <a:latin typeface="Segoe U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jp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1">
    <p:bg>
      <p:bgPr>
        <a:solidFill>
          <a:srgbClr val="FFFFFF"/>
        </a:solidFill>
        <a:effectLst/>
      </p:bgPr>
    </p:bg>
    <p:spTree>
      <p:nvGrpSpPr>
        <p:cNvPr id="1" name=""/>
        <p:cNvGrpSpPr/>
        <p:nvPr/>
      </p:nvGrpSpPr>
      <p:grpSpPr>
        <a:xfrm>
          <a:off x="0" y="0"/>
          <a:ext cx="0" cy="0"/>
          <a:chOff x="0" y="0"/>
          <a:chExt cx="0" cy="0"/>
        </a:xfrm>
      </p:grpSpPr>
      <p:sp>
        <p:nvSpPr>
          <p:cNvPr id="2" name="Rectangle 15">
            <a:extLst>
              <a:ext uri="{FF2B5EF4-FFF2-40B4-BE49-F238E27FC236}">
                <a16:creationId xmlns:a16="http://schemas.microsoft.com/office/drawing/2014/main" id="{7F47F5D2-6A94-4AAC-AC94-063BDD98BE63}"/>
              </a:ext>
            </a:extLst>
          </p:cNvPr>
          <p:cNvSpPr>
            <a:spLocks noMove="1" noResize="1"/>
          </p:cNvSpPr>
          <p:nvPr/>
        </p:nvSpPr>
        <p:spPr>
          <a:xfrm>
            <a:off x="0" y="0"/>
            <a:ext cx="12188952" cy="6858000"/>
          </a:xfrm>
          <a:prstGeom prst="rect">
            <a:avLst/>
          </a:prstGeom>
          <a:solidFill>
            <a:srgbClr val="FFFFFF"/>
          </a:solidFill>
          <a:ln w="12701" cap="flat">
            <a:solidFill>
              <a:srgbClr val="F2F2F2"/>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sp>
        <p:nvSpPr>
          <p:cNvPr id="3" name="Rectangle 17">
            <a:extLst>
              <a:ext uri="{FF2B5EF4-FFF2-40B4-BE49-F238E27FC236}">
                <a16:creationId xmlns:a16="http://schemas.microsoft.com/office/drawing/2014/main" id="{E65CE4E6-671B-4F51-8FF3-FBE534109BC8}"/>
              </a:ext>
            </a:extLst>
          </p:cNvPr>
          <p:cNvSpPr>
            <a:spLocks noMove="1" noResize="1"/>
          </p:cNvSpPr>
          <p:nvPr/>
        </p:nvSpPr>
        <p:spPr>
          <a:xfrm>
            <a:off x="0" y="0"/>
            <a:ext cx="12188952" cy="6858000"/>
          </a:xfrm>
          <a:prstGeom prst="rect">
            <a:avLst/>
          </a:prstGeom>
          <a:solidFill>
            <a:srgbClr val="F3F0E9"/>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sp>
        <p:nvSpPr>
          <p:cNvPr id="4" name="Rectangle 19">
            <a:extLst>
              <a:ext uri="{FF2B5EF4-FFF2-40B4-BE49-F238E27FC236}">
                <a16:creationId xmlns:a16="http://schemas.microsoft.com/office/drawing/2014/main" id="{EF5541D2-48B4-4D11-9A4F-DF57318C381A}"/>
              </a:ext>
            </a:extLst>
          </p:cNvPr>
          <p:cNvSpPr>
            <a:spLocks noMove="1" noResize="1"/>
          </p:cNvSpPr>
          <p:nvPr/>
        </p:nvSpPr>
        <p:spPr>
          <a:xfrm>
            <a:off x="0" y="0"/>
            <a:ext cx="12188952" cy="6858000"/>
          </a:xfrm>
          <a:prstGeom prst="rect">
            <a:avLst/>
          </a:prstGeom>
          <a:solidFill>
            <a:srgbClr val="000000"/>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Segoe UI"/>
            </a:endParaRPr>
          </a:p>
        </p:txBody>
      </p:sp>
      <p:pic>
        <p:nvPicPr>
          <p:cNvPr id="5" name="Picture 3" descr="Une image contenant cercle, capture d’écran, Graphique, obscurité&#10;&#10;Description générée automatiquement">
            <a:extLst>
              <a:ext uri="{FF2B5EF4-FFF2-40B4-BE49-F238E27FC236}">
                <a16:creationId xmlns:a16="http://schemas.microsoft.com/office/drawing/2014/main" id="{C7E128E8-FEBA-4DF1-AE6A-E538D897F78C}"/>
              </a:ext>
            </a:extLst>
          </p:cNvPr>
          <p:cNvPicPr>
            <a:picLocks noChangeAspect="1"/>
          </p:cNvPicPr>
          <p:nvPr/>
        </p:nvPicPr>
        <p:blipFill>
          <a:blip r:embed="rId3">
            <a:alphaModFix amt="70000"/>
          </a:blip>
          <a:srcRect t="7838" r="-1" b="12652"/>
          <a:stretch>
            <a:fillRect/>
          </a:stretch>
        </p:blipFill>
        <p:spPr>
          <a:xfrm>
            <a:off x="18" y="9"/>
            <a:ext cx="12188933" cy="6856610"/>
          </a:xfrm>
          <a:prstGeom prst="rect">
            <a:avLst/>
          </a:prstGeom>
          <a:noFill/>
          <a:ln cap="flat">
            <a:noFill/>
          </a:ln>
        </p:spPr>
      </p:pic>
      <p:grpSp>
        <p:nvGrpSpPr>
          <p:cNvPr id="6" name="Bottom Right">
            <a:extLst>
              <a:ext uri="{FF2B5EF4-FFF2-40B4-BE49-F238E27FC236}">
                <a16:creationId xmlns:a16="http://schemas.microsoft.com/office/drawing/2014/main" id="{1161E817-3BC9-43AF-97DB-AE8E96D74938}"/>
              </a:ext>
            </a:extLst>
          </p:cNvPr>
          <p:cNvGrpSpPr/>
          <p:nvPr/>
        </p:nvGrpSpPr>
        <p:grpSpPr>
          <a:xfrm>
            <a:off x="7980398" y="3276596"/>
            <a:ext cx="4211598" cy="3581403"/>
            <a:chOff x="7980398" y="3276596"/>
            <a:chExt cx="4211598" cy="3581403"/>
          </a:xfrm>
        </p:grpSpPr>
        <p:grpSp>
          <p:nvGrpSpPr>
            <p:cNvPr id="7" name="Graphic 157">
              <a:extLst>
                <a:ext uri="{FF2B5EF4-FFF2-40B4-BE49-F238E27FC236}">
                  <a16:creationId xmlns:a16="http://schemas.microsoft.com/office/drawing/2014/main" id="{332D9D3A-0FA3-49C1-B112-439A4756BA44}"/>
                </a:ext>
              </a:extLst>
            </p:cNvPr>
            <p:cNvGrpSpPr/>
            <p:nvPr/>
          </p:nvGrpSpPr>
          <p:grpSpPr>
            <a:xfrm>
              <a:off x="8662742" y="3276596"/>
              <a:ext cx="3529254" cy="3581403"/>
              <a:chOff x="8662742" y="3276596"/>
              <a:chExt cx="3529254" cy="3581403"/>
            </a:xfrm>
          </p:grpSpPr>
          <p:sp>
            <p:nvSpPr>
              <p:cNvPr id="8" name="Freeform: Shape 24">
                <a:extLst>
                  <a:ext uri="{FF2B5EF4-FFF2-40B4-BE49-F238E27FC236}">
                    <a16:creationId xmlns:a16="http://schemas.microsoft.com/office/drawing/2014/main" id="{DCBE3CEA-9DA4-483F-A32C-5CF485C2B6F6}"/>
                  </a:ext>
                </a:extLst>
              </p:cNvPr>
              <p:cNvSpPr/>
              <p:nvPr/>
            </p:nvSpPr>
            <p:spPr>
              <a:xfrm>
                <a:off x="8662742" y="3276596"/>
                <a:ext cx="3516197" cy="3565391"/>
              </a:xfrm>
              <a:custGeom>
                <a:avLst/>
                <a:gdLst>
                  <a:gd name="f0" fmla="val 10800000"/>
                  <a:gd name="f1" fmla="val 5400000"/>
                  <a:gd name="f2" fmla="val 180"/>
                  <a:gd name="f3" fmla="val w"/>
                  <a:gd name="f4" fmla="val h"/>
                  <a:gd name="f5" fmla="val 0"/>
                  <a:gd name="f6" fmla="val 3946874"/>
                  <a:gd name="f7" fmla="val 3989641"/>
                  <a:gd name="f8" fmla="val 19050"/>
                  <a:gd name="f9" fmla="val 3957257"/>
                  <a:gd name="f10" fmla="val 50959"/>
                  <a:gd name="f11" fmla="val 3916013"/>
                  <a:gd name="f12" fmla="val 79439"/>
                  <a:gd name="f13" fmla="val 3891153"/>
                  <a:gd name="f14" fmla="val 165544"/>
                  <a:gd name="f15" fmla="val 3815906"/>
                  <a:gd name="f16" fmla="val 227933"/>
                  <a:gd name="f17" fmla="val 3717989"/>
                  <a:gd name="f18" fmla="val 297371"/>
                  <a:gd name="f19" fmla="val 3626930"/>
                  <a:gd name="f20" fmla="val 346615"/>
                  <a:gd name="f21" fmla="val 3562255"/>
                  <a:gd name="f22" fmla="val 398050"/>
                  <a:gd name="f23" fmla="val 3499009"/>
                  <a:gd name="f24" fmla="val 454343"/>
                  <a:gd name="f25" fmla="val 3440335"/>
                  <a:gd name="f26" fmla="val 506349"/>
                  <a:gd name="f27" fmla="val 3386042"/>
                  <a:gd name="f28" fmla="val 562642"/>
                  <a:gd name="f29" fmla="val 3336227"/>
                  <a:gd name="f30" fmla="val 622363"/>
                  <a:gd name="f31" fmla="val 3290697"/>
                  <a:gd name="f32" fmla="val 719519"/>
                  <a:gd name="f33" fmla="val 3216688"/>
                  <a:gd name="f34" fmla="val 824960"/>
                  <a:gd name="f35" fmla="val 3154585"/>
                  <a:gd name="f36" fmla="val 927068"/>
                  <a:gd name="f37" fmla="val 3087434"/>
                  <a:gd name="f38" fmla="val 1011365"/>
                  <a:gd name="f39" fmla="val 3031998"/>
                  <a:gd name="f40" fmla="val 1093565"/>
                  <a:gd name="f41" fmla="val 2973324"/>
                  <a:gd name="f42" fmla="val 1176338"/>
                  <a:gd name="f43" fmla="val 2915603"/>
                  <a:gd name="f44" fmla="val 1246537"/>
                  <a:gd name="f45" fmla="val 2866644"/>
                  <a:gd name="f46" fmla="val 1317308"/>
                  <a:gd name="f47" fmla="val 2818066"/>
                  <a:gd name="f48" fmla="val 1394270"/>
                  <a:gd name="f49" fmla="val 2780729"/>
                  <a:gd name="f50" fmla="val 1459421"/>
                  <a:gd name="f51" fmla="val 2749106"/>
                  <a:gd name="f52" fmla="val 1528763"/>
                  <a:gd name="f53" fmla="val 2724436"/>
                  <a:gd name="f54" fmla="val 1601057"/>
                  <a:gd name="f55" fmla="val 2723483"/>
                  <a:gd name="f56" fmla="val 1653350"/>
                  <a:gd name="f57" fmla="val 2722721"/>
                  <a:gd name="f58" fmla="val 1704785"/>
                  <a:gd name="f59" fmla="val 2733485"/>
                  <a:gd name="f60" fmla="val 1756220"/>
                  <a:gd name="f61" fmla="val 2743772"/>
                  <a:gd name="f62" fmla="val 1800320"/>
                  <a:gd name="f63" fmla="val 2752630"/>
                  <a:gd name="f64" fmla="val 1844612"/>
                  <a:gd name="f65" fmla="val 2760250"/>
                  <a:gd name="f66" fmla="val 1889189"/>
                  <a:gd name="f67" fmla="val 2765965"/>
                  <a:gd name="f68" fmla="val 1928622"/>
                  <a:gd name="f69" fmla="val 2771013"/>
                  <a:gd name="f70" fmla="val 1968437"/>
                  <a:gd name="f71" fmla="val 2773299"/>
                  <a:gd name="f72" fmla="val 2007394"/>
                  <a:gd name="f73" fmla="val 2073878"/>
                  <a:gd name="f74" fmla="val 2753487"/>
                  <a:gd name="f75" fmla="val 2130647"/>
                  <a:gd name="f76" fmla="val 2712911"/>
                  <a:gd name="f77" fmla="val 2184654"/>
                  <a:gd name="f78" fmla="val 2671763"/>
                  <a:gd name="f79" fmla="val 2245900"/>
                  <a:gd name="f80" fmla="val 2625090"/>
                  <a:gd name="f81" fmla="val 2304002"/>
                  <a:gd name="f82" fmla="val 2573465"/>
                  <a:gd name="f83" fmla="val 2372773"/>
                  <a:gd name="f84" fmla="val 2538984"/>
                  <a:gd name="f85" fmla="val 2394395"/>
                  <a:gd name="f86" fmla="val 2528126"/>
                  <a:gd name="f87" fmla="val 2416874"/>
                  <a:gd name="f88" fmla="val 2518982"/>
                  <a:gd name="f89" fmla="val 2439543"/>
                  <a:gd name="f90" fmla="val 2510504"/>
                  <a:gd name="f91" fmla="val 2509552"/>
                  <a:gd name="f92" fmla="val 2484215"/>
                  <a:gd name="f93" fmla="val 2580037"/>
                  <a:gd name="f94" fmla="val 2459450"/>
                  <a:gd name="f95" fmla="val 2650617"/>
                  <a:gd name="f96" fmla="val 2434781"/>
                  <a:gd name="f97" fmla="val 2695956"/>
                  <a:gd name="f98" fmla="val 2418874"/>
                  <a:gd name="f99" fmla="val 2741295"/>
                  <a:gd name="f100" fmla="val 2402872"/>
                  <a:gd name="f101" fmla="val 2785110"/>
                  <a:gd name="f102" fmla="val 2383060"/>
                  <a:gd name="f103" fmla="val 2824448"/>
                  <a:gd name="f104" fmla="val 2365248"/>
                  <a:gd name="f105" fmla="val 2862358"/>
                  <a:gd name="f106" fmla="val 2344198"/>
                  <a:gd name="f107" fmla="val 2897315"/>
                  <a:gd name="f108" fmla="val 2318861"/>
                  <a:gd name="f109" fmla="val 2934367"/>
                  <a:gd name="f110" fmla="val 2292096"/>
                  <a:gd name="f111" fmla="val 2968085"/>
                  <a:gd name="f112" fmla="val 2260854"/>
                  <a:gd name="f113" fmla="val 2997994"/>
                  <a:gd name="f114" fmla="val 2226183"/>
                  <a:gd name="f115" fmla="val 3020949"/>
                  <a:gd name="f116" fmla="val 2199513"/>
                  <a:gd name="f117" fmla="val 3041714"/>
                  <a:gd name="f118" fmla="val 2170938"/>
                  <a:gd name="f119" fmla="val 3061240"/>
                  <a:gd name="f120" fmla="val 2141506"/>
                  <a:gd name="f121" fmla="val 3091529"/>
                  <a:gd name="f122" fmla="val 2095976"/>
                  <a:gd name="f123" fmla="val 3119533"/>
                  <a:gd name="f124" fmla="val 2049018"/>
                  <a:gd name="f125" fmla="val 3152108"/>
                  <a:gd name="f126" fmla="val 2005203"/>
                  <a:gd name="f127" fmla="val 3188113"/>
                  <a:gd name="f128" fmla="val 1956626"/>
                  <a:gd name="f129" fmla="val 3229261"/>
                  <a:gd name="f130" fmla="val 1912144"/>
                  <a:gd name="f131" fmla="val 3274124"/>
                  <a:gd name="f132" fmla="val 1871567"/>
                  <a:gd name="f133" fmla="val 3311747"/>
                  <a:gd name="f134" fmla="val 1837563"/>
                  <a:gd name="f135" fmla="val 3351848"/>
                  <a:gd name="f136" fmla="val 1806321"/>
                  <a:gd name="f137" fmla="val 3388138"/>
                  <a:gd name="f138" fmla="val 1770888"/>
                  <a:gd name="f139" fmla="val 3416999"/>
                  <a:gd name="f140" fmla="val 1742694"/>
                  <a:gd name="f141" fmla="val 3443002"/>
                  <a:gd name="f142" fmla="val 1711833"/>
                  <a:gd name="f143" fmla="val 3466529"/>
                  <a:gd name="f144" fmla="val 1679162"/>
                  <a:gd name="f145" fmla="val 3495008"/>
                  <a:gd name="f146" fmla="val 1639348"/>
                  <a:gd name="f147" fmla="val 3519392"/>
                  <a:gd name="f148" fmla="val 1596771"/>
                  <a:gd name="f149" fmla="val 3538633"/>
                  <a:gd name="f150" fmla="val 1551718"/>
                  <a:gd name="f151" fmla="val 3562731"/>
                  <a:gd name="f152" fmla="val 1495616"/>
                  <a:gd name="f153" fmla="val 3578924"/>
                  <a:gd name="f154" fmla="val 1436465"/>
                  <a:gd name="f155" fmla="val 3588544"/>
                  <a:gd name="f156" fmla="val 1376172"/>
                  <a:gd name="f157" fmla="val 3592925"/>
                  <a:gd name="f158" fmla="val 1348740"/>
                  <a:gd name="f159" fmla="val 3595688"/>
                  <a:gd name="f160" fmla="val 1321022"/>
                  <a:gd name="f161" fmla="val 3597402"/>
                  <a:gd name="f162" fmla="val 1293305"/>
                  <a:gd name="f163" fmla="val 3605974"/>
                  <a:gd name="f164" fmla="val 1155859"/>
                  <a:gd name="f165" fmla="val 3717703"/>
                  <a:gd name="f166" fmla="val 1018127"/>
                  <a:gd name="f167" fmla="val 3721227"/>
                  <a:gd name="f168" fmla="val 880491"/>
                  <a:gd name="f169" fmla="val 3724751"/>
                  <a:gd name="f170" fmla="val 740855"/>
                  <a:gd name="f171" fmla="val 3743135"/>
                  <a:gd name="f172" fmla="val 602171"/>
                  <a:gd name="f173" fmla="val 3761137"/>
                  <a:gd name="f174" fmla="val 463677"/>
                  <a:gd name="f175" fmla="val 3776186"/>
                  <a:gd name="f176" fmla="val 347758"/>
                  <a:gd name="f177" fmla="val 3934968"/>
                  <a:gd name="f178" fmla="val 116205"/>
                  <a:gd name="f179" fmla="+- 0 0 -90"/>
                  <a:gd name="f180" fmla="*/ f3 1 3946874"/>
                  <a:gd name="f181" fmla="*/ f4 1 3989641"/>
                  <a:gd name="f182" fmla="+- f7 0 f5"/>
                  <a:gd name="f183" fmla="+- f6 0 f5"/>
                  <a:gd name="f184" fmla="*/ f179 f0 1"/>
                  <a:gd name="f185" fmla="*/ f183 1 3946874"/>
                  <a:gd name="f186" fmla="*/ f182 1 3989641"/>
                  <a:gd name="f187" fmla="*/ 0 f183 1"/>
                  <a:gd name="f188" fmla="*/ 3989641 f182 1"/>
                  <a:gd name="f189" fmla="*/ 79439 f183 1"/>
                  <a:gd name="f190" fmla="*/ 3891153 f182 1"/>
                  <a:gd name="f191" fmla="*/ 297371 f183 1"/>
                  <a:gd name="f192" fmla="*/ 3626930 f182 1"/>
                  <a:gd name="f193" fmla="*/ 454343 f183 1"/>
                  <a:gd name="f194" fmla="*/ 3440335 f182 1"/>
                  <a:gd name="f195" fmla="*/ 622363 f183 1"/>
                  <a:gd name="f196" fmla="*/ 3290697 f182 1"/>
                  <a:gd name="f197" fmla="*/ 927068 f183 1"/>
                  <a:gd name="f198" fmla="*/ 3087434 f182 1"/>
                  <a:gd name="f199" fmla="*/ 1176338 f183 1"/>
                  <a:gd name="f200" fmla="*/ 2915603 f182 1"/>
                  <a:gd name="f201" fmla="*/ 1394270 f183 1"/>
                  <a:gd name="f202" fmla="*/ 2780729 f182 1"/>
                  <a:gd name="f203" fmla="*/ 1601057 f183 1"/>
                  <a:gd name="f204" fmla="*/ 2723483 f182 1"/>
                  <a:gd name="f205" fmla="*/ 1756220 f183 1"/>
                  <a:gd name="f206" fmla="*/ 2743772 f182 1"/>
                  <a:gd name="f207" fmla="*/ 1889189 f183 1"/>
                  <a:gd name="f208" fmla="*/ 2765965 f182 1"/>
                  <a:gd name="f209" fmla="*/ 2007394 f183 1"/>
                  <a:gd name="f210" fmla="*/ 2184654 f183 1"/>
                  <a:gd name="f211" fmla="*/ 2671763 f182 1"/>
                  <a:gd name="f212" fmla="*/ 2372773 f183 1"/>
                  <a:gd name="f213" fmla="*/ 2538984 f182 1"/>
                  <a:gd name="f214" fmla="*/ 2439543 f183 1"/>
                  <a:gd name="f215" fmla="*/ 2510504 f182 1"/>
                  <a:gd name="f216" fmla="*/ 2650617 f183 1"/>
                  <a:gd name="f217" fmla="*/ 2434781 f182 1"/>
                  <a:gd name="f218" fmla="*/ 2785110 f183 1"/>
                  <a:gd name="f219" fmla="*/ 2383060 f182 1"/>
                  <a:gd name="f220" fmla="*/ 2897315 f183 1"/>
                  <a:gd name="f221" fmla="*/ 2318861 f182 1"/>
                  <a:gd name="f222" fmla="*/ 2997994 f183 1"/>
                  <a:gd name="f223" fmla="*/ 2226183 f182 1"/>
                  <a:gd name="f224" fmla="*/ 3061240 f183 1"/>
                  <a:gd name="f225" fmla="*/ 2141506 f182 1"/>
                  <a:gd name="f226" fmla="*/ 3152108 f183 1"/>
                  <a:gd name="f227" fmla="*/ 2005203 f182 1"/>
                  <a:gd name="f228" fmla="*/ 3274124 f183 1"/>
                  <a:gd name="f229" fmla="*/ 1871567 f182 1"/>
                  <a:gd name="f230" fmla="*/ 3388138 f183 1"/>
                  <a:gd name="f231" fmla="*/ 1770888 f182 1"/>
                  <a:gd name="f232" fmla="*/ 3466529 f183 1"/>
                  <a:gd name="f233" fmla="*/ 1679162 f182 1"/>
                  <a:gd name="f234" fmla="*/ 3538633 f183 1"/>
                  <a:gd name="f235" fmla="*/ 1551718 f182 1"/>
                  <a:gd name="f236" fmla="*/ 3588544 f183 1"/>
                  <a:gd name="f237" fmla="*/ 1376172 f182 1"/>
                  <a:gd name="f238" fmla="*/ 3597402 f183 1"/>
                  <a:gd name="f239" fmla="*/ 1293305 f182 1"/>
                  <a:gd name="f240" fmla="*/ 3721227 f183 1"/>
                  <a:gd name="f241" fmla="*/ 880491 f182 1"/>
                  <a:gd name="f242" fmla="*/ 3761137 f183 1"/>
                  <a:gd name="f243" fmla="*/ 463677 f182 1"/>
                  <a:gd name="f244" fmla="*/ 3946874 f183 1"/>
                  <a:gd name="f245" fmla="*/ 0 f182 1"/>
                  <a:gd name="f246" fmla="*/ f184 1 f2"/>
                  <a:gd name="f247" fmla="*/ f187 1 3946874"/>
                  <a:gd name="f248" fmla="*/ f188 1 3989641"/>
                  <a:gd name="f249" fmla="*/ f189 1 3946874"/>
                  <a:gd name="f250" fmla="*/ f190 1 3989641"/>
                  <a:gd name="f251" fmla="*/ f191 1 3946874"/>
                  <a:gd name="f252" fmla="*/ f192 1 3989641"/>
                  <a:gd name="f253" fmla="*/ f193 1 3946874"/>
                  <a:gd name="f254" fmla="*/ f194 1 3989641"/>
                  <a:gd name="f255" fmla="*/ f195 1 3946874"/>
                  <a:gd name="f256" fmla="*/ f196 1 3989641"/>
                  <a:gd name="f257" fmla="*/ f197 1 3946874"/>
                  <a:gd name="f258" fmla="*/ f198 1 3989641"/>
                  <a:gd name="f259" fmla="*/ f199 1 3946874"/>
                  <a:gd name="f260" fmla="*/ f200 1 3989641"/>
                  <a:gd name="f261" fmla="*/ f201 1 3946874"/>
                  <a:gd name="f262" fmla="*/ f202 1 3989641"/>
                  <a:gd name="f263" fmla="*/ f203 1 3946874"/>
                  <a:gd name="f264" fmla="*/ f204 1 3989641"/>
                  <a:gd name="f265" fmla="*/ f205 1 3946874"/>
                  <a:gd name="f266" fmla="*/ f206 1 3989641"/>
                  <a:gd name="f267" fmla="*/ f207 1 3946874"/>
                  <a:gd name="f268" fmla="*/ f208 1 3989641"/>
                  <a:gd name="f269" fmla="*/ f209 1 3946874"/>
                  <a:gd name="f270" fmla="*/ f210 1 3946874"/>
                  <a:gd name="f271" fmla="*/ f211 1 3989641"/>
                  <a:gd name="f272" fmla="*/ f212 1 3946874"/>
                  <a:gd name="f273" fmla="*/ f213 1 3989641"/>
                  <a:gd name="f274" fmla="*/ f214 1 3946874"/>
                  <a:gd name="f275" fmla="*/ f215 1 3989641"/>
                  <a:gd name="f276" fmla="*/ f216 1 3946874"/>
                  <a:gd name="f277" fmla="*/ f217 1 3989641"/>
                  <a:gd name="f278" fmla="*/ f218 1 3946874"/>
                  <a:gd name="f279" fmla="*/ f219 1 3989641"/>
                  <a:gd name="f280" fmla="*/ f220 1 3946874"/>
                  <a:gd name="f281" fmla="*/ f221 1 3989641"/>
                  <a:gd name="f282" fmla="*/ f222 1 3946874"/>
                  <a:gd name="f283" fmla="*/ f223 1 3989641"/>
                  <a:gd name="f284" fmla="*/ f224 1 3946874"/>
                  <a:gd name="f285" fmla="*/ f225 1 3989641"/>
                  <a:gd name="f286" fmla="*/ f226 1 3946874"/>
                  <a:gd name="f287" fmla="*/ f227 1 3989641"/>
                  <a:gd name="f288" fmla="*/ f228 1 3946874"/>
                  <a:gd name="f289" fmla="*/ f229 1 3989641"/>
                  <a:gd name="f290" fmla="*/ f230 1 3946874"/>
                  <a:gd name="f291" fmla="*/ f231 1 3989641"/>
                  <a:gd name="f292" fmla="*/ f232 1 3946874"/>
                  <a:gd name="f293" fmla="*/ f233 1 3989641"/>
                  <a:gd name="f294" fmla="*/ f234 1 3946874"/>
                  <a:gd name="f295" fmla="*/ f235 1 3989641"/>
                  <a:gd name="f296" fmla="*/ f236 1 3946874"/>
                  <a:gd name="f297" fmla="*/ f237 1 3989641"/>
                  <a:gd name="f298" fmla="*/ f238 1 3946874"/>
                  <a:gd name="f299" fmla="*/ f239 1 3989641"/>
                  <a:gd name="f300" fmla="*/ f240 1 3946874"/>
                  <a:gd name="f301" fmla="*/ f241 1 3989641"/>
                  <a:gd name="f302" fmla="*/ f242 1 3946874"/>
                  <a:gd name="f303" fmla="*/ f243 1 3989641"/>
                  <a:gd name="f304" fmla="*/ f244 1 3946874"/>
                  <a:gd name="f305" fmla="*/ f245 1 3989641"/>
                  <a:gd name="f306" fmla="*/ f5 1 f185"/>
                  <a:gd name="f307" fmla="*/ f6 1 f185"/>
                  <a:gd name="f308" fmla="*/ f5 1 f186"/>
                  <a:gd name="f309" fmla="*/ f7 1 f186"/>
                  <a:gd name="f310" fmla="+- f246 0 f1"/>
                  <a:gd name="f311" fmla="*/ f247 1 f185"/>
                  <a:gd name="f312" fmla="*/ f248 1 f186"/>
                  <a:gd name="f313" fmla="*/ f249 1 f185"/>
                  <a:gd name="f314" fmla="*/ f250 1 f186"/>
                  <a:gd name="f315" fmla="*/ f251 1 f185"/>
                  <a:gd name="f316" fmla="*/ f252 1 f186"/>
                  <a:gd name="f317" fmla="*/ f253 1 f185"/>
                  <a:gd name="f318" fmla="*/ f254 1 f186"/>
                  <a:gd name="f319" fmla="*/ f255 1 f185"/>
                  <a:gd name="f320" fmla="*/ f256 1 f186"/>
                  <a:gd name="f321" fmla="*/ f257 1 f185"/>
                  <a:gd name="f322" fmla="*/ f258 1 f186"/>
                  <a:gd name="f323" fmla="*/ f259 1 f185"/>
                  <a:gd name="f324" fmla="*/ f260 1 f186"/>
                  <a:gd name="f325" fmla="*/ f261 1 f185"/>
                  <a:gd name="f326" fmla="*/ f262 1 f186"/>
                  <a:gd name="f327" fmla="*/ f263 1 f185"/>
                  <a:gd name="f328" fmla="*/ f264 1 f186"/>
                  <a:gd name="f329" fmla="*/ f265 1 f185"/>
                  <a:gd name="f330" fmla="*/ f266 1 f186"/>
                  <a:gd name="f331" fmla="*/ f267 1 f185"/>
                  <a:gd name="f332" fmla="*/ f268 1 f186"/>
                  <a:gd name="f333" fmla="*/ f269 1 f185"/>
                  <a:gd name="f334" fmla="*/ f270 1 f185"/>
                  <a:gd name="f335" fmla="*/ f271 1 f186"/>
                  <a:gd name="f336" fmla="*/ f272 1 f185"/>
                  <a:gd name="f337" fmla="*/ f273 1 f186"/>
                  <a:gd name="f338" fmla="*/ f274 1 f185"/>
                  <a:gd name="f339" fmla="*/ f275 1 f186"/>
                  <a:gd name="f340" fmla="*/ f276 1 f185"/>
                  <a:gd name="f341" fmla="*/ f277 1 f186"/>
                  <a:gd name="f342" fmla="*/ f278 1 f185"/>
                  <a:gd name="f343" fmla="*/ f279 1 f186"/>
                  <a:gd name="f344" fmla="*/ f280 1 f185"/>
                  <a:gd name="f345" fmla="*/ f281 1 f186"/>
                  <a:gd name="f346" fmla="*/ f282 1 f185"/>
                  <a:gd name="f347" fmla="*/ f283 1 f186"/>
                  <a:gd name="f348" fmla="*/ f284 1 f185"/>
                  <a:gd name="f349" fmla="*/ f285 1 f186"/>
                  <a:gd name="f350" fmla="*/ f286 1 f185"/>
                  <a:gd name="f351" fmla="*/ f287 1 f186"/>
                  <a:gd name="f352" fmla="*/ f288 1 f185"/>
                  <a:gd name="f353" fmla="*/ f289 1 f186"/>
                  <a:gd name="f354" fmla="*/ f290 1 f185"/>
                  <a:gd name="f355" fmla="*/ f291 1 f186"/>
                  <a:gd name="f356" fmla="*/ f292 1 f185"/>
                  <a:gd name="f357" fmla="*/ f293 1 f186"/>
                  <a:gd name="f358" fmla="*/ f294 1 f185"/>
                  <a:gd name="f359" fmla="*/ f295 1 f186"/>
                  <a:gd name="f360" fmla="*/ f296 1 f185"/>
                  <a:gd name="f361" fmla="*/ f297 1 f186"/>
                  <a:gd name="f362" fmla="*/ f298 1 f185"/>
                  <a:gd name="f363" fmla="*/ f299 1 f186"/>
                  <a:gd name="f364" fmla="*/ f300 1 f185"/>
                  <a:gd name="f365" fmla="*/ f301 1 f186"/>
                  <a:gd name="f366" fmla="*/ f302 1 f185"/>
                  <a:gd name="f367" fmla="*/ f303 1 f186"/>
                  <a:gd name="f368" fmla="*/ f304 1 f185"/>
                  <a:gd name="f369" fmla="*/ f305 1 f186"/>
                  <a:gd name="f370" fmla="*/ f306 f180 1"/>
                  <a:gd name="f371" fmla="*/ f307 f180 1"/>
                  <a:gd name="f372" fmla="*/ f309 f181 1"/>
                  <a:gd name="f373" fmla="*/ f308 f181 1"/>
                  <a:gd name="f374" fmla="*/ f311 f180 1"/>
                  <a:gd name="f375" fmla="*/ f312 f181 1"/>
                  <a:gd name="f376" fmla="*/ f313 f180 1"/>
                  <a:gd name="f377" fmla="*/ f314 f181 1"/>
                  <a:gd name="f378" fmla="*/ f315 f180 1"/>
                  <a:gd name="f379" fmla="*/ f316 f181 1"/>
                  <a:gd name="f380" fmla="*/ f317 f180 1"/>
                  <a:gd name="f381" fmla="*/ f318 f181 1"/>
                  <a:gd name="f382" fmla="*/ f319 f180 1"/>
                  <a:gd name="f383" fmla="*/ f320 f181 1"/>
                  <a:gd name="f384" fmla="*/ f321 f180 1"/>
                  <a:gd name="f385" fmla="*/ f322 f181 1"/>
                  <a:gd name="f386" fmla="*/ f323 f180 1"/>
                  <a:gd name="f387" fmla="*/ f324 f181 1"/>
                  <a:gd name="f388" fmla="*/ f325 f180 1"/>
                  <a:gd name="f389" fmla="*/ f326 f181 1"/>
                  <a:gd name="f390" fmla="*/ f327 f180 1"/>
                  <a:gd name="f391" fmla="*/ f328 f181 1"/>
                  <a:gd name="f392" fmla="*/ f329 f180 1"/>
                  <a:gd name="f393" fmla="*/ f330 f181 1"/>
                  <a:gd name="f394" fmla="*/ f331 f180 1"/>
                  <a:gd name="f395" fmla="*/ f332 f181 1"/>
                  <a:gd name="f396" fmla="*/ f333 f180 1"/>
                  <a:gd name="f397" fmla="*/ f334 f180 1"/>
                  <a:gd name="f398" fmla="*/ f335 f181 1"/>
                  <a:gd name="f399" fmla="*/ f336 f180 1"/>
                  <a:gd name="f400" fmla="*/ f337 f181 1"/>
                  <a:gd name="f401" fmla="*/ f338 f180 1"/>
                  <a:gd name="f402" fmla="*/ f339 f181 1"/>
                  <a:gd name="f403" fmla="*/ f340 f180 1"/>
                  <a:gd name="f404" fmla="*/ f341 f181 1"/>
                  <a:gd name="f405" fmla="*/ f342 f180 1"/>
                  <a:gd name="f406" fmla="*/ f343 f181 1"/>
                  <a:gd name="f407" fmla="*/ f344 f180 1"/>
                  <a:gd name="f408" fmla="*/ f345 f181 1"/>
                  <a:gd name="f409" fmla="*/ f346 f180 1"/>
                  <a:gd name="f410" fmla="*/ f347 f181 1"/>
                  <a:gd name="f411" fmla="*/ f348 f180 1"/>
                  <a:gd name="f412" fmla="*/ f349 f181 1"/>
                  <a:gd name="f413" fmla="*/ f350 f180 1"/>
                  <a:gd name="f414" fmla="*/ f351 f181 1"/>
                  <a:gd name="f415" fmla="*/ f352 f180 1"/>
                  <a:gd name="f416" fmla="*/ f353 f181 1"/>
                  <a:gd name="f417" fmla="*/ f354 f180 1"/>
                  <a:gd name="f418" fmla="*/ f355 f181 1"/>
                  <a:gd name="f419" fmla="*/ f356 f180 1"/>
                  <a:gd name="f420" fmla="*/ f357 f181 1"/>
                  <a:gd name="f421" fmla="*/ f358 f180 1"/>
                  <a:gd name="f422" fmla="*/ f359 f181 1"/>
                  <a:gd name="f423" fmla="*/ f360 f180 1"/>
                  <a:gd name="f424" fmla="*/ f361 f181 1"/>
                  <a:gd name="f425" fmla="*/ f362 f180 1"/>
                  <a:gd name="f426" fmla="*/ f363 f181 1"/>
                  <a:gd name="f427" fmla="*/ f364 f180 1"/>
                  <a:gd name="f428" fmla="*/ f365 f181 1"/>
                  <a:gd name="f429" fmla="*/ f366 f180 1"/>
                  <a:gd name="f430" fmla="*/ f367 f181 1"/>
                  <a:gd name="f431" fmla="*/ f368 f180 1"/>
                  <a:gd name="f432" fmla="*/ f369 f181 1"/>
                </a:gdLst>
                <a:ahLst/>
                <a:cxnLst>
                  <a:cxn ang="3cd4">
                    <a:pos x="hc" y="t"/>
                  </a:cxn>
                  <a:cxn ang="0">
                    <a:pos x="r" y="vc"/>
                  </a:cxn>
                  <a:cxn ang="cd4">
                    <a:pos x="hc" y="b"/>
                  </a:cxn>
                  <a:cxn ang="cd2">
                    <a:pos x="l" y="vc"/>
                  </a:cxn>
                  <a:cxn ang="f310">
                    <a:pos x="f374" y="f375"/>
                  </a:cxn>
                  <a:cxn ang="f310">
                    <a:pos x="f376" y="f377"/>
                  </a:cxn>
                  <a:cxn ang="f310">
                    <a:pos x="f378" y="f379"/>
                  </a:cxn>
                  <a:cxn ang="f310">
                    <a:pos x="f380" y="f381"/>
                  </a:cxn>
                  <a:cxn ang="f310">
                    <a:pos x="f382" y="f383"/>
                  </a:cxn>
                  <a:cxn ang="f310">
                    <a:pos x="f384" y="f385"/>
                  </a:cxn>
                  <a:cxn ang="f310">
                    <a:pos x="f386" y="f387"/>
                  </a:cxn>
                  <a:cxn ang="f310">
                    <a:pos x="f388" y="f389"/>
                  </a:cxn>
                  <a:cxn ang="f310">
                    <a:pos x="f390" y="f391"/>
                  </a:cxn>
                  <a:cxn ang="f310">
                    <a:pos x="f392" y="f393"/>
                  </a:cxn>
                  <a:cxn ang="f310">
                    <a:pos x="f394" y="f395"/>
                  </a:cxn>
                  <a:cxn ang="f310">
                    <a:pos x="f396" y="f395"/>
                  </a:cxn>
                  <a:cxn ang="f310">
                    <a:pos x="f397" y="f398"/>
                  </a:cxn>
                  <a:cxn ang="f310">
                    <a:pos x="f399" y="f400"/>
                  </a:cxn>
                  <a:cxn ang="f310">
                    <a:pos x="f401" y="f402"/>
                  </a:cxn>
                  <a:cxn ang="f310">
                    <a:pos x="f403" y="f404"/>
                  </a:cxn>
                  <a:cxn ang="f310">
                    <a:pos x="f405" y="f406"/>
                  </a:cxn>
                  <a:cxn ang="f310">
                    <a:pos x="f407" y="f408"/>
                  </a:cxn>
                  <a:cxn ang="f310">
                    <a:pos x="f409" y="f410"/>
                  </a:cxn>
                  <a:cxn ang="f310">
                    <a:pos x="f411" y="f412"/>
                  </a:cxn>
                  <a:cxn ang="f310">
                    <a:pos x="f413" y="f414"/>
                  </a:cxn>
                  <a:cxn ang="f310">
                    <a:pos x="f415" y="f416"/>
                  </a:cxn>
                  <a:cxn ang="f310">
                    <a:pos x="f417" y="f418"/>
                  </a:cxn>
                  <a:cxn ang="f310">
                    <a:pos x="f419" y="f420"/>
                  </a:cxn>
                  <a:cxn ang="f310">
                    <a:pos x="f421" y="f422"/>
                  </a:cxn>
                  <a:cxn ang="f310">
                    <a:pos x="f423" y="f424"/>
                  </a:cxn>
                  <a:cxn ang="f310">
                    <a:pos x="f425" y="f426"/>
                  </a:cxn>
                  <a:cxn ang="f310">
                    <a:pos x="f427" y="f428"/>
                  </a:cxn>
                  <a:cxn ang="f310">
                    <a:pos x="f429" y="f430"/>
                  </a:cxn>
                  <a:cxn ang="f310">
                    <a:pos x="f431" y="f432"/>
                  </a:cxn>
                </a:cxnLst>
                <a:rect l="f370" t="f373" r="f371" b="f372"/>
                <a:pathLst>
                  <a:path w="3946874" h="3989641">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67"/>
                    </a:cubicBezTo>
                    <a:cubicBezTo>
                      <a:pt x="f73" y="f74"/>
                      <a:pt x="f75" y="f76"/>
                      <a:pt x="f77" y="f78"/>
                    </a:cubicBezTo>
                    <a:cubicBezTo>
                      <a:pt x="f79" y="f80"/>
                      <a:pt x="f81" y="f82"/>
                      <a:pt x="f83" y="f84"/>
                    </a:cubicBezTo>
                    <a:cubicBezTo>
                      <a:pt x="f85" y="f86"/>
                      <a:pt x="f87" y="f88"/>
                      <a:pt x="f89" y="f90"/>
                    </a:cubicBezTo>
                    <a:cubicBezTo>
                      <a:pt x="f91" y="f92"/>
                      <a:pt x="f93" y="f94"/>
                      <a:pt x="f95" y="f96"/>
                    </a:cubicBezTo>
                    <a:cubicBezTo>
                      <a:pt x="f97" y="f98"/>
                      <a:pt x="f99" y="f100"/>
                      <a:pt x="f101" y="f102"/>
                    </a:cubicBezTo>
                    <a:cubicBezTo>
                      <a:pt x="f103" y="f104"/>
                      <a:pt x="f105" y="f106"/>
                      <a:pt x="f107" y="f108"/>
                    </a:cubicBezTo>
                    <a:cubicBezTo>
                      <a:pt x="f109" y="f110"/>
                      <a:pt x="f111" y="f112"/>
                      <a:pt x="f113" y="f114"/>
                    </a:cubicBezTo>
                    <a:cubicBezTo>
                      <a:pt x="f115" y="f116"/>
                      <a:pt x="f117" y="f118"/>
                      <a:pt x="f119" y="f120"/>
                    </a:cubicBezTo>
                    <a:cubicBezTo>
                      <a:pt x="f121" y="f122"/>
                      <a:pt x="f123" y="f124"/>
                      <a:pt x="f125" y="f126"/>
                    </a:cubicBezTo>
                    <a:cubicBezTo>
                      <a:pt x="f127" y="f128"/>
                      <a:pt x="f129" y="f130"/>
                      <a:pt x="f131" y="f132"/>
                    </a:cubicBezTo>
                    <a:cubicBezTo>
                      <a:pt x="f133" y="f134"/>
                      <a:pt x="f135" y="f136"/>
                      <a:pt x="f137" y="f138"/>
                    </a:cubicBezTo>
                    <a:cubicBezTo>
                      <a:pt x="f139" y="f140"/>
                      <a:pt x="f141" y="f142"/>
                      <a:pt x="f143" y="f144"/>
                    </a:cubicBezTo>
                    <a:cubicBezTo>
                      <a:pt x="f145" y="f146"/>
                      <a:pt x="f147" y="f148"/>
                      <a:pt x="f149" y="f150"/>
                    </a:cubicBezTo>
                    <a:cubicBezTo>
                      <a:pt x="f151" y="f152"/>
                      <a:pt x="f153" y="f154"/>
                      <a:pt x="f155" y="f156"/>
                    </a:cubicBezTo>
                    <a:cubicBezTo>
                      <a:pt x="f157" y="f158"/>
                      <a:pt x="f159" y="f160"/>
                      <a:pt x="f161" y="f162"/>
                    </a:cubicBezTo>
                    <a:cubicBezTo>
                      <a:pt x="f163" y="f164"/>
                      <a:pt x="f165" y="f166"/>
                      <a:pt x="f167" y="f168"/>
                    </a:cubicBezTo>
                    <a:cubicBezTo>
                      <a:pt x="f169" y="f170"/>
                      <a:pt x="f171" y="f172"/>
                      <a:pt x="f173" y="f174"/>
                    </a:cubicBezTo>
                    <a:cubicBezTo>
                      <a:pt x="f175" y="f176"/>
                      <a:pt x="f177" y="f178"/>
                      <a:pt x="f6" y="f5"/>
                    </a:cubicBezTo>
                  </a:path>
                </a:pathLst>
              </a:custGeom>
              <a:noFill/>
              <a:ln w="9528" cap="rnd">
                <a:solidFill>
                  <a:srgbClr val="F3F0E9">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9" name="Freeform: Shape 25">
                <a:extLst>
                  <a:ext uri="{FF2B5EF4-FFF2-40B4-BE49-F238E27FC236}">
                    <a16:creationId xmlns:a16="http://schemas.microsoft.com/office/drawing/2014/main" id="{FD4FDE4B-A2B0-4F28-8D51-1B23A77BC1BA}"/>
                  </a:ext>
                </a:extLst>
              </p:cNvPr>
              <p:cNvSpPr/>
              <p:nvPr/>
            </p:nvSpPr>
            <p:spPr>
              <a:xfrm>
                <a:off x="8913232" y="4186123"/>
                <a:ext cx="3265441" cy="2668127"/>
              </a:xfrm>
              <a:custGeom>
                <a:avLst/>
                <a:gdLst>
                  <a:gd name="f0" fmla="val 10800000"/>
                  <a:gd name="f1" fmla="val 5400000"/>
                  <a:gd name="f2" fmla="val 180"/>
                  <a:gd name="f3" fmla="val w"/>
                  <a:gd name="f4" fmla="val h"/>
                  <a:gd name="f5" fmla="val 0"/>
                  <a:gd name="f6" fmla="val 3665410"/>
                  <a:gd name="f7" fmla="val 2985611"/>
                  <a:gd name="f8" fmla="val 86773"/>
                  <a:gd name="f9" fmla="val 2802827"/>
                  <a:gd name="f10" fmla="val 166211"/>
                  <a:gd name="f11" fmla="val 2699766"/>
                  <a:gd name="f12" fmla="val 240983"/>
                  <a:gd name="f13" fmla="val 2602706"/>
                  <a:gd name="f14" fmla="val 309182"/>
                  <a:gd name="f15" fmla="val 2500122"/>
                  <a:gd name="f16" fmla="val 397002"/>
                  <a:gd name="f17" fmla="val 2414969"/>
                  <a:gd name="f18" fmla="val 465296"/>
                  <a:gd name="f19" fmla="val 2348865"/>
                  <a:gd name="f20" fmla="val 543592"/>
                  <a:gd name="f21" fmla="val 2294477"/>
                  <a:gd name="f22" fmla="val 620173"/>
                  <a:gd name="f23" fmla="val 2237899"/>
                  <a:gd name="f24" fmla="val 688277"/>
                  <a:gd name="f25" fmla="val 2187607"/>
                  <a:gd name="f26" fmla="val 755333"/>
                  <a:gd name="f27" fmla="val 2135886"/>
                  <a:gd name="f28" fmla="val 823341"/>
                  <a:gd name="f29" fmla="val 2085499"/>
                  <a:gd name="f30" fmla="val 908685"/>
                  <a:gd name="f31" fmla="val 2022253"/>
                  <a:gd name="f32" fmla="val 994791"/>
                  <a:gd name="f33" fmla="val 1959197"/>
                  <a:gd name="f34" fmla="val 1089565"/>
                  <a:gd name="f35" fmla="val 1911477"/>
                  <a:gd name="f36" fmla="val 1107662"/>
                  <a:gd name="f37" fmla="val 1902428"/>
                  <a:gd name="f38" fmla="val 1126141"/>
                  <a:gd name="f39" fmla="val 1894141"/>
                  <a:gd name="f40" fmla="val 1145000"/>
                  <a:gd name="f41" fmla="val 1886807"/>
                  <a:gd name="f42" fmla="val 1218819"/>
                  <a:gd name="f43" fmla="val 1858232"/>
                  <a:gd name="f44" fmla="val 1296924"/>
                  <a:gd name="f45" fmla="val 1838611"/>
                  <a:gd name="f46" fmla="val 1375791"/>
                  <a:gd name="f47" fmla="val 1842135"/>
                  <a:gd name="f48" fmla="val 1413129"/>
                  <a:gd name="f49" fmla="val 1843754"/>
                  <a:gd name="f50" fmla="val 1449896"/>
                  <a:gd name="f51" fmla="val 1850422"/>
                  <a:gd name="f52" fmla="val 1486567"/>
                  <a:gd name="f53" fmla="val 1857566"/>
                  <a:gd name="f54" fmla="val 1513618"/>
                  <a:gd name="f55" fmla="val 1862804"/>
                  <a:gd name="f56" fmla="val 1540859"/>
                  <a:gd name="f57" fmla="val 1867376"/>
                  <a:gd name="f58" fmla="val 1568101"/>
                  <a:gd name="f59" fmla="val 1871377"/>
                  <a:gd name="f60" fmla="val 1648778"/>
                  <a:gd name="f61" fmla="val 1883188"/>
                  <a:gd name="f62" fmla="val 1730978"/>
                  <a:gd name="f63" fmla="val 1887665"/>
                  <a:gd name="f64" fmla="val 1810607"/>
                  <a:gd name="f65" fmla="val 1877854"/>
                  <a:gd name="f66" fmla="val 1857661"/>
                  <a:gd name="f67" fmla="val 1941100"/>
                  <a:gd name="f68" fmla="val 1829086"/>
                  <a:gd name="f69" fmla="val 1997964"/>
                  <a:gd name="f70" fmla="val 1790605"/>
                  <a:gd name="f71" fmla="val 2037302"/>
                  <a:gd name="f72" fmla="val 1764030"/>
                  <a:gd name="f73" fmla="val 2073497"/>
                  <a:gd name="f74" fmla="val 1733264"/>
                  <a:gd name="f75" fmla="val 2109883"/>
                  <a:gd name="f76" fmla="val 1702784"/>
                  <a:gd name="f77" fmla="val 2176367"/>
                  <a:gd name="f78" fmla="val 1647063"/>
                  <a:gd name="f79" fmla="val 2244852"/>
                  <a:gd name="f80" fmla="val 1593151"/>
                  <a:gd name="f81" fmla="val 2321433"/>
                  <a:gd name="f82" fmla="val 1552384"/>
                  <a:gd name="f83" fmla="val 2397157"/>
                  <a:gd name="f84" fmla="val 1512094"/>
                  <a:gd name="f85" fmla="val 2479548"/>
                  <a:gd name="f86" fmla="val 1486281"/>
                  <a:gd name="f87" fmla="val 2558891"/>
                  <a:gd name="f88" fmla="val 1453420"/>
                  <a:gd name="f89" fmla="val 2610898"/>
                  <a:gd name="f90" fmla="val 1431798"/>
                  <a:gd name="f91" fmla="val 2661571"/>
                  <a:gd name="f92" fmla="val 1407033"/>
                  <a:gd name="f93" fmla="val 2709767"/>
                  <a:gd name="f94" fmla="val 1377887"/>
                  <a:gd name="f95" fmla="val 2774252"/>
                  <a:gd name="f96" fmla="val 1338929"/>
                  <a:gd name="f97" fmla="val 2834069"/>
                  <a:gd name="f98" fmla="val 1292447"/>
                  <a:gd name="f99" fmla="val 2885408"/>
                  <a:gd name="f100" fmla="val 1237393"/>
                  <a:gd name="f101" fmla="val 2933605"/>
                  <a:gd name="f102" fmla="val 1185767"/>
                  <a:gd name="f103" fmla="val 2973324"/>
                  <a:gd name="f104" fmla="val 1127093"/>
                  <a:gd name="f105" fmla="val 3017711"/>
                  <a:gd name="f106" fmla="val 1072229"/>
                  <a:gd name="f107" fmla="val 3059811"/>
                  <a:gd name="f108" fmla="val 1020223"/>
                  <a:gd name="f109" fmla="val 3105912"/>
                  <a:gd name="f110" fmla="val 971645"/>
                  <a:gd name="f111" fmla="val 3150680"/>
                  <a:gd name="f112" fmla="val 921830"/>
                  <a:gd name="f113" fmla="val 3186113"/>
                  <a:gd name="f114" fmla="val 882396"/>
                  <a:gd name="f115" fmla="val 3220593"/>
                  <a:gd name="f116" fmla="val 842010"/>
                  <a:gd name="f117" fmla="val 3255169"/>
                  <a:gd name="f118" fmla="val 801815"/>
                  <a:gd name="f119" fmla="val 3284887"/>
                  <a:gd name="f120" fmla="val 767239"/>
                  <a:gd name="f121" fmla="val 3314605"/>
                  <a:gd name="f122" fmla="val 732473"/>
                  <a:gd name="f123" fmla="val 3339275"/>
                  <a:gd name="f124" fmla="val 694182"/>
                  <a:gd name="f125" fmla="val 3368707"/>
                  <a:gd name="f126" fmla="val 648367"/>
                  <a:gd name="f127" fmla="val 3390138"/>
                  <a:gd name="f128" fmla="val 597980"/>
                  <a:gd name="f129" fmla="val 3409188"/>
                  <a:gd name="f130" fmla="val 546926"/>
                  <a:gd name="f131" fmla="val 3433382"/>
                  <a:gd name="f132" fmla="val 482156"/>
                  <a:gd name="f133" fmla="val 3453384"/>
                  <a:gd name="f134" fmla="val 415861"/>
                  <a:gd name="f135" fmla="val 3464243"/>
                  <a:gd name="f136" fmla="val 347663"/>
                  <a:gd name="f137" fmla="val 3476244"/>
                  <a:gd name="f138" fmla="val 272224"/>
                  <a:gd name="f139" fmla="val 3661696"/>
                  <a:gd name="f140" fmla="val 76295"/>
                  <a:gd name="f141" fmla="val 3665411"/>
                  <a:gd name="f142" fmla="+- 0 0 -90"/>
                  <a:gd name="f143" fmla="*/ f3 1 3665410"/>
                  <a:gd name="f144" fmla="*/ f4 1 2985611"/>
                  <a:gd name="f145" fmla="+- f7 0 f5"/>
                  <a:gd name="f146" fmla="+- f6 0 f5"/>
                  <a:gd name="f147" fmla="*/ f142 f0 1"/>
                  <a:gd name="f148" fmla="*/ f146 1 3665410"/>
                  <a:gd name="f149" fmla="*/ f145 1 2985611"/>
                  <a:gd name="f150" fmla="*/ 0 f146 1"/>
                  <a:gd name="f151" fmla="*/ 2985611 f145 1"/>
                  <a:gd name="f152" fmla="*/ 166211 f146 1"/>
                  <a:gd name="f153" fmla="*/ 2699766 f145 1"/>
                  <a:gd name="f154" fmla="*/ 397002 f146 1"/>
                  <a:gd name="f155" fmla="*/ 2414969 f145 1"/>
                  <a:gd name="f156" fmla="*/ 620173 f146 1"/>
                  <a:gd name="f157" fmla="*/ 2237899 f145 1"/>
                  <a:gd name="f158" fmla="*/ 823341 f146 1"/>
                  <a:gd name="f159" fmla="*/ 2085499 f145 1"/>
                  <a:gd name="f160" fmla="*/ 1089565 f146 1"/>
                  <a:gd name="f161" fmla="*/ 1911477 f145 1"/>
                  <a:gd name="f162" fmla="*/ 1145000 f146 1"/>
                  <a:gd name="f163" fmla="*/ 1886807 f145 1"/>
                  <a:gd name="f164" fmla="*/ 1375791 f146 1"/>
                  <a:gd name="f165" fmla="*/ 1842135 f145 1"/>
                  <a:gd name="f166" fmla="*/ 1486567 f146 1"/>
                  <a:gd name="f167" fmla="*/ 1857566 f145 1"/>
                  <a:gd name="f168" fmla="*/ 1568101 f146 1"/>
                  <a:gd name="f169" fmla="*/ 1871377 f145 1"/>
                  <a:gd name="f170" fmla="*/ 1810607 f146 1"/>
                  <a:gd name="f171" fmla="*/ 1997964 f146 1"/>
                  <a:gd name="f172" fmla="*/ 1790605 f145 1"/>
                  <a:gd name="f173" fmla="*/ 2109883 f146 1"/>
                  <a:gd name="f174" fmla="*/ 1702784 f145 1"/>
                  <a:gd name="f175" fmla="*/ 2321433 f146 1"/>
                  <a:gd name="f176" fmla="*/ 1552384 f145 1"/>
                  <a:gd name="f177" fmla="*/ 2558891 f146 1"/>
                  <a:gd name="f178" fmla="*/ 1453420 f145 1"/>
                  <a:gd name="f179" fmla="*/ 2709767 f146 1"/>
                  <a:gd name="f180" fmla="*/ 1377887 f145 1"/>
                  <a:gd name="f181" fmla="*/ 2885408 f146 1"/>
                  <a:gd name="f182" fmla="*/ 1237393 f145 1"/>
                  <a:gd name="f183" fmla="*/ 3017711 f146 1"/>
                  <a:gd name="f184" fmla="*/ 1072229 f145 1"/>
                  <a:gd name="f185" fmla="*/ 3150680 f146 1"/>
                  <a:gd name="f186" fmla="*/ 921830 f145 1"/>
                  <a:gd name="f187" fmla="*/ 3255169 f146 1"/>
                  <a:gd name="f188" fmla="*/ 801815 f145 1"/>
                  <a:gd name="f189" fmla="*/ 3339275 f146 1"/>
                  <a:gd name="f190" fmla="*/ 694182 f145 1"/>
                  <a:gd name="f191" fmla="*/ 3409188 f146 1"/>
                  <a:gd name="f192" fmla="*/ 546926 f145 1"/>
                  <a:gd name="f193" fmla="*/ 3464243 f146 1"/>
                  <a:gd name="f194" fmla="*/ 347663 f145 1"/>
                  <a:gd name="f195" fmla="*/ 3665411 f146 1"/>
                  <a:gd name="f196" fmla="*/ 0 f145 1"/>
                  <a:gd name="f197" fmla="*/ f147 1 f2"/>
                  <a:gd name="f198" fmla="*/ f150 1 3665410"/>
                  <a:gd name="f199" fmla="*/ f151 1 2985611"/>
                  <a:gd name="f200" fmla="*/ f152 1 3665410"/>
                  <a:gd name="f201" fmla="*/ f153 1 2985611"/>
                  <a:gd name="f202" fmla="*/ f154 1 3665410"/>
                  <a:gd name="f203" fmla="*/ f155 1 2985611"/>
                  <a:gd name="f204" fmla="*/ f156 1 3665410"/>
                  <a:gd name="f205" fmla="*/ f157 1 2985611"/>
                  <a:gd name="f206" fmla="*/ f158 1 3665410"/>
                  <a:gd name="f207" fmla="*/ f159 1 2985611"/>
                  <a:gd name="f208" fmla="*/ f160 1 3665410"/>
                  <a:gd name="f209" fmla="*/ f161 1 2985611"/>
                  <a:gd name="f210" fmla="*/ f162 1 3665410"/>
                  <a:gd name="f211" fmla="*/ f163 1 2985611"/>
                  <a:gd name="f212" fmla="*/ f164 1 3665410"/>
                  <a:gd name="f213" fmla="*/ f165 1 2985611"/>
                  <a:gd name="f214" fmla="*/ f166 1 3665410"/>
                  <a:gd name="f215" fmla="*/ f167 1 2985611"/>
                  <a:gd name="f216" fmla="*/ f168 1 3665410"/>
                  <a:gd name="f217" fmla="*/ f169 1 2985611"/>
                  <a:gd name="f218" fmla="*/ f170 1 3665410"/>
                  <a:gd name="f219" fmla="*/ f171 1 3665410"/>
                  <a:gd name="f220" fmla="*/ f172 1 2985611"/>
                  <a:gd name="f221" fmla="*/ f173 1 3665410"/>
                  <a:gd name="f222" fmla="*/ f174 1 2985611"/>
                  <a:gd name="f223" fmla="*/ f175 1 3665410"/>
                  <a:gd name="f224" fmla="*/ f176 1 2985611"/>
                  <a:gd name="f225" fmla="*/ f177 1 3665410"/>
                  <a:gd name="f226" fmla="*/ f178 1 2985611"/>
                  <a:gd name="f227" fmla="*/ f179 1 3665410"/>
                  <a:gd name="f228" fmla="*/ f180 1 2985611"/>
                  <a:gd name="f229" fmla="*/ f181 1 3665410"/>
                  <a:gd name="f230" fmla="*/ f182 1 2985611"/>
                  <a:gd name="f231" fmla="*/ f183 1 3665410"/>
                  <a:gd name="f232" fmla="*/ f184 1 2985611"/>
                  <a:gd name="f233" fmla="*/ f185 1 3665410"/>
                  <a:gd name="f234" fmla="*/ f186 1 2985611"/>
                  <a:gd name="f235" fmla="*/ f187 1 3665410"/>
                  <a:gd name="f236" fmla="*/ f188 1 2985611"/>
                  <a:gd name="f237" fmla="*/ f189 1 3665410"/>
                  <a:gd name="f238" fmla="*/ f190 1 2985611"/>
                  <a:gd name="f239" fmla="*/ f191 1 3665410"/>
                  <a:gd name="f240" fmla="*/ f192 1 2985611"/>
                  <a:gd name="f241" fmla="*/ f193 1 3665410"/>
                  <a:gd name="f242" fmla="*/ f194 1 2985611"/>
                  <a:gd name="f243" fmla="*/ f195 1 3665410"/>
                  <a:gd name="f244" fmla="*/ f196 1 2985611"/>
                  <a:gd name="f245" fmla="*/ f5 1 f148"/>
                  <a:gd name="f246" fmla="*/ f6 1 f148"/>
                  <a:gd name="f247" fmla="*/ f5 1 f149"/>
                  <a:gd name="f248" fmla="*/ f7 1 f149"/>
                  <a:gd name="f249" fmla="+- f197 0 f1"/>
                  <a:gd name="f250" fmla="*/ f198 1 f148"/>
                  <a:gd name="f251" fmla="*/ f199 1 f149"/>
                  <a:gd name="f252" fmla="*/ f200 1 f148"/>
                  <a:gd name="f253" fmla="*/ f201 1 f149"/>
                  <a:gd name="f254" fmla="*/ f202 1 f148"/>
                  <a:gd name="f255" fmla="*/ f203 1 f149"/>
                  <a:gd name="f256" fmla="*/ f204 1 f148"/>
                  <a:gd name="f257" fmla="*/ f205 1 f149"/>
                  <a:gd name="f258" fmla="*/ f206 1 f148"/>
                  <a:gd name="f259" fmla="*/ f207 1 f149"/>
                  <a:gd name="f260" fmla="*/ f208 1 f148"/>
                  <a:gd name="f261" fmla="*/ f209 1 f149"/>
                  <a:gd name="f262" fmla="*/ f210 1 f148"/>
                  <a:gd name="f263" fmla="*/ f211 1 f149"/>
                  <a:gd name="f264" fmla="*/ f212 1 f148"/>
                  <a:gd name="f265" fmla="*/ f213 1 f149"/>
                  <a:gd name="f266" fmla="*/ f214 1 f148"/>
                  <a:gd name="f267" fmla="*/ f215 1 f149"/>
                  <a:gd name="f268" fmla="*/ f216 1 f148"/>
                  <a:gd name="f269" fmla="*/ f217 1 f149"/>
                  <a:gd name="f270" fmla="*/ f218 1 f148"/>
                  <a:gd name="f271" fmla="*/ f219 1 f148"/>
                  <a:gd name="f272" fmla="*/ f220 1 f149"/>
                  <a:gd name="f273" fmla="*/ f221 1 f148"/>
                  <a:gd name="f274" fmla="*/ f222 1 f149"/>
                  <a:gd name="f275" fmla="*/ f223 1 f148"/>
                  <a:gd name="f276" fmla="*/ f224 1 f149"/>
                  <a:gd name="f277" fmla="*/ f225 1 f148"/>
                  <a:gd name="f278" fmla="*/ f226 1 f149"/>
                  <a:gd name="f279" fmla="*/ f227 1 f148"/>
                  <a:gd name="f280" fmla="*/ f228 1 f149"/>
                  <a:gd name="f281" fmla="*/ f229 1 f148"/>
                  <a:gd name="f282" fmla="*/ f230 1 f149"/>
                  <a:gd name="f283" fmla="*/ f231 1 f148"/>
                  <a:gd name="f284" fmla="*/ f232 1 f149"/>
                  <a:gd name="f285" fmla="*/ f233 1 f148"/>
                  <a:gd name="f286" fmla="*/ f234 1 f149"/>
                  <a:gd name="f287" fmla="*/ f235 1 f148"/>
                  <a:gd name="f288" fmla="*/ f236 1 f149"/>
                  <a:gd name="f289" fmla="*/ f237 1 f148"/>
                  <a:gd name="f290" fmla="*/ f238 1 f149"/>
                  <a:gd name="f291" fmla="*/ f239 1 f148"/>
                  <a:gd name="f292" fmla="*/ f240 1 f149"/>
                  <a:gd name="f293" fmla="*/ f241 1 f148"/>
                  <a:gd name="f294" fmla="*/ f242 1 f149"/>
                  <a:gd name="f295" fmla="*/ f243 1 f148"/>
                  <a:gd name="f296" fmla="*/ f244 1 f149"/>
                  <a:gd name="f297" fmla="*/ f245 f143 1"/>
                  <a:gd name="f298" fmla="*/ f246 f143 1"/>
                  <a:gd name="f299" fmla="*/ f248 f144 1"/>
                  <a:gd name="f300" fmla="*/ f247 f144 1"/>
                  <a:gd name="f301" fmla="*/ f250 f143 1"/>
                  <a:gd name="f302" fmla="*/ f251 f144 1"/>
                  <a:gd name="f303" fmla="*/ f252 f143 1"/>
                  <a:gd name="f304" fmla="*/ f253 f144 1"/>
                  <a:gd name="f305" fmla="*/ f254 f143 1"/>
                  <a:gd name="f306" fmla="*/ f255 f144 1"/>
                  <a:gd name="f307" fmla="*/ f256 f143 1"/>
                  <a:gd name="f308" fmla="*/ f257 f144 1"/>
                  <a:gd name="f309" fmla="*/ f258 f143 1"/>
                  <a:gd name="f310" fmla="*/ f259 f144 1"/>
                  <a:gd name="f311" fmla="*/ f260 f143 1"/>
                  <a:gd name="f312" fmla="*/ f261 f144 1"/>
                  <a:gd name="f313" fmla="*/ f262 f143 1"/>
                  <a:gd name="f314" fmla="*/ f263 f144 1"/>
                  <a:gd name="f315" fmla="*/ f264 f143 1"/>
                  <a:gd name="f316" fmla="*/ f265 f144 1"/>
                  <a:gd name="f317" fmla="*/ f266 f143 1"/>
                  <a:gd name="f318" fmla="*/ f267 f144 1"/>
                  <a:gd name="f319" fmla="*/ f268 f143 1"/>
                  <a:gd name="f320" fmla="*/ f269 f144 1"/>
                  <a:gd name="f321" fmla="*/ f270 f143 1"/>
                  <a:gd name="f322" fmla="*/ f271 f143 1"/>
                  <a:gd name="f323" fmla="*/ f272 f144 1"/>
                  <a:gd name="f324" fmla="*/ f273 f143 1"/>
                  <a:gd name="f325" fmla="*/ f274 f144 1"/>
                  <a:gd name="f326" fmla="*/ f275 f143 1"/>
                  <a:gd name="f327" fmla="*/ f276 f144 1"/>
                  <a:gd name="f328" fmla="*/ f277 f143 1"/>
                  <a:gd name="f329" fmla="*/ f278 f144 1"/>
                  <a:gd name="f330" fmla="*/ f279 f143 1"/>
                  <a:gd name="f331" fmla="*/ f280 f144 1"/>
                  <a:gd name="f332" fmla="*/ f281 f143 1"/>
                  <a:gd name="f333" fmla="*/ f282 f144 1"/>
                  <a:gd name="f334" fmla="*/ f283 f143 1"/>
                  <a:gd name="f335" fmla="*/ f284 f144 1"/>
                  <a:gd name="f336" fmla="*/ f285 f143 1"/>
                  <a:gd name="f337" fmla="*/ f286 f144 1"/>
                  <a:gd name="f338" fmla="*/ f287 f143 1"/>
                  <a:gd name="f339" fmla="*/ f288 f144 1"/>
                  <a:gd name="f340" fmla="*/ f289 f143 1"/>
                  <a:gd name="f341" fmla="*/ f290 f144 1"/>
                  <a:gd name="f342" fmla="*/ f291 f143 1"/>
                  <a:gd name="f343" fmla="*/ f292 f144 1"/>
                  <a:gd name="f344" fmla="*/ f293 f143 1"/>
                  <a:gd name="f345" fmla="*/ f294 f144 1"/>
                  <a:gd name="f346" fmla="*/ f295 f143 1"/>
                  <a:gd name="f347" fmla="*/ f296 f144 1"/>
                </a:gdLst>
                <a:ahLst/>
                <a:cxnLst>
                  <a:cxn ang="3cd4">
                    <a:pos x="hc" y="t"/>
                  </a:cxn>
                  <a:cxn ang="0">
                    <a:pos x="r" y="vc"/>
                  </a:cxn>
                  <a:cxn ang="cd4">
                    <a:pos x="hc" y="b"/>
                  </a:cxn>
                  <a:cxn ang="cd2">
                    <a:pos x="l" y="vc"/>
                  </a:cxn>
                  <a:cxn ang="f249">
                    <a:pos x="f301" y="f302"/>
                  </a:cxn>
                  <a:cxn ang="f249">
                    <a:pos x="f303" y="f304"/>
                  </a:cxn>
                  <a:cxn ang="f249">
                    <a:pos x="f305" y="f306"/>
                  </a:cxn>
                  <a:cxn ang="f249">
                    <a:pos x="f307" y="f308"/>
                  </a:cxn>
                  <a:cxn ang="f249">
                    <a:pos x="f309" y="f310"/>
                  </a:cxn>
                  <a:cxn ang="f249">
                    <a:pos x="f311" y="f312"/>
                  </a:cxn>
                  <a:cxn ang="f249">
                    <a:pos x="f313" y="f314"/>
                  </a:cxn>
                  <a:cxn ang="f249">
                    <a:pos x="f315" y="f316"/>
                  </a:cxn>
                  <a:cxn ang="f249">
                    <a:pos x="f317" y="f318"/>
                  </a:cxn>
                  <a:cxn ang="f249">
                    <a:pos x="f319" y="f320"/>
                  </a:cxn>
                  <a:cxn ang="f249">
                    <a:pos x="f321" y="f320"/>
                  </a:cxn>
                  <a:cxn ang="f249">
                    <a:pos x="f322" y="f323"/>
                  </a:cxn>
                  <a:cxn ang="f249">
                    <a:pos x="f324" y="f325"/>
                  </a:cxn>
                  <a:cxn ang="f249">
                    <a:pos x="f326" y="f327"/>
                  </a:cxn>
                  <a:cxn ang="f249">
                    <a:pos x="f328" y="f329"/>
                  </a:cxn>
                  <a:cxn ang="f249">
                    <a:pos x="f330" y="f331"/>
                  </a:cxn>
                  <a:cxn ang="f249">
                    <a:pos x="f332" y="f333"/>
                  </a:cxn>
                  <a:cxn ang="f249">
                    <a:pos x="f334" y="f335"/>
                  </a:cxn>
                  <a:cxn ang="f249">
                    <a:pos x="f336" y="f337"/>
                  </a:cxn>
                  <a:cxn ang="f249">
                    <a:pos x="f338" y="f339"/>
                  </a:cxn>
                  <a:cxn ang="f249">
                    <a:pos x="f340" y="f341"/>
                  </a:cxn>
                  <a:cxn ang="f249">
                    <a:pos x="f342" y="f343"/>
                  </a:cxn>
                  <a:cxn ang="f249">
                    <a:pos x="f344" y="f345"/>
                  </a:cxn>
                  <a:cxn ang="f249">
                    <a:pos x="f346" y="f347"/>
                  </a:cxn>
                </a:cxnLst>
                <a:rect l="f297" t="f300" r="f298" b="f299"/>
                <a:pathLst>
                  <a:path w="3665410" h="2985611">
                    <a:moveTo>
                      <a:pt x="f5" y="f7"/>
                    </a:moveTo>
                    <a:cubicBezTo>
                      <a:pt x="f5" y="f7"/>
                      <a:pt x="f8" y="f9"/>
                      <a:pt x="f10" y="f11"/>
                    </a:cubicBezTo>
                    <a:cubicBezTo>
                      <a:pt x="f12" y="f13"/>
                      <a:pt x="f14" y="f15"/>
                      <a:pt x="f16" y="f17"/>
                    </a:cubicBezTo>
                    <a:cubicBezTo>
                      <a:pt x="f18" y="f19"/>
                      <a:pt x="f20" y="f21"/>
                      <a:pt x="f22" y="f23"/>
                    </a:cubicBezTo>
                    <a:cubicBezTo>
                      <a:pt x="f24" y="f25"/>
                      <a:pt x="f26" y="f27"/>
                      <a:pt x="f28" y="f29"/>
                    </a:cubicBezTo>
                    <a:cubicBezTo>
                      <a:pt x="f30" y="f31"/>
                      <a:pt x="f32" y="f33"/>
                      <a:pt x="f34" y="f35"/>
                    </a:cubicBezTo>
                    <a:cubicBezTo>
                      <a:pt x="f36" y="f37"/>
                      <a:pt x="f38" y="f39"/>
                      <a:pt x="f40" y="f41"/>
                    </a:cubicBezTo>
                    <a:cubicBezTo>
                      <a:pt x="f42" y="f43"/>
                      <a:pt x="f44" y="f45"/>
                      <a:pt x="f46" y="f47"/>
                    </a:cubicBezTo>
                    <a:cubicBezTo>
                      <a:pt x="f48" y="f49"/>
                      <a:pt x="f50" y="f51"/>
                      <a:pt x="f52" y="f53"/>
                    </a:cubicBezTo>
                    <a:cubicBezTo>
                      <a:pt x="f54" y="f55"/>
                      <a:pt x="f56" y="f57"/>
                      <a:pt x="f58" y="f59"/>
                    </a:cubicBezTo>
                    <a:cubicBezTo>
                      <a:pt x="f60" y="f61"/>
                      <a:pt x="f62" y="f63"/>
                      <a:pt x="f64" y="f59"/>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cubicBezTo>
                      <a:pt x="f101" y="f102"/>
                      <a:pt x="f103" y="f104"/>
                      <a:pt x="f105" y="f106"/>
                    </a:cubicBezTo>
                    <a:cubicBezTo>
                      <a:pt x="f107" y="f108"/>
                      <a:pt x="f109" y="f110"/>
                      <a:pt x="f111" y="f112"/>
                    </a:cubicBezTo>
                    <a:cubicBezTo>
                      <a:pt x="f113" y="f114"/>
                      <a:pt x="f115" y="f116"/>
                      <a:pt x="f117" y="f118"/>
                    </a:cubicBezTo>
                    <a:cubicBezTo>
                      <a:pt x="f119" y="f120"/>
                      <a:pt x="f121" y="f122"/>
                      <a:pt x="f123" y="f124"/>
                    </a:cubicBezTo>
                    <a:cubicBezTo>
                      <a:pt x="f125" y="f126"/>
                      <a:pt x="f127" y="f128"/>
                      <a:pt x="f129" y="f130"/>
                    </a:cubicBezTo>
                    <a:cubicBezTo>
                      <a:pt x="f131" y="f132"/>
                      <a:pt x="f133" y="f134"/>
                      <a:pt x="f135" y="f136"/>
                    </a:cubicBezTo>
                    <a:cubicBezTo>
                      <a:pt x="f137" y="f138"/>
                      <a:pt x="f139" y="f140"/>
                      <a:pt x="f141" y="f5"/>
                    </a:cubicBezTo>
                  </a:path>
                </a:pathLst>
              </a:custGeom>
              <a:noFill/>
              <a:ln w="9528" cap="rnd">
                <a:solidFill>
                  <a:srgbClr val="F3F0E9">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0" name="Freeform: Shape 26">
                <a:extLst>
                  <a:ext uri="{FF2B5EF4-FFF2-40B4-BE49-F238E27FC236}">
                    <a16:creationId xmlns:a16="http://schemas.microsoft.com/office/drawing/2014/main" id="{C75B4263-AE21-4BF4-9F0E-5A0EC99F3AEB}"/>
                  </a:ext>
                </a:extLst>
              </p:cNvPr>
              <p:cNvSpPr/>
              <p:nvPr/>
            </p:nvSpPr>
            <p:spPr>
              <a:xfrm>
                <a:off x="11937263" y="6677625"/>
                <a:ext cx="254733" cy="177905"/>
              </a:xfrm>
              <a:custGeom>
                <a:avLst/>
                <a:gdLst>
                  <a:gd name="f0" fmla="val 10800000"/>
                  <a:gd name="f1" fmla="val 5400000"/>
                  <a:gd name="f2" fmla="val 180"/>
                  <a:gd name="f3" fmla="val w"/>
                  <a:gd name="f4" fmla="val h"/>
                  <a:gd name="f5" fmla="val 0"/>
                  <a:gd name="f6" fmla="val 285940"/>
                  <a:gd name="f7" fmla="val 199072"/>
                  <a:gd name="f8" fmla="val 199073"/>
                  <a:gd name="f9" fmla="val 242125"/>
                  <a:gd name="f10" fmla="val 39243"/>
                  <a:gd name="f11" fmla="+- 0 0 -90"/>
                  <a:gd name="f12" fmla="*/ f3 1 285940"/>
                  <a:gd name="f13" fmla="*/ f4 1 199072"/>
                  <a:gd name="f14" fmla="+- f7 0 f5"/>
                  <a:gd name="f15" fmla="+- f6 0 f5"/>
                  <a:gd name="f16" fmla="*/ f11 f0 1"/>
                  <a:gd name="f17" fmla="*/ f15 1 285940"/>
                  <a:gd name="f18" fmla="*/ f14 1 199072"/>
                  <a:gd name="f19" fmla="*/ 0 f15 1"/>
                  <a:gd name="f20" fmla="*/ 199073 f14 1"/>
                  <a:gd name="f21" fmla="*/ 285940 f15 1"/>
                  <a:gd name="f22" fmla="*/ 0 f14 1"/>
                  <a:gd name="f23" fmla="*/ f16 1 f2"/>
                  <a:gd name="f24" fmla="*/ f19 1 285940"/>
                  <a:gd name="f25" fmla="*/ f20 1 199072"/>
                  <a:gd name="f26" fmla="*/ f21 1 285940"/>
                  <a:gd name="f27" fmla="*/ f22 1 199072"/>
                  <a:gd name="f28" fmla="*/ f5 1 f17"/>
                  <a:gd name="f29" fmla="*/ f6 1 f17"/>
                  <a:gd name="f30" fmla="*/ f5 1 f18"/>
                  <a:gd name="f31" fmla="*/ f7 1 f18"/>
                  <a:gd name="f32" fmla="+- f23 0 f1"/>
                  <a:gd name="f33" fmla="*/ f24 1 f17"/>
                  <a:gd name="f34" fmla="*/ f25 1 f18"/>
                  <a:gd name="f35" fmla="*/ f26 1 f17"/>
                  <a:gd name="f36" fmla="*/ f27 1 f18"/>
                  <a:gd name="f37" fmla="*/ f28 f12 1"/>
                  <a:gd name="f38" fmla="*/ f29 f12 1"/>
                  <a:gd name="f39" fmla="*/ f31 f13 1"/>
                  <a:gd name="f40" fmla="*/ f30 f13 1"/>
                  <a:gd name="f41" fmla="*/ f33 f12 1"/>
                  <a:gd name="f42" fmla="*/ f34 f13 1"/>
                  <a:gd name="f43" fmla="*/ f35 f12 1"/>
                  <a:gd name="f44" fmla="*/ f36 f13 1"/>
                </a:gdLst>
                <a:ahLst/>
                <a:cxnLst>
                  <a:cxn ang="3cd4">
                    <a:pos x="hc" y="t"/>
                  </a:cxn>
                  <a:cxn ang="0">
                    <a:pos x="r" y="vc"/>
                  </a:cxn>
                  <a:cxn ang="cd4">
                    <a:pos x="hc" y="b"/>
                  </a:cxn>
                  <a:cxn ang="cd2">
                    <a:pos x="l" y="vc"/>
                  </a:cxn>
                  <a:cxn ang="f32">
                    <a:pos x="f41" y="f42"/>
                  </a:cxn>
                  <a:cxn ang="f32">
                    <a:pos x="f43" y="f44"/>
                  </a:cxn>
                </a:cxnLst>
                <a:rect l="f37" t="f40" r="f38" b="f39"/>
                <a:pathLst>
                  <a:path w="285940" h="199072">
                    <a:moveTo>
                      <a:pt x="f5" y="f8"/>
                    </a:moveTo>
                    <a:cubicBezTo>
                      <a:pt x="f5" y="f8"/>
                      <a:pt x="f9" y="f10"/>
                      <a:pt x="f6" y="f5"/>
                    </a:cubicBezTo>
                  </a:path>
                </a:pathLst>
              </a:custGeom>
              <a:noFill/>
              <a:ln w="9528" cap="rnd">
                <a:solidFill>
                  <a:srgbClr val="F3F0E9">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1" name="Freeform: Shape 27">
                <a:extLst>
                  <a:ext uri="{FF2B5EF4-FFF2-40B4-BE49-F238E27FC236}">
                    <a16:creationId xmlns:a16="http://schemas.microsoft.com/office/drawing/2014/main" id="{E5FFE2B9-7A0A-4753-998B-0E1830C91C84}"/>
                  </a:ext>
                </a:extLst>
              </p:cNvPr>
              <p:cNvSpPr/>
              <p:nvPr/>
            </p:nvSpPr>
            <p:spPr>
              <a:xfrm>
                <a:off x="11583326" y="6516837"/>
                <a:ext cx="584237" cy="340659"/>
              </a:xfrm>
              <a:custGeom>
                <a:avLst/>
                <a:gdLst>
                  <a:gd name="f0" fmla="val 10800000"/>
                  <a:gd name="f1" fmla="val 5400000"/>
                  <a:gd name="f2" fmla="val 180"/>
                  <a:gd name="f3" fmla="val w"/>
                  <a:gd name="f4" fmla="val h"/>
                  <a:gd name="f5" fmla="val 0"/>
                  <a:gd name="f6" fmla="val 655796"/>
                  <a:gd name="f7" fmla="val 381190"/>
                  <a:gd name="f8" fmla="val 461105"/>
                  <a:gd name="f9" fmla="val 172117"/>
                  <a:gd name="f10" fmla="+- 0 0 -90"/>
                  <a:gd name="f11" fmla="*/ f3 1 655796"/>
                  <a:gd name="f12" fmla="*/ f4 1 381190"/>
                  <a:gd name="f13" fmla="+- f7 0 f5"/>
                  <a:gd name="f14" fmla="+- f6 0 f5"/>
                  <a:gd name="f15" fmla="*/ f10 f0 1"/>
                  <a:gd name="f16" fmla="*/ f14 1 655796"/>
                  <a:gd name="f17" fmla="*/ f13 1 381190"/>
                  <a:gd name="f18" fmla="*/ 0 f14 1"/>
                  <a:gd name="f19" fmla="*/ 381190 f13 1"/>
                  <a:gd name="f20" fmla="*/ 655796 f14 1"/>
                  <a:gd name="f21" fmla="*/ 0 f13 1"/>
                  <a:gd name="f22" fmla="*/ f15 1 f2"/>
                  <a:gd name="f23" fmla="*/ f18 1 655796"/>
                  <a:gd name="f24" fmla="*/ f19 1 381190"/>
                  <a:gd name="f25" fmla="*/ f20 1 655796"/>
                  <a:gd name="f26" fmla="*/ f21 1 381190"/>
                  <a:gd name="f27" fmla="*/ f5 1 f16"/>
                  <a:gd name="f28" fmla="*/ f6 1 f16"/>
                  <a:gd name="f29" fmla="*/ f5 1 f17"/>
                  <a:gd name="f30" fmla="*/ f7 1 f17"/>
                  <a:gd name="f31" fmla="+- f22 0 f1"/>
                  <a:gd name="f32" fmla="*/ f23 1 f16"/>
                  <a:gd name="f33" fmla="*/ f24 1 f17"/>
                  <a:gd name="f34" fmla="*/ f25 1 f16"/>
                  <a:gd name="f35" fmla="*/ f26 1 f17"/>
                  <a:gd name="f36" fmla="*/ f27 f11 1"/>
                  <a:gd name="f37" fmla="*/ f28 f11 1"/>
                  <a:gd name="f38" fmla="*/ f30 f12 1"/>
                  <a:gd name="f39" fmla="*/ f29 f12 1"/>
                  <a:gd name="f40" fmla="*/ f32 f11 1"/>
                  <a:gd name="f41" fmla="*/ f33 f12 1"/>
                  <a:gd name="f42" fmla="*/ f34 f11 1"/>
                  <a:gd name="f43" fmla="*/ f35 f12 1"/>
                </a:gdLst>
                <a:ahLst/>
                <a:cxnLst>
                  <a:cxn ang="3cd4">
                    <a:pos x="hc" y="t"/>
                  </a:cxn>
                  <a:cxn ang="0">
                    <a:pos x="r" y="vc"/>
                  </a:cxn>
                  <a:cxn ang="cd4">
                    <a:pos x="hc" y="b"/>
                  </a:cxn>
                  <a:cxn ang="cd2">
                    <a:pos x="l" y="vc"/>
                  </a:cxn>
                  <a:cxn ang="f31">
                    <a:pos x="f40" y="f41"/>
                  </a:cxn>
                  <a:cxn ang="f31">
                    <a:pos x="f42" y="f43"/>
                  </a:cxn>
                </a:cxnLst>
                <a:rect l="f36" t="f39" r="f37" b="f38"/>
                <a:pathLst>
                  <a:path w="655796" h="381190">
                    <a:moveTo>
                      <a:pt x="f5" y="f7"/>
                    </a:moveTo>
                    <a:cubicBezTo>
                      <a:pt x="f5" y="f7"/>
                      <a:pt x="f8" y="f9"/>
                      <a:pt x="f6" y="f5"/>
                    </a:cubicBezTo>
                  </a:path>
                </a:pathLst>
              </a:custGeom>
              <a:noFill/>
              <a:ln w="9528" cap="rnd">
                <a:solidFill>
                  <a:srgbClr val="F3F0E9">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2" name="Freeform: Shape 28">
                <a:extLst>
                  <a:ext uri="{FF2B5EF4-FFF2-40B4-BE49-F238E27FC236}">
                    <a16:creationId xmlns:a16="http://schemas.microsoft.com/office/drawing/2014/main" id="{CA5CE7F7-D27F-4F77-819E-D46BAB64034D}"/>
                  </a:ext>
                </a:extLst>
              </p:cNvPr>
              <p:cNvSpPr/>
              <p:nvPr/>
            </p:nvSpPr>
            <p:spPr>
              <a:xfrm>
                <a:off x="9588608" y="5460559"/>
                <a:ext cx="2590065" cy="1380497"/>
              </a:xfrm>
              <a:custGeom>
                <a:avLst/>
                <a:gdLst>
                  <a:gd name="f0" fmla="val 10800000"/>
                  <a:gd name="f1" fmla="val 5400000"/>
                  <a:gd name="f2" fmla="val 180"/>
                  <a:gd name="f3" fmla="val w"/>
                  <a:gd name="f4" fmla="val h"/>
                  <a:gd name="f5" fmla="val 0"/>
                  <a:gd name="f6" fmla="val 2907315"/>
                  <a:gd name="f7" fmla="val 1544764"/>
                  <a:gd name="f8" fmla="val 98012"/>
                  <a:gd name="f9" fmla="val 1443990"/>
                  <a:gd name="f10" fmla="val 201644"/>
                  <a:gd name="f11" fmla="val 1352550"/>
                  <a:gd name="f12" fmla="val 271272"/>
                  <a:gd name="f13" fmla="val 1291209"/>
                  <a:gd name="f14" fmla="val 343662"/>
                  <a:gd name="f15" fmla="val 1234249"/>
                  <a:gd name="f16" fmla="val 423196"/>
                  <a:gd name="f17" fmla="val 1196054"/>
                  <a:gd name="f18" fmla="val 537591"/>
                  <a:gd name="f19" fmla="val 1141095"/>
                  <a:gd name="f20" fmla="val 661226"/>
                  <a:gd name="f21" fmla="val 1127189"/>
                  <a:gd name="f22" fmla="val 782193"/>
                  <a:gd name="f23" fmla="val 1099947"/>
                  <a:gd name="f24" fmla="val 872300"/>
                  <a:gd name="f25" fmla="val 1079659"/>
                  <a:gd name="f26" fmla="val 961358"/>
                  <a:gd name="f27" fmla="val 1051370"/>
                  <a:gd name="f28" fmla="val 1052513"/>
                  <a:gd name="f29" fmla="val 1042321"/>
                  <a:gd name="f30" fmla="val 1139000"/>
                  <a:gd name="f31" fmla="val 1033653"/>
                  <a:gd name="f32" fmla="val 1225868"/>
                  <a:gd name="f33" fmla="val 1040321"/>
                  <a:gd name="f34" fmla="val 1311783"/>
                  <a:gd name="f35" fmla="val 1056037"/>
                  <a:gd name="f36" fmla="val 1369314"/>
                  <a:gd name="f37" fmla="val 1066609"/>
                  <a:gd name="f38" fmla="val 1426559"/>
                  <a:gd name="f39" fmla="val 1079373"/>
                  <a:gd name="f40" fmla="val 1484662"/>
                  <a:gd name="f41" fmla="val 1083469"/>
                  <a:gd name="f42" fmla="val 1587913"/>
                  <a:gd name="f43" fmla="val 1090803"/>
                  <a:gd name="f44" fmla="val 1690402"/>
                  <a:gd name="f45" fmla="val 1064800"/>
                  <a:gd name="f46" fmla="val 1788224"/>
                  <a:gd name="f47" fmla="val 1023080"/>
                  <a:gd name="f48" fmla="val 1956721"/>
                  <a:gd name="f49" fmla="val 951262"/>
                  <a:gd name="f50" fmla="val 2106549"/>
                  <a:gd name="f51" fmla="val 825722"/>
                  <a:gd name="f52" fmla="val 2269045"/>
                  <a:gd name="f53" fmla="val 734758"/>
                  <a:gd name="f54" fmla="val 2359438"/>
                  <a:gd name="f55" fmla="val 684181"/>
                  <a:gd name="f56" fmla="val 2452497"/>
                  <a:gd name="f57" fmla="val 640556"/>
                  <a:gd name="f58" fmla="val 2534984"/>
                  <a:gd name="f59" fmla="val 572738"/>
                  <a:gd name="f60" fmla="val 2673001"/>
                  <a:gd name="f61" fmla="val 459391"/>
                  <a:gd name="f62" fmla="val 2847023"/>
                  <a:gd name="f63" fmla="val 191453"/>
                  <a:gd name="f64" fmla="val 2907316"/>
                  <a:gd name="f65" fmla="+- 0 0 -90"/>
                  <a:gd name="f66" fmla="*/ f3 1 2907315"/>
                  <a:gd name="f67" fmla="*/ f4 1 1544764"/>
                  <a:gd name="f68" fmla="+- f7 0 f5"/>
                  <a:gd name="f69" fmla="+- f6 0 f5"/>
                  <a:gd name="f70" fmla="*/ f65 f0 1"/>
                  <a:gd name="f71" fmla="*/ f69 1 2907315"/>
                  <a:gd name="f72" fmla="*/ f68 1 1544764"/>
                  <a:gd name="f73" fmla="*/ 0 f69 1"/>
                  <a:gd name="f74" fmla="*/ 1544764 f68 1"/>
                  <a:gd name="f75" fmla="*/ 201644 f69 1"/>
                  <a:gd name="f76" fmla="*/ 1352550 f68 1"/>
                  <a:gd name="f77" fmla="*/ 423196 f69 1"/>
                  <a:gd name="f78" fmla="*/ 1196054 f68 1"/>
                  <a:gd name="f79" fmla="*/ 782193 f69 1"/>
                  <a:gd name="f80" fmla="*/ 1099947 f68 1"/>
                  <a:gd name="f81" fmla="*/ 1052513 f69 1"/>
                  <a:gd name="f82" fmla="*/ 1042321 f68 1"/>
                  <a:gd name="f83" fmla="*/ 1311783 f69 1"/>
                  <a:gd name="f84" fmla="*/ 1056037 f68 1"/>
                  <a:gd name="f85" fmla="*/ 1484662 f69 1"/>
                  <a:gd name="f86" fmla="*/ 1083469 f68 1"/>
                  <a:gd name="f87" fmla="*/ 1788224 f69 1"/>
                  <a:gd name="f88" fmla="*/ 1023080 f68 1"/>
                  <a:gd name="f89" fmla="*/ 2269045 f69 1"/>
                  <a:gd name="f90" fmla="*/ 734758 f68 1"/>
                  <a:gd name="f91" fmla="*/ 2534984 f69 1"/>
                  <a:gd name="f92" fmla="*/ 572738 f68 1"/>
                  <a:gd name="f93" fmla="*/ 2907316 f69 1"/>
                  <a:gd name="f94" fmla="*/ 0 f68 1"/>
                  <a:gd name="f95" fmla="*/ f70 1 f2"/>
                  <a:gd name="f96" fmla="*/ f73 1 2907315"/>
                  <a:gd name="f97" fmla="*/ f74 1 1544764"/>
                  <a:gd name="f98" fmla="*/ f75 1 2907315"/>
                  <a:gd name="f99" fmla="*/ f76 1 1544764"/>
                  <a:gd name="f100" fmla="*/ f77 1 2907315"/>
                  <a:gd name="f101" fmla="*/ f78 1 1544764"/>
                  <a:gd name="f102" fmla="*/ f79 1 2907315"/>
                  <a:gd name="f103" fmla="*/ f80 1 1544764"/>
                  <a:gd name="f104" fmla="*/ f81 1 2907315"/>
                  <a:gd name="f105" fmla="*/ f82 1 1544764"/>
                  <a:gd name="f106" fmla="*/ f83 1 2907315"/>
                  <a:gd name="f107" fmla="*/ f84 1 1544764"/>
                  <a:gd name="f108" fmla="*/ f85 1 2907315"/>
                  <a:gd name="f109" fmla="*/ f86 1 1544764"/>
                  <a:gd name="f110" fmla="*/ f87 1 2907315"/>
                  <a:gd name="f111" fmla="*/ f88 1 1544764"/>
                  <a:gd name="f112" fmla="*/ f89 1 2907315"/>
                  <a:gd name="f113" fmla="*/ f90 1 1544764"/>
                  <a:gd name="f114" fmla="*/ f91 1 2907315"/>
                  <a:gd name="f115" fmla="*/ f92 1 1544764"/>
                  <a:gd name="f116" fmla="*/ f93 1 2907315"/>
                  <a:gd name="f117" fmla="*/ f94 1 1544764"/>
                  <a:gd name="f118" fmla="*/ f5 1 f71"/>
                  <a:gd name="f119" fmla="*/ f6 1 f71"/>
                  <a:gd name="f120" fmla="*/ f5 1 f72"/>
                  <a:gd name="f121" fmla="*/ f7 1 f72"/>
                  <a:gd name="f122" fmla="+- f95 0 f1"/>
                  <a:gd name="f123" fmla="*/ f96 1 f71"/>
                  <a:gd name="f124" fmla="*/ f97 1 f72"/>
                  <a:gd name="f125" fmla="*/ f98 1 f71"/>
                  <a:gd name="f126" fmla="*/ f99 1 f72"/>
                  <a:gd name="f127" fmla="*/ f100 1 f71"/>
                  <a:gd name="f128" fmla="*/ f101 1 f72"/>
                  <a:gd name="f129" fmla="*/ f102 1 f71"/>
                  <a:gd name="f130" fmla="*/ f103 1 f72"/>
                  <a:gd name="f131" fmla="*/ f104 1 f71"/>
                  <a:gd name="f132" fmla="*/ f105 1 f72"/>
                  <a:gd name="f133" fmla="*/ f106 1 f71"/>
                  <a:gd name="f134" fmla="*/ f107 1 f72"/>
                  <a:gd name="f135" fmla="*/ f108 1 f71"/>
                  <a:gd name="f136" fmla="*/ f109 1 f72"/>
                  <a:gd name="f137" fmla="*/ f110 1 f71"/>
                  <a:gd name="f138" fmla="*/ f111 1 f72"/>
                  <a:gd name="f139" fmla="*/ f112 1 f71"/>
                  <a:gd name="f140" fmla="*/ f113 1 f72"/>
                  <a:gd name="f141" fmla="*/ f114 1 f71"/>
                  <a:gd name="f142" fmla="*/ f115 1 f72"/>
                  <a:gd name="f143" fmla="*/ f116 1 f71"/>
                  <a:gd name="f144" fmla="*/ f117 1 f72"/>
                  <a:gd name="f145" fmla="*/ f118 f66 1"/>
                  <a:gd name="f146" fmla="*/ f119 f66 1"/>
                  <a:gd name="f147" fmla="*/ f121 f67 1"/>
                  <a:gd name="f148" fmla="*/ f120 f67 1"/>
                  <a:gd name="f149" fmla="*/ f123 f66 1"/>
                  <a:gd name="f150" fmla="*/ f124 f67 1"/>
                  <a:gd name="f151" fmla="*/ f125 f66 1"/>
                  <a:gd name="f152" fmla="*/ f126 f67 1"/>
                  <a:gd name="f153" fmla="*/ f127 f66 1"/>
                  <a:gd name="f154" fmla="*/ f128 f67 1"/>
                  <a:gd name="f155" fmla="*/ f129 f66 1"/>
                  <a:gd name="f156" fmla="*/ f130 f67 1"/>
                  <a:gd name="f157" fmla="*/ f131 f66 1"/>
                  <a:gd name="f158" fmla="*/ f132 f67 1"/>
                  <a:gd name="f159" fmla="*/ f133 f66 1"/>
                  <a:gd name="f160" fmla="*/ f134 f67 1"/>
                  <a:gd name="f161" fmla="*/ f135 f66 1"/>
                  <a:gd name="f162" fmla="*/ f136 f67 1"/>
                  <a:gd name="f163" fmla="*/ f137 f66 1"/>
                  <a:gd name="f164" fmla="*/ f138 f67 1"/>
                  <a:gd name="f165" fmla="*/ f139 f66 1"/>
                  <a:gd name="f166" fmla="*/ f140 f67 1"/>
                  <a:gd name="f167" fmla="*/ f141 f66 1"/>
                  <a:gd name="f168" fmla="*/ f142 f67 1"/>
                  <a:gd name="f169" fmla="*/ f143 f66 1"/>
                  <a:gd name="f170" fmla="*/ f144 f67 1"/>
                </a:gdLst>
                <a:ahLst/>
                <a:cxnLst>
                  <a:cxn ang="3cd4">
                    <a:pos x="hc" y="t"/>
                  </a:cxn>
                  <a:cxn ang="0">
                    <a:pos x="r" y="vc"/>
                  </a:cxn>
                  <a:cxn ang="cd4">
                    <a:pos x="hc" y="b"/>
                  </a:cxn>
                  <a:cxn ang="cd2">
                    <a:pos x="l" y="vc"/>
                  </a:cxn>
                  <a:cxn ang="f122">
                    <a:pos x="f149" y="f150"/>
                  </a:cxn>
                  <a:cxn ang="f122">
                    <a:pos x="f151" y="f152"/>
                  </a:cxn>
                  <a:cxn ang="f122">
                    <a:pos x="f153" y="f154"/>
                  </a:cxn>
                  <a:cxn ang="f122">
                    <a:pos x="f155" y="f156"/>
                  </a:cxn>
                  <a:cxn ang="f122">
                    <a:pos x="f157" y="f158"/>
                  </a:cxn>
                  <a:cxn ang="f122">
                    <a:pos x="f159" y="f160"/>
                  </a:cxn>
                  <a:cxn ang="f122">
                    <a:pos x="f161" y="f162"/>
                  </a:cxn>
                  <a:cxn ang="f122">
                    <a:pos x="f163" y="f164"/>
                  </a:cxn>
                  <a:cxn ang="f122">
                    <a:pos x="f165" y="f166"/>
                  </a:cxn>
                  <a:cxn ang="f122">
                    <a:pos x="f167" y="f168"/>
                  </a:cxn>
                  <a:cxn ang="f122">
                    <a:pos x="f169" y="f170"/>
                  </a:cxn>
                </a:cxnLst>
                <a:rect l="f145" t="f148" r="f146" b="f147"/>
                <a:pathLst>
                  <a:path w="2907315" h="1544764">
                    <a:moveTo>
                      <a:pt x="f5" y="f7"/>
                    </a:moveTo>
                    <a:cubicBezTo>
                      <a:pt x="f5" y="f7"/>
                      <a:pt x="f8" y="f9"/>
                      <a:pt x="f10" y="f11"/>
                    </a:cubicBezTo>
                    <a:cubicBezTo>
                      <a:pt x="f12" y="f13"/>
                      <a:pt x="f14" y="f15"/>
                      <a:pt x="f16" y="f17"/>
                    </a:cubicBezTo>
                    <a:cubicBezTo>
                      <a:pt x="f18" y="f19"/>
                      <a:pt x="f20" y="f21"/>
                      <a:pt x="f22" y="f23"/>
                    </a:cubicBezTo>
                    <a:cubicBezTo>
                      <a:pt x="f24" y="f25"/>
                      <a:pt x="f26" y="f27"/>
                      <a:pt x="f28" y="f29"/>
                    </a:cubicBezTo>
                    <a:cubicBezTo>
                      <a:pt x="f30" y="f31"/>
                      <a:pt x="f32" y="f33"/>
                      <a:pt x="f34" y="f35"/>
                    </a:cubicBezTo>
                    <a:cubicBezTo>
                      <a:pt x="f36" y="f37"/>
                      <a:pt x="f38" y="f39"/>
                      <a:pt x="f40" y="f41"/>
                    </a:cubicBezTo>
                    <a:cubicBezTo>
                      <a:pt x="f42" y="f43"/>
                      <a:pt x="f44" y="f45"/>
                      <a:pt x="f46" y="f47"/>
                    </a:cubicBezTo>
                    <a:cubicBezTo>
                      <a:pt x="f48" y="f49"/>
                      <a:pt x="f50" y="f51"/>
                      <a:pt x="f52" y="f53"/>
                    </a:cubicBezTo>
                    <a:cubicBezTo>
                      <a:pt x="f54" y="f55"/>
                      <a:pt x="f56" y="f57"/>
                      <a:pt x="f58" y="f59"/>
                    </a:cubicBezTo>
                    <a:cubicBezTo>
                      <a:pt x="f60" y="f61"/>
                      <a:pt x="f62" y="f63"/>
                      <a:pt x="f64" y="f5"/>
                    </a:cubicBezTo>
                  </a:path>
                </a:pathLst>
              </a:custGeom>
              <a:noFill/>
              <a:ln w="9528" cap="rnd">
                <a:solidFill>
                  <a:srgbClr val="F3F0E9">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3" name="Freeform: Shape 29">
                <a:extLst>
                  <a:ext uri="{FF2B5EF4-FFF2-40B4-BE49-F238E27FC236}">
                    <a16:creationId xmlns:a16="http://schemas.microsoft.com/office/drawing/2014/main" id="{0FF42BFA-368D-4B49-A63A-F2B8171E8A01}"/>
                  </a:ext>
                </a:extLst>
              </p:cNvPr>
              <p:cNvSpPr/>
              <p:nvPr/>
            </p:nvSpPr>
            <p:spPr>
              <a:xfrm>
                <a:off x="9369335" y="5113178"/>
                <a:ext cx="2822579" cy="1744821"/>
              </a:xfrm>
              <a:custGeom>
                <a:avLst/>
                <a:gdLst>
                  <a:gd name="f0" fmla="val 10800000"/>
                  <a:gd name="f1" fmla="val 5400000"/>
                  <a:gd name="f2" fmla="val 180"/>
                  <a:gd name="f3" fmla="val w"/>
                  <a:gd name="f4" fmla="val h"/>
                  <a:gd name="f5" fmla="val 0"/>
                  <a:gd name="f6" fmla="val 3168300"/>
                  <a:gd name="f7" fmla="val 1952434"/>
                  <a:gd name="f8" fmla="val 1952435"/>
                  <a:gd name="f9" fmla="val 91059"/>
                  <a:gd name="f10" fmla="val 1796415"/>
                  <a:gd name="f11" fmla="val 202121"/>
                  <a:gd name="f12" fmla="val 1687068"/>
                  <a:gd name="f13" fmla="val 301943"/>
                  <a:gd name="f14" fmla="val 1588675"/>
                  <a:gd name="f15" fmla="val 416528"/>
                  <a:gd name="f16" fmla="val 1505617"/>
                  <a:gd name="f17" fmla="val 545116"/>
                  <a:gd name="f18" fmla="val 1450277"/>
                  <a:gd name="f19" fmla="val 659987"/>
                  <a:gd name="f20" fmla="val 1400747"/>
                  <a:gd name="f21" fmla="val 783622"/>
                  <a:gd name="f22" fmla="val 1377601"/>
                  <a:gd name="f23" fmla="val 906780"/>
                  <a:gd name="f24" fmla="val 1354455"/>
                  <a:gd name="f25" fmla="val 1048036"/>
                  <a:gd name="f26" fmla="val 1327976"/>
                  <a:gd name="f27" fmla="val 1189482"/>
                  <a:gd name="f28" fmla="val 1301972"/>
                  <a:gd name="f29" fmla="val 1332262"/>
                  <a:gd name="f30" fmla="val 1285304"/>
                  <a:gd name="f31" fmla="val 1452182"/>
                  <a:gd name="f32" fmla="val 1271302"/>
                  <a:gd name="f33" fmla="val 1573340"/>
                  <a:gd name="f34" fmla="val 1265873"/>
                  <a:gd name="f35" fmla="val 1691259"/>
                  <a:gd name="f36" fmla="val 1240060"/>
                  <a:gd name="f37" fmla="val 1800035"/>
                  <a:gd name="f38" fmla="val 1216247"/>
                  <a:gd name="f39" fmla="val 1904619"/>
                  <a:gd name="f40" fmla="val 1176718"/>
                  <a:gd name="f41" fmla="val 2010346"/>
                  <a:gd name="f42" fmla="val 1141667"/>
                  <a:gd name="f43" fmla="val 2136743"/>
                  <a:gd name="f44" fmla="val 1099661"/>
                  <a:gd name="f45" fmla="val 2265902"/>
                  <a:gd name="f46" fmla="val 1066229"/>
                  <a:gd name="f47" fmla="val 2393252"/>
                  <a:gd name="f48" fmla="val 1027271"/>
                  <a:gd name="f49" fmla="val 2457450"/>
                  <a:gd name="f50" fmla="val 1007650"/>
                  <a:gd name="f51" fmla="val 2521744"/>
                  <a:gd name="f52" fmla="val 987552"/>
                  <a:gd name="f53" fmla="val 2582037"/>
                  <a:gd name="f54" fmla="val 958120"/>
                  <a:gd name="f55" fmla="val 2648807"/>
                  <a:gd name="f56" fmla="val 925449"/>
                  <a:gd name="f57" fmla="val 2710815"/>
                  <a:gd name="f58" fmla="val 883349"/>
                  <a:gd name="f59" fmla="val 2760155"/>
                  <a:gd name="f60" fmla="val 827723"/>
                  <a:gd name="f61" fmla="val 2827496"/>
                  <a:gd name="f62" fmla="val 751904"/>
                  <a:gd name="f63" fmla="val 2867978"/>
                  <a:gd name="f64" fmla="val 657511"/>
                  <a:gd name="f65" fmla="val 2914364"/>
                  <a:gd name="f66" fmla="val 567023"/>
                  <a:gd name="f67" fmla="val 2972753"/>
                  <a:gd name="f68" fmla="val 453200"/>
                  <a:gd name="f69" fmla="val 3119152"/>
                  <a:gd name="f70" fmla="val 118015"/>
                  <a:gd name="f71" fmla="val 3168301"/>
                  <a:gd name="f72" fmla="+- 0 0 -90"/>
                  <a:gd name="f73" fmla="*/ f3 1 3168300"/>
                  <a:gd name="f74" fmla="*/ f4 1 1952434"/>
                  <a:gd name="f75" fmla="+- f7 0 f5"/>
                  <a:gd name="f76" fmla="+- f6 0 f5"/>
                  <a:gd name="f77" fmla="*/ f72 f0 1"/>
                  <a:gd name="f78" fmla="*/ f76 1 3168300"/>
                  <a:gd name="f79" fmla="*/ f75 1 1952434"/>
                  <a:gd name="f80" fmla="*/ 0 f76 1"/>
                  <a:gd name="f81" fmla="*/ 1952435 f75 1"/>
                  <a:gd name="f82" fmla="*/ 202121 f76 1"/>
                  <a:gd name="f83" fmla="*/ 1687068 f75 1"/>
                  <a:gd name="f84" fmla="*/ 545116 f76 1"/>
                  <a:gd name="f85" fmla="*/ 1450277 f75 1"/>
                  <a:gd name="f86" fmla="*/ 906780 f76 1"/>
                  <a:gd name="f87" fmla="*/ 1354455 f75 1"/>
                  <a:gd name="f88" fmla="*/ 1332262 f76 1"/>
                  <a:gd name="f89" fmla="*/ 1285304 f75 1"/>
                  <a:gd name="f90" fmla="*/ 1691259 f76 1"/>
                  <a:gd name="f91" fmla="*/ 1240060 f75 1"/>
                  <a:gd name="f92" fmla="*/ 2010346 f76 1"/>
                  <a:gd name="f93" fmla="*/ 1141667 f75 1"/>
                  <a:gd name="f94" fmla="*/ 2393252 f76 1"/>
                  <a:gd name="f95" fmla="*/ 1027271 f75 1"/>
                  <a:gd name="f96" fmla="*/ 2582037 f76 1"/>
                  <a:gd name="f97" fmla="*/ 958120 f75 1"/>
                  <a:gd name="f98" fmla="*/ 2760155 f76 1"/>
                  <a:gd name="f99" fmla="*/ 827723 f75 1"/>
                  <a:gd name="f100" fmla="*/ 2914364 f76 1"/>
                  <a:gd name="f101" fmla="*/ 567023 f75 1"/>
                  <a:gd name="f102" fmla="*/ 3168301 f76 1"/>
                  <a:gd name="f103" fmla="*/ 0 f75 1"/>
                  <a:gd name="f104" fmla="*/ f77 1 f2"/>
                  <a:gd name="f105" fmla="*/ f80 1 3168300"/>
                  <a:gd name="f106" fmla="*/ f81 1 1952434"/>
                  <a:gd name="f107" fmla="*/ f82 1 3168300"/>
                  <a:gd name="f108" fmla="*/ f83 1 1952434"/>
                  <a:gd name="f109" fmla="*/ f84 1 3168300"/>
                  <a:gd name="f110" fmla="*/ f85 1 1952434"/>
                  <a:gd name="f111" fmla="*/ f86 1 3168300"/>
                  <a:gd name="f112" fmla="*/ f87 1 1952434"/>
                  <a:gd name="f113" fmla="*/ f88 1 3168300"/>
                  <a:gd name="f114" fmla="*/ f89 1 1952434"/>
                  <a:gd name="f115" fmla="*/ f90 1 3168300"/>
                  <a:gd name="f116" fmla="*/ f91 1 1952434"/>
                  <a:gd name="f117" fmla="*/ f92 1 3168300"/>
                  <a:gd name="f118" fmla="*/ f93 1 1952434"/>
                  <a:gd name="f119" fmla="*/ f94 1 3168300"/>
                  <a:gd name="f120" fmla="*/ f95 1 1952434"/>
                  <a:gd name="f121" fmla="*/ f96 1 3168300"/>
                  <a:gd name="f122" fmla="*/ f97 1 1952434"/>
                  <a:gd name="f123" fmla="*/ f98 1 3168300"/>
                  <a:gd name="f124" fmla="*/ f99 1 1952434"/>
                  <a:gd name="f125" fmla="*/ f100 1 3168300"/>
                  <a:gd name="f126" fmla="*/ f101 1 1952434"/>
                  <a:gd name="f127" fmla="*/ f102 1 3168300"/>
                  <a:gd name="f128" fmla="*/ f103 1 1952434"/>
                  <a:gd name="f129" fmla="*/ f5 1 f78"/>
                  <a:gd name="f130" fmla="*/ f6 1 f78"/>
                  <a:gd name="f131" fmla="*/ f5 1 f79"/>
                  <a:gd name="f132" fmla="*/ f7 1 f79"/>
                  <a:gd name="f133" fmla="+- f104 0 f1"/>
                  <a:gd name="f134" fmla="*/ f105 1 f78"/>
                  <a:gd name="f135" fmla="*/ f106 1 f79"/>
                  <a:gd name="f136" fmla="*/ f107 1 f78"/>
                  <a:gd name="f137" fmla="*/ f108 1 f79"/>
                  <a:gd name="f138" fmla="*/ f109 1 f78"/>
                  <a:gd name="f139" fmla="*/ f110 1 f79"/>
                  <a:gd name="f140" fmla="*/ f111 1 f78"/>
                  <a:gd name="f141" fmla="*/ f112 1 f79"/>
                  <a:gd name="f142" fmla="*/ f113 1 f78"/>
                  <a:gd name="f143" fmla="*/ f114 1 f79"/>
                  <a:gd name="f144" fmla="*/ f115 1 f78"/>
                  <a:gd name="f145" fmla="*/ f116 1 f79"/>
                  <a:gd name="f146" fmla="*/ f117 1 f78"/>
                  <a:gd name="f147" fmla="*/ f118 1 f79"/>
                  <a:gd name="f148" fmla="*/ f119 1 f78"/>
                  <a:gd name="f149" fmla="*/ f120 1 f79"/>
                  <a:gd name="f150" fmla="*/ f121 1 f78"/>
                  <a:gd name="f151" fmla="*/ f122 1 f79"/>
                  <a:gd name="f152" fmla="*/ f123 1 f78"/>
                  <a:gd name="f153" fmla="*/ f124 1 f79"/>
                  <a:gd name="f154" fmla="*/ f125 1 f78"/>
                  <a:gd name="f155" fmla="*/ f126 1 f79"/>
                  <a:gd name="f156" fmla="*/ f127 1 f78"/>
                  <a:gd name="f157" fmla="*/ f128 1 f79"/>
                  <a:gd name="f158" fmla="*/ f129 f73 1"/>
                  <a:gd name="f159" fmla="*/ f130 f73 1"/>
                  <a:gd name="f160" fmla="*/ f132 f74 1"/>
                  <a:gd name="f161" fmla="*/ f131 f74 1"/>
                  <a:gd name="f162" fmla="*/ f134 f73 1"/>
                  <a:gd name="f163" fmla="*/ f135 f74 1"/>
                  <a:gd name="f164" fmla="*/ f136 f73 1"/>
                  <a:gd name="f165" fmla="*/ f137 f74 1"/>
                  <a:gd name="f166" fmla="*/ f138 f73 1"/>
                  <a:gd name="f167" fmla="*/ f139 f74 1"/>
                  <a:gd name="f168" fmla="*/ f140 f73 1"/>
                  <a:gd name="f169" fmla="*/ f141 f74 1"/>
                  <a:gd name="f170" fmla="*/ f142 f73 1"/>
                  <a:gd name="f171" fmla="*/ f143 f74 1"/>
                  <a:gd name="f172" fmla="*/ f144 f73 1"/>
                  <a:gd name="f173" fmla="*/ f145 f74 1"/>
                  <a:gd name="f174" fmla="*/ f146 f73 1"/>
                  <a:gd name="f175" fmla="*/ f147 f74 1"/>
                  <a:gd name="f176" fmla="*/ f148 f73 1"/>
                  <a:gd name="f177" fmla="*/ f149 f74 1"/>
                  <a:gd name="f178" fmla="*/ f150 f73 1"/>
                  <a:gd name="f179" fmla="*/ f151 f74 1"/>
                  <a:gd name="f180" fmla="*/ f152 f73 1"/>
                  <a:gd name="f181" fmla="*/ f153 f74 1"/>
                  <a:gd name="f182" fmla="*/ f154 f73 1"/>
                  <a:gd name="f183" fmla="*/ f155 f74 1"/>
                  <a:gd name="f184" fmla="*/ f156 f73 1"/>
                  <a:gd name="f185" fmla="*/ f157 f74 1"/>
                </a:gdLst>
                <a:ahLst/>
                <a:cxnLst>
                  <a:cxn ang="3cd4">
                    <a:pos x="hc" y="t"/>
                  </a:cxn>
                  <a:cxn ang="0">
                    <a:pos x="r" y="vc"/>
                  </a:cxn>
                  <a:cxn ang="cd4">
                    <a:pos x="hc" y="b"/>
                  </a:cxn>
                  <a:cxn ang="cd2">
                    <a:pos x="l" y="vc"/>
                  </a:cxn>
                  <a:cxn ang="f133">
                    <a:pos x="f162" y="f163"/>
                  </a:cxn>
                  <a:cxn ang="f133">
                    <a:pos x="f164" y="f165"/>
                  </a:cxn>
                  <a:cxn ang="f133">
                    <a:pos x="f166" y="f167"/>
                  </a:cxn>
                  <a:cxn ang="f133">
                    <a:pos x="f168" y="f169"/>
                  </a:cxn>
                  <a:cxn ang="f133">
                    <a:pos x="f170" y="f171"/>
                  </a:cxn>
                  <a:cxn ang="f133">
                    <a:pos x="f172" y="f173"/>
                  </a:cxn>
                  <a:cxn ang="f133">
                    <a:pos x="f174" y="f175"/>
                  </a:cxn>
                  <a:cxn ang="f133">
                    <a:pos x="f176" y="f177"/>
                  </a:cxn>
                  <a:cxn ang="f133">
                    <a:pos x="f178" y="f179"/>
                  </a:cxn>
                  <a:cxn ang="f133">
                    <a:pos x="f180" y="f181"/>
                  </a:cxn>
                  <a:cxn ang="f133">
                    <a:pos x="f182" y="f183"/>
                  </a:cxn>
                  <a:cxn ang="f133">
                    <a:pos x="f184" y="f185"/>
                  </a:cxn>
                </a:cxnLst>
                <a:rect l="f158" t="f161" r="f159" b="f160"/>
                <a:pathLst>
                  <a:path w="3168300" h="1952434">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35" y="f36"/>
                    </a:cubicBezTo>
                    <a:cubicBezTo>
                      <a:pt x="f37" y="f38"/>
                      <a:pt x="f39" y="f40"/>
                      <a:pt x="f41" y="f42"/>
                    </a:cubicBezTo>
                    <a:cubicBezTo>
                      <a:pt x="f43" y="f44"/>
                      <a:pt x="f45" y="f46"/>
                      <a:pt x="f47" y="f48"/>
                    </a:cubicBezTo>
                    <a:cubicBezTo>
                      <a:pt x="f49" y="f50"/>
                      <a:pt x="f51" y="f52"/>
                      <a:pt x="f53" y="f54"/>
                    </a:cubicBezTo>
                    <a:cubicBezTo>
                      <a:pt x="f55" y="f56"/>
                      <a:pt x="f57" y="f58"/>
                      <a:pt x="f59" y="f60"/>
                    </a:cubicBezTo>
                    <a:cubicBezTo>
                      <a:pt x="f61" y="f62"/>
                      <a:pt x="f63" y="f64"/>
                      <a:pt x="f65" y="f66"/>
                    </a:cubicBezTo>
                    <a:cubicBezTo>
                      <a:pt x="f67" y="f68"/>
                      <a:pt x="f69" y="f70"/>
                      <a:pt x="f71" y="f5"/>
                    </a:cubicBezTo>
                  </a:path>
                </a:pathLst>
              </a:custGeom>
              <a:noFill/>
              <a:ln w="9528" cap="rnd">
                <a:solidFill>
                  <a:srgbClr val="F3F0E9">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4" name="Freeform: Shape 30">
                <a:extLst>
                  <a:ext uri="{FF2B5EF4-FFF2-40B4-BE49-F238E27FC236}">
                    <a16:creationId xmlns:a16="http://schemas.microsoft.com/office/drawing/2014/main" id="{515C6F78-0189-4D04-9914-96B2B0056487}"/>
                  </a:ext>
                </a:extLst>
              </p:cNvPr>
              <p:cNvSpPr/>
              <p:nvPr/>
            </p:nvSpPr>
            <p:spPr>
              <a:xfrm>
                <a:off x="9188339" y="4664253"/>
                <a:ext cx="2990508" cy="2191277"/>
              </a:xfrm>
              <a:custGeom>
                <a:avLst/>
                <a:gdLst>
                  <a:gd name="f0" fmla="val 10800000"/>
                  <a:gd name="f1" fmla="val 5400000"/>
                  <a:gd name="f2" fmla="val 180"/>
                  <a:gd name="f3" fmla="val w"/>
                  <a:gd name="f4" fmla="val h"/>
                  <a:gd name="f5" fmla="val 0"/>
                  <a:gd name="f6" fmla="val 3356800"/>
                  <a:gd name="f7" fmla="val 2452020"/>
                  <a:gd name="f8" fmla="val 2452021"/>
                  <a:gd name="f9" fmla="val 57150"/>
                  <a:gd name="f10" fmla="val 2344198"/>
                  <a:gd name="f11" fmla="val 130874"/>
                  <a:gd name="f12" fmla="val 2247710"/>
                  <a:gd name="f13" fmla="val 218694"/>
                  <a:gd name="f14" fmla="val 2132648"/>
                  <a:gd name="f15" fmla="val 328136"/>
                  <a:gd name="f16" fmla="val 2036635"/>
                  <a:gd name="f17" fmla="val 437197"/>
                  <a:gd name="f18" fmla="val 1941195"/>
                  <a:gd name="f19" fmla="val 529304"/>
                  <a:gd name="f20" fmla="val 1860709"/>
                  <a:gd name="f21" fmla="val 623030"/>
                  <a:gd name="f22" fmla="val 1779556"/>
                  <a:gd name="f23" fmla="val 737140"/>
                  <a:gd name="f24" fmla="val 1736884"/>
                  <a:gd name="f25" fmla="val 830866"/>
                  <a:gd name="f26" fmla="val 1701736"/>
                  <a:gd name="f27" fmla="val 932021"/>
                  <a:gd name="f28" fmla="val 1695450"/>
                  <a:gd name="f29" fmla="val 1031843"/>
                  <a:gd name="f30" fmla="val 1685068"/>
                  <a:gd name="f31" fmla="val 1117092"/>
                  <a:gd name="f32" fmla="val 1676210"/>
                  <a:gd name="f33" fmla="val 1202055"/>
                  <a:gd name="f34" fmla="val 1665160"/>
                  <a:gd name="f35" fmla="val 1287304"/>
                  <a:gd name="f36" fmla="val 1655826"/>
                  <a:gd name="f37" fmla="val 1348931"/>
                  <a:gd name="f38" fmla="val 1649063"/>
                  <a:gd name="f39" fmla="val 1410653"/>
                  <a:gd name="f40" fmla="val 1643539"/>
                  <a:gd name="f41" fmla="val 1471994"/>
                  <a:gd name="f42" fmla="val 1634300"/>
                  <a:gd name="f43" fmla="val 1618679"/>
                  <a:gd name="f44" fmla="val 1612011"/>
                  <a:gd name="f45" fmla="val 1761935"/>
                  <a:gd name="f46" fmla="val 1571149"/>
                  <a:gd name="f47" fmla="val 1898237"/>
                  <a:gd name="f48" fmla="val 1512665"/>
                  <a:gd name="f49" fmla="val 2010442"/>
                  <a:gd name="f50" fmla="val 1464564"/>
                  <a:gd name="f51" fmla="val 2117503"/>
                  <a:gd name="f52" fmla="val 1405128"/>
                  <a:gd name="f53" fmla="val 2229136"/>
                  <a:gd name="f54" fmla="val 1355598"/>
                  <a:gd name="f55" fmla="val 2322481"/>
                  <a:gd name="f56" fmla="val 1314164"/>
                  <a:gd name="f57" fmla="val 2418969"/>
                  <a:gd name="f58" fmla="val 1280160"/>
                  <a:gd name="f59" fmla="val 2512314"/>
                  <a:gd name="f60" fmla="val 1238631"/>
                  <a:gd name="f61" fmla="val 2599087"/>
                  <a:gd name="f62" fmla="val 1199960"/>
                  <a:gd name="f63" fmla="val 2683193"/>
                  <a:gd name="f64" fmla="val 1154811"/>
                  <a:gd name="f65" fmla="val 2758535"/>
                  <a:gd name="f66" fmla="val 1096994"/>
                  <a:gd name="f67" fmla="val 2825020"/>
                  <a:gd name="f68" fmla="val 1046035"/>
                  <a:gd name="f69" fmla="val 2883789"/>
                  <a:gd name="f70" fmla="val 985837"/>
                  <a:gd name="f71" fmla="val 2935510"/>
                  <a:gd name="f72" fmla="val 919925"/>
                  <a:gd name="f73" fmla="val 2992184"/>
                  <a:gd name="f74" fmla="val 847725"/>
                  <a:gd name="f75" fmla="val 3039904"/>
                  <a:gd name="f76" fmla="val 769144"/>
                  <a:gd name="f77" fmla="val 3081719"/>
                  <a:gd name="f78" fmla="val 687419"/>
                  <a:gd name="f79" fmla="val 3138297"/>
                  <a:gd name="f80" fmla="val 576739"/>
                  <a:gd name="f81" fmla="val 3314129"/>
                  <a:gd name="f82" fmla="val 116776"/>
                  <a:gd name="f83" fmla="+- 0 0 -90"/>
                  <a:gd name="f84" fmla="*/ f3 1 3356800"/>
                  <a:gd name="f85" fmla="*/ f4 1 2452020"/>
                  <a:gd name="f86" fmla="+- f7 0 f5"/>
                  <a:gd name="f87" fmla="+- f6 0 f5"/>
                  <a:gd name="f88" fmla="*/ f83 f0 1"/>
                  <a:gd name="f89" fmla="*/ f87 1 3356800"/>
                  <a:gd name="f90" fmla="*/ f86 1 2452020"/>
                  <a:gd name="f91" fmla="*/ 0 f87 1"/>
                  <a:gd name="f92" fmla="*/ 2452021 f86 1"/>
                  <a:gd name="f93" fmla="*/ 130874 f87 1"/>
                  <a:gd name="f94" fmla="*/ 2247710 f86 1"/>
                  <a:gd name="f95" fmla="*/ 437197 f87 1"/>
                  <a:gd name="f96" fmla="*/ 1941195 f86 1"/>
                  <a:gd name="f97" fmla="*/ 737140 f87 1"/>
                  <a:gd name="f98" fmla="*/ 1736884 f86 1"/>
                  <a:gd name="f99" fmla="*/ 1031843 f87 1"/>
                  <a:gd name="f100" fmla="*/ 1685068 f86 1"/>
                  <a:gd name="f101" fmla="*/ 1287304 f87 1"/>
                  <a:gd name="f102" fmla="*/ 1655826 f86 1"/>
                  <a:gd name="f103" fmla="*/ 1471994 f87 1"/>
                  <a:gd name="f104" fmla="*/ 1634300 f86 1"/>
                  <a:gd name="f105" fmla="*/ 1898237 f87 1"/>
                  <a:gd name="f106" fmla="*/ 1512665 f86 1"/>
                  <a:gd name="f107" fmla="*/ 2229136 f87 1"/>
                  <a:gd name="f108" fmla="*/ 1355598 f86 1"/>
                  <a:gd name="f109" fmla="*/ 2512314 f87 1"/>
                  <a:gd name="f110" fmla="*/ 1238631 f86 1"/>
                  <a:gd name="f111" fmla="*/ 2758535 f87 1"/>
                  <a:gd name="f112" fmla="*/ 1096994 f86 1"/>
                  <a:gd name="f113" fmla="*/ 2935510 f87 1"/>
                  <a:gd name="f114" fmla="*/ 919925 f86 1"/>
                  <a:gd name="f115" fmla="*/ 3081719 f87 1"/>
                  <a:gd name="f116" fmla="*/ 687419 f86 1"/>
                  <a:gd name="f117" fmla="*/ 3356800 f87 1"/>
                  <a:gd name="f118" fmla="*/ 0 f86 1"/>
                  <a:gd name="f119" fmla="*/ f88 1 f2"/>
                  <a:gd name="f120" fmla="*/ f91 1 3356800"/>
                  <a:gd name="f121" fmla="*/ f92 1 2452020"/>
                  <a:gd name="f122" fmla="*/ f93 1 3356800"/>
                  <a:gd name="f123" fmla="*/ f94 1 2452020"/>
                  <a:gd name="f124" fmla="*/ f95 1 3356800"/>
                  <a:gd name="f125" fmla="*/ f96 1 2452020"/>
                  <a:gd name="f126" fmla="*/ f97 1 3356800"/>
                  <a:gd name="f127" fmla="*/ f98 1 2452020"/>
                  <a:gd name="f128" fmla="*/ f99 1 3356800"/>
                  <a:gd name="f129" fmla="*/ f100 1 2452020"/>
                  <a:gd name="f130" fmla="*/ f101 1 3356800"/>
                  <a:gd name="f131" fmla="*/ f102 1 2452020"/>
                  <a:gd name="f132" fmla="*/ f103 1 3356800"/>
                  <a:gd name="f133" fmla="*/ f104 1 2452020"/>
                  <a:gd name="f134" fmla="*/ f105 1 3356800"/>
                  <a:gd name="f135" fmla="*/ f106 1 2452020"/>
                  <a:gd name="f136" fmla="*/ f107 1 3356800"/>
                  <a:gd name="f137" fmla="*/ f108 1 2452020"/>
                  <a:gd name="f138" fmla="*/ f109 1 3356800"/>
                  <a:gd name="f139" fmla="*/ f110 1 2452020"/>
                  <a:gd name="f140" fmla="*/ f111 1 3356800"/>
                  <a:gd name="f141" fmla="*/ f112 1 2452020"/>
                  <a:gd name="f142" fmla="*/ f113 1 3356800"/>
                  <a:gd name="f143" fmla="*/ f114 1 2452020"/>
                  <a:gd name="f144" fmla="*/ f115 1 3356800"/>
                  <a:gd name="f145" fmla="*/ f116 1 2452020"/>
                  <a:gd name="f146" fmla="*/ f117 1 3356800"/>
                  <a:gd name="f147" fmla="*/ f118 1 2452020"/>
                  <a:gd name="f148" fmla="*/ f5 1 f89"/>
                  <a:gd name="f149" fmla="*/ f6 1 f89"/>
                  <a:gd name="f150" fmla="*/ f5 1 f90"/>
                  <a:gd name="f151" fmla="*/ f7 1 f90"/>
                  <a:gd name="f152" fmla="+- f119 0 f1"/>
                  <a:gd name="f153" fmla="*/ f120 1 f89"/>
                  <a:gd name="f154" fmla="*/ f121 1 f90"/>
                  <a:gd name="f155" fmla="*/ f122 1 f89"/>
                  <a:gd name="f156" fmla="*/ f123 1 f90"/>
                  <a:gd name="f157" fmla="*/ f124 1 f89"/>
                  <a:gd name="f158" fmla="*/ f125 1 f90"/>
                  <a:gd name="f159" fmla="*/ f126 1 f89"/>
                  <a:gd name="f160" fmla="*/ f127 1 f90"/>
                  <a:gd name="f161" fmla="*/ f128 1 f89"/>
                  <a:gd name="f162" fmla="*/ f129 1 f90"/>
                  <a:gd name="f163" fmla="*/ f130 1 f89"/>
                  <a:gd name="f164" fmla="*/ f131 1 f90"/>
                  <a:gd name="f165" fmla="*/ f132 1 f89"/>
                  <a:gd name="f166" fmla="*/ f133 1 f90"/>
                  <a:gd name="f167" fmla="*/ f134 1 f89"/>
                  <a:gd name="f168" fmla="*/ f135 1 f90"/>
                  <a:gd name="f169" fmla="*/ f136 1 f89"/>
                  <a:gd name="f170" fmla="*/ f137 1 f90"/>
                  <a:gd name="f171" fmla="*/ f138 1 f89"/>
                  <a:gd name="f172" fmla="*/ f139 1 f90"/>
                  <a:gd name="f173" fmla="*/ f140 1 f89"/>
                  <a:gd name="f174" fmla="*/ f141 1 f90"/>
                  <a:gd name="f175" fmla="*/ f142 1 f89"/>
                  <a:gd name="f176" fmla="*/ f143 1 f90"/>
                  <a:gd name="f177" fmla="*/ f144 1 f89"/>
                  <a:gd name="f178" fmla="*/ f145 1 f90"/>
                  <a:gd name="f179" fmla="*/ f146 1 f89"/>
                  <a:gd name="f180" fmla="*/ f147 1 f90"/>
                  <a:gd name="f181" fmla="*/ f148 f84 1"/>
                  <a:gd name="f182" fmla="*/ f149 f84 1"/>
                  <a:gd name="f183" fmla="*/ f151 f85 1"/>
                  <a:gd name="f184" fmla="*/ f150 f85 1"/>
                  <a:gd name="f185" fmla="*/ f153 f84 1"/>
                  <a:gd name="f186" fmla="*/ f154 f85 1"/>
                  <a:gd name="f187" fmla="*/ f155 f84 1"/>
                  <a:gd name="f188" fmla="*/ f156 f85 1"/>
                  <a:gd name="f189" fmla="*/ f157 f84 1"/>
                  <a:gd name="f190" fmla="*/ f158 f85 1"/>
                  <a:gd name="f191" fmla="*/ f159 f84 1"/>
                  <a:gd name="f192" fmla="*/ f160 f85 1"/>
                  <a:gd name="f193" fmla="*/ f161 f84 1"/>
                  <a:gd name="f194" fmla="*/ f162 f85 1"/>
                  <a:gd name="f195" fmla="*/ f163 f84 1"/>
                  <a:gd name="f196" fmla="*/ f164 f85 1"/>
                  <a:gd name="f197" fmla="*/ f165 f84 1"/>
                  <a:gd name="f198" fmla="*/ f166 f85 1"/>
                  <a:gd name="f199" fmla="*/ f167 f84 1"/>
                  <a:gd name="f200" fmla="*/ f168 f85 1"/>
                  <a:gd name="f201" fmla="*/ f169 f84 1"/>
                  <a:gd name="f202" fmla="*/ f170 f85 1"/>
                  <a:gd name="f203" fmla="*/ f171 f84 1"/>
                  <a:gd name="f204" fmla="*/ f172 f85 1"/>
                  <a:gd name="f205" fmla="*/ f173 f84 1"/>
                  <a:gd name="f206" fmla="*/ f174 f85 1"/>
                  <a:gd name="f207" fmla="*/ f175 f84 1"/>
                  <a:gd name="f208" fmla="*/ f176 f85 1"/>
                  <a:gd name="f209" fmla="*/ f177 f84 1"/>
                  <a:gd name="f210" fmla="*/ f178 f85 1"/>
                  <a:gd name="f211" fmla="*/ f179 f84 1"/>
                  <a:gd name="f212" fmla="*/ f180 f85 1"/>
                </a:gdLst>
                <a:ahLst/>
                <a:cxnLst>
                  <a:cxn ang="3cd4">
                    <a:pos x="hc" y="t"/>
                  </a:cxn>
                  <a:cxn ang="0">
                    <a:pos x="r" y="vc"/>
                  </a:cxn>
                  <a:cxn ang="cd4">
                    <a:pos x="hc" y="b"/>
                  </a:cxn>
                  <a:cxn ang="cd2">
                    <a:pos x="l" y="vc"/>
                  </a:cxn>
                  <a:cxn ang="f152">
                    <a:pos x="f185" y="f186"/>
                  </a:cxn>
                  <a:cxn ang="f152">
                    <a:pos x="f187" y="f188"/>
                  </a:cxn>
                  <a:cxn ang="f152">
                    <a:pos x="f189" y="f190"/>
                  </a:cxn>
                  <a:cxn ang="f152">
                    <a:pos x="f191" y="f192"/>
                  </a:cxn>
                  <a:cxn ang="f152">
                    <a:pos x="f193" y="f194"/>
                  </a:cxn>
                  <a:cxn ang="f152">
                    <a:pos x="f195" y="f196"/>
                  </a:cxn>
                  <a:cxn ang="f152">
                    <a:pos x="f197" y="f198"/>
                  </a:cxn>
                  <a:cxn ang="f152">
                    <a:pos x="f199" y="f200"/>
                  </a:cxn>
                  <a:cxn ang="f152">
                    <a:pos x="f201" y="f202"/>
                  </a:cxn>
                  <a:cxn ang="f152">
                    <a:pos x="f203" y="f204"/>
                  </a:cxn>
                  <a:cxn ang="f152">
                    <a:pos x="f205" y="f206"/>
                  </a:cxn>
                  <a:cxn ang="f152">
                    <a:pos x="f207" y="f208"/>
                  </a:cxn>
                  <a:cxn ang="f152">
                    <a:pos x="f209" y="f210"/>
                  </a:cxn>
                  <a:cxn ang="f152">
                    <a:pos x="f211" y="f212"/>
                  </a:cxn>
                </a:cxnLst>
                <a:rect l="f181" t="f184" r="f182" b="f183"/>
                <a:pathLst>
                  <a:path w="3356800" h="2452020">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35" y="f36"/>
                    </a:cubicBezTo>
                    <a:cubicBezTo>
                      <a:pt x="f37" y="f38"/>
                      <a:pt x="f39" y="f40"/>
                      <a:pt x="f41" y="f42"/>
                    </a:cubicBezTo>
                    <a:cubicBezTo>
                      <a:pt x="f43" y="f44"/>
                      <a:pt x="f45" y="f46"/>
                      <a:pt x="f47" y="f48"/>
                    </a:cubicBezTo>
                    <a:cubicBezTo>
                      <a:pt x="f49" y="f50"/>
                      <a:pt x="f51" y="f52"/>
                      <a:pt x="f53" y="f54"/>
                    </a:cubicBezTo>
                    <a:cubicBezTo>
                      <a:pt x="f55" y="f56"/>
                      <a:pt x="f57" y="f58"/>
                      <a:pt x="f59" y="f60"/>
                    </a:cubicBezTo>
                    <a:cubicBezTo>
                      <a:pt x="f61" y="f62"/>
                      <a:pt x="f63" y="f64"/>
                      <a:pt x="f65" y="f66"/>
                    </a:cubicBezTo>
                    <a:cubicBezTo>
                      <a:pt x="f67" y="f68"/>
                      <a:pt x="f69" y="f70"/>
                      <a:pt x="f71" y="f72"/>
                    </a:cubicBezTo>
                    <a:cubicBezTo>
                      <a:pt x="f73" y="f74"/>
                      <a:pt x="f75" y="f76"/>
                      <a:pt x="f77" y="f78"/>
                    </a:cubicBezTo>
                    <a:cubicBezTo>
                      <a:pt x="f79" y="f80"/>
                      <a:pt x="f81" y="f82"/>
                      <a:pt x="f6" y="f5"/>
                    </a:cubicBezTo>
                  </a:path>
                </a:pathLst>
              </a:custGeom>
              <a:noFill/>
              <a:ln w="9528" cap="rnd">
                <a:solidFill>
                  <a:srgbClr val="F3F0E9">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sp>
          <p:nvSpPr>
            <p:cNvPr id="15" name="Freeform: Shape 23">
              <a:extLst>
                <a:ext uri="{FF2B5EF4-FFF2-40B4-BE49-F238E27FC236}">
                  <a16:creationId xmlns:a16="http://schemas.microsoft.com/office/drawing/2014/main" id="{725BAB34-79AF-4014-A96C-74D28793F5D3}"/>
                </a:ext>
              </a:extLst>
            </p:cNvPr>
            <p:cNvSpPr/>
            <p:nvPr/>
          </p:nvSpPr>
          <p:spPr>
            <a:xfrm>
              <a:off x="7980398" y="5197175"/>
              <a:ext cx="4211598" cy="1660824"/>
            </a:xfrm>
            <a:custGeom>
              <a:avLst/>
              <a:gdLst>
                <a:gd name="f0" fmla="val 10800000"/>
                <a:gd name="f1" fmla="val 5400000"/>
                <a:gd name="f2" fmla="val 180"/>
                <a:gd name="f3" fmla="val w"/>
                <a:gd name="f4" fmla="val h"/>
                <a:gd name="f5" fmla="val 0"/>
                <a:gd name="f6" fmla="val 4211600"/>
                <a:gd name="f7" fmla="val 1660822"/>
                <a:gd name="f8" fmla="val 58430"/>
                <a:gd name="f9" fmla="val 4136524"/>
                <a:gd name="f10" fmla="val 208808"/>
                <a:gd name="f11" fmla="val 4089791"/>
                <a:gd name="f12" fmla="val 287770"/>
                <a:gd name="f13" fmla="val 4030588"/>
                <a:gd name="f14" fmla="val 363780"/>
                <a:gd name="f15" fmla="val 3973354"/>
                <a:gd name="f16" fmla="val 437313"/>
                <a:gd name="f17" fmla="val 3943819"/>
                <a:gd name="f18" fmla="val 475222"/>
                <a:gd name="f19" fmla="val 3913231"/>
                <a:gd name="f20" fmla="val 514465"/>
                <a:gd name="f21" fmla="val 3884746"/>
                <a:gd name="f22" fmla="val 553613"/>
                <a:gd name="f23" fmla="val 3872801"/>
                <a:gd name="f24" fmla="val 569996"/>
                <a:gd name="f25" fmla="val 3861119"/>
                <a:gd name="f26" fmla="val 586569"/>
                <a:gd name="f27" fmla="val 3849435"/>
                <a:gd name="f28" fmla="val 603143"/>
                <a:gd name="f29" fmla="val 3796665"/>
                <a:gd name="f30" fmla="val 678009"/>
                <a:gd name="f31" fmla="val 3742187"/>
                <a:gd name="f32" fmla="val 755352"/>
                <a:gd name="f33" fmla="val 3661849"/>
                <a:gd name="f34" fmla="val 819075"/>
                <a:gd name="f35" fmla="val 3596214"/>
                <a:gd name="f36" fmla="val 871176"/>
                <a:gd name="f37" fmla="val 3509050"/>
                <a:gd name="f38" fmla="val 916230"/>
                <a:gd name="f39" fmla="val 3402589"/>
                <a:gd name="f40" fmla="val 952996"/>
                <a:gd name="f41" fmla="val 3312406"/>
                <a:gd name="f42" fmla="val 984048"/>
                <a:gd name="f43" fmla="val 3215660"/>
                <a:gd name="f44" fmla="val 1005003"/>
                <a:gd name="f45" fmla="val 3130202"/>
                <a:gd name="f46" fmla="val 1023386"/>
                <a:gd name="f47" fmla="val 3058529"/>
                <a:gd name="f48" fmla="val 1038816"/>
                <a:gd name="f49" fmla="val 2985412"/>
                <a:gd name="f50" fmla="val 1053675"/>
                <a:gd name="f51" fmla="val 2914657"/>
                <a:gd name="f52" fmla="val 1068058"/>
                <a:gd name="f53" fmla="val 2805176"/>
                <a:gd name="f54" fmla="val 1090251"/>
                <a:gd name="f55" fmla="val 2692021"/>
                <a:gd name="f56" fmla="val 1113207"/>
                <a:gd name="f57" fmla="val 2582149"/>
                <a:gd name="f58" fmla="val 1138924"/>
                <a:gd name="f59" fmla="val 2549330"/>
                <a:gd name="f60" fmla="val 1146639"/>
                <a:gd name="f61" fmla="val 2516644"/>
                <a:gd name="f62" fmla="val 1154450"/>
                <a:gd name="f63" fmla="val 2483958"/>
                <a:gd name="f64" fmla="val 1162356"/>
                <a:gd name="f65" fmla="val 2367257"/>
                <a:gd name="f66" fmla="val 1190550"/>
                <a:gd name="f67" fmla="val 2246621"/>
                <a:gd name="f68" fmla="val 1219601"/>
                <a:gd name="f69" fmla="val 2123750"/>
                <a:gd name="f70" fmla="val 1238651"/>
                <a:gd name="f71" fmla="val 2004294"/>
                <a:gd name="f72" fmla="val 1257129"/>
                <a:gd name="f73" fmla="val 1880769"/>
                <a:gd name="f74" fmla="val 1265416"/>
                <a:gd name="f75" fmla="val 1761444"/>
                <a:gd name="f76" fmla="val 1273417"/>
                <a:gd name="f77" fmla="val 1711167"/>
                <a:gd name="f78" fmla="val 1276751"/>
                <a:gd name="f79" fmla="val 1659184"/>
                <a:gd name="f80" fmla="val 1280275"/>
                <a:gd name="f81" fmla="val 1608382"/>
                <a:gd name="f82" fmla="val 1284466"/>
                <a:gd name="f83" fmla="val 1408589"/>
                <a:gd name="f84" fmla="val 1300944"/>
                <a:gd name="f85" fmla="val 1214570"/>
                <a:gd name="f86" fmla="val 1325805"/>
                <a:gd name="f87" fmla="val 999942"/>
                <a:gd name="f88" fmla="val 1354284"/>
                <a:gd name="f89" fmla="val 826403"/>
                <a:gd name="f90" fmla="val 1377240"/>
                <a:gd name="f91" fmla="val 647744"/>
                <a:gd name="f92" fmla="val 1400957"/>
                <a:gd name="f93" fmla="val 484705"/>
                <a:gd name="f94" fmla="val 1450487"/>
                <a:gd name="f95" fmla="val 355831"/>
                <a:gd name="f96" fmla="val 1489635"/>
                <a:gd name="f97" fmla="val 231387"/>
                <a:gd name="f98" fmla="val 1544374"/>
                <a:gd name="f99" fmla="val 113310"/>
                <a:gd name="f100" fmla="val 1613700"/>
                <a:gd name="f101" fmla="val 39668"/>
                <a:gd name="f102" fmla="val 96701"/>
                <a:gd name="f103" fmla="val 1598934"/>
                <a:gd name="f104" fmla="val 216635"/>
                <a:gd name="f105" fmla="val 1528533"/>
                <a:gd name="f106" fmla="val 343196"/>
                <a:gd name="f107" fmla="val 1472919"/>
                <a:gd name="f108" fmla="val 474335"/>
                <a:gd name="f109" fmla="val 1433056"/>
                <a:gd name="f110" fmla="val 639999"/>
                <a:gd name="f111" fmla="val 1382669"/>
                <a:gd name="f112" fmla="val 820102"/>
                <a:gd name="f113" fmla="val 1358856"/>
                <a:gd name="f114" fmla="val 994299"/>
                <a:gd name="f115" fmla="val 1335806"/>
                <a:gd name="f116" fmla="val 1210239"/>
                <a:gd name="f117" fmla="val 1307231"/>
                <a:gd name="f118" fmla="val 1404650"/>
                <a:gd name="f119" fmla="val 1282275"/>
                <a:gd name="f120" fmla="val 1605231"/>
                <a:gd name="f121" fmla="val 1265702"/>
                <a:gd name="f122" fmla="val 1656428"/>
                <a:gd name="f123" fmla="val 1261511"/>
                <a:gd name="f124" fmla="val 1708411"/>
                <a:gd name="f125" fmla="val 1257987"/>
                <a:gd name="f126" fmla="val 1758819"/>
                <a:gd name="f127" fmla="val 1254558"/>
                <a:gd name="f128" fmla="val 1877487"/>
                <a:gd name="f129" fmla="val 1246557"/>
                <a:gd name="f130" fmla="val 2000094"/>
                <a:gd name="f131" fmla="val 1238365"/>
                <a:gd name="f132" fmla="val 2118106"/>
                <a:gd name="f133" fmla="val 1220077"/>
                <a:gd name="f134" fmla="val 2239531"/>
                <a:gd name="f135" fmla="val 1201313"/>
                <a:gd name="f136" fmla="val 2359513"/>
                <a:gd name="f137" fmla="val 1172357"/>
                <a:gd name="f138" fmla="val 2475557"/>
                <a:gd name="f139" fmla="val 1144353"/>
                <a:gd name="f140" fmla="val 2508243"/>
                <a:gd name="f141" fmla="val 1136448"/>
                <a:gd name="f142" fmla="val 2541060"/>
                <a:gd name="f143" fmla="val 1128542"/>
                <a:gd name="f144" fmla="val 2573878"/>
                <a:gd name="f145" fmla="val 1120827"/>
                <a:gd name="f146" fmla="val 2684276"/>
                <a:gd name="f147" fmla="val 1094919"/>
                <a:gd name="f148" fmla="val 2797694"/>
                <a:gd name="f149" fmla="val 1071963"/>
                <a:gd name="f150" fmla="val 2907437"/>
                <a:gd name="f151" fmla="val 1049675"/>
                <a:gd name="f152" fmla="val 2978061"/>
                <a:gd name="f153" fmla="val 1035387"/>
                <a:gd name="f154" fmla="val 3051178"/>
                <a:gd name="f155" fmla="val 1020528"/>
                <a:gd name="f156" fmla="val 3122589"/>
                <a:gd name="f157" fmla="val 1005098"/>
                <a:gd name="f158" fmla="val 3206997"/>
                <a:gd name="f159" fmla="val 986810"/>
                <a:gd name="f160" fmla="val 3302823"/>
                <a:gd name="f161" fmla="val 966141"/>
                <a:gd name="f162" fmla="val 3391169"/>
                <a:gd name="f163" fmla="val 935756"/>
                <a:gd name="f164" fmla="val 3494479"/>
                <a:gd name="f165" fmla="val 900132"/>
                <a:gd name="f166" fmla="val 3578886"/>
                <a:gd name="f167" fmla="val 856508"/>
                <a:gd name="f168" fmla="val 3642290"/>
                <a:gd name="f169" fmla="val 806216"/>
                <a:gd name="f170" fmla="val 3720133"/>
                <a:gd name="f171" fmla="val 744303"/>
                <a:gd name="f172" fmla="val 3773953"/>
                <a:gd name="f173" fmla="val 668103"/>
                <a:gd name="f174" fmla="val 3825937"/>
                <a:gd name="f175" fmla="val 594475"/>
                <a:gd name="f176" fmla="val 3837621"/>
                <a:gd name="f177" fmla="val 577902"/>
                <a:gd name="f178" fmla="val 561233"/>
                <a:gd name="f179" fmla="val 3861381"/>
                <a:gd name="f180" fmla="val 544755"/>
                <a:gd name="f181" fmla="val 3889997"/>
                <a:gd name="f182" fmla="val 505416"/>
                <a:gd name="f183" fmla="val 3920715"/>
                <a:gd name="f184" fmla="val 465983"/>
                <a:gd name="f185" fmla="val 3950381"/>
                <a:gd name="f186" fmla="val 427978"/>
                <a:gd name="f187" fmla="val 4007353"/>
                <a:gd name="f188" fmla="val 354921"/>
                <a:gd name="f189" fmla="val 4066163"/>
                <a:gd name="f190" fmla="val 279388"/>
                <a:gd name="f191" fmla="val 4112370"/>
                <a:gd name="f192" fmla="val 201378"/>
                <a:gd name="f193" fmla="val 4144662"/>
                <a:gd name="f194" fmla="val 146800"/>
                <a:gd name="f195" fmla="val 4170785"/>
                <a:gd name="f196" fmla="val 89364"/>
                <a:gd name="f197" fmla="val 4195989"/>
                <a:gd name="f198" fmla="val 33834"/>
                <a:gd name="f199" fmla="+- 0 0 -90"/>
                <a:gd name="f200" fmla="*/ f3 1 4211600"/>
                <a:gd name="f201" fmla="*/ f4 1 1660822"/>
                <a:gd name="f202" fmla="+- f7 0 f5"/>
                <a:gd name="f203" fmla="+- f6 0 f5"/>
                <a:gd name="f204" fmla="*/ f199 f0 1"/>
                <a:gd name="f205" fmla="*/ f203 1 4211600"/>
                <a:gd name="f206" fmla="*/ f202 1 1660822"/>
                <a:gd name="f207" fmla="*/ 4211600 f203 1"/>
                <a:gd name="f208" fmla="*/ 0 f202 1"/>
                <a:gd name="f209" fmla="*/ 58430 f202 1"/>
                <a:gd name="f210" fmla="*/ 4136524 f203 1"/>
                <a:gd name="f211" fmla="*/ 208808 f202 1"/>
                <a:gd name="f212" fmla="*/ 3973354 f203 1"/>
                <a:gd name="f213" fmla="*/ 437313 f202 1"/>
                <a:gd name="f214" fmla="*/ 3884746 f203 1"/>
                <a:gd name="f215" fmla="*/ 553613 f202 1"/>
                <a:gd name="f216" fmla="*/ 3849435 f203 1"/>
                <a:gd name="f217" fmla="*/ 603143 f202 1"/>
                <a:gd name="f218" fmla="*/ 3661849 f203 1"/>
                <a:gd name="f219" fmla="*/ 819075 f202 1"/>
                <a:gd name="f220" fmla="*/ 3402589 f203 1"/>
                <a:gd name="f221" fmla="*/ 952996 f202 1"/>
                <a:gd name="f222" fmla="*/ 3130202 f203 1"/>
                <a:gd name="f223" fmla="*/ 1023386 f202 1"/>
                <a:gd name="f224" fmla="*/ 2914657 f203 1"/>
                <a:gd name="f225" fmla="*/ 1068058 f202 1"/>
                <a:gd name="f226" fmla="*/ 2582149 f203 1"/>
                <a:gd name="f227" fmla="*/ 1138924 f202 1"/>
                <a:gd name="f228" fmla="*/ 2483958 f203 1"/>
                <a:gd name="f229" fmla="*/ 1162356 f202 1"/>
                <a:gd name="f230" fmla="*/ 2123750 f203 1"/>
                <a:gd name="f231" fmla="*/ 1238651 f202 1"/>
                <a:gd name="f232" fmla="*/ 1761444 f203 1"/>
                <a:gd name="f233" fmla="*/ 1273417 f202 1"/>
                <a:gd name="f234" fmla="*/ 1608382 f203 1"/>
                <a:gd name="f235" fmla="*/ 1284466 f202 1"/>
                <a:gd name="f236" fmla="*/ 999942 f203 1"/>
                <a:gd name="f237" fmla="*/ 1354284 f202 1"/>
                <a:gd name="f238" fmla="*/ 484705 f203 1"/>
                <a:gd name="f239" fmla="*/ 1450487 f202 1"/>
                <a:gd name="f240" fmla="*/ 113310 f203 1"/>
                <a:gd name="f241" fmla="*/ 1613700 f202 1"/>
                <a:gd name="f242" fmla="*/ 39668 f203 1"/>
                <a:gd name="f243" fmla="*/ 1660822 f202 1"/>
                <a:gd name="f244" fmla="*/ 0 f203 1"/>
                <a:gd name="f245" fmla="*/ 96701 f203 1"/>
                <a:gd name="f246" fmla="*/ 1598934 f202 1"/>
                <a:gd name="f247" fmla="*/ 474335 f203 1"/>
                <a:gd name="f248" fmla="*/ 1433056 f202 1"/>
                <a:gd name="f249" fmla="*/ 994299 f203 1"/>
                <a:gd name="f250" fmla="*/ 1335806 f202 1"/>
                <a:gd name="f251" fmla="*/ 1605231 f203 1"/>
                <a:gd name="f252" fmla="*/ 1265702 f202 1"/>
                <a:gd name="f253" fmla="*/ 1758819 f203 1"/>
                <a:gd name="f254" fmla="*/ 1254558 f202 1"/>
                <a:gd name="f255" fmla="*/ 2118106 f203 1"/>
                <a:gd name="f256" fmla="*/ 1220077 f202 1"/>
                <a:gd name="f257" fmla="*/ 2475557 f203 1"/>
                <a:gd name="f258" fmla="*/ 1144353 f202 1"/>
                <a:gd name="f259" fmla="*/ 2573878 f203 1"/>
                <a:gd name="f260" fmla="*/ 1120827 f202 1"/>
                <a:gd name="f261" fmla="*/ 2907437 f203 1"/>
                <a:gd name="f262" fmla="*/ 1049675 f202 1"/>
                <a:gd name="f263" fmla="*/ 3122589 f203 1"/>
                <a:gd name="f264" fmla="*/ 1005098 f202 1"/>
                <a:gd name="f265" fmla="*/ 3391169 f203 1"/>
                <a:gd name="f266" fmla="*/ 935756 f202 1"/>
                <a:gd name="f267" fmla="*/ 3642290 f203 1"/>
                <a:gd name="f268" fmla="*/ 806216 f202 1"/>
                <a:gd name="f269" fmla="*/ 3825937 f203 1"/>
                <a:gd name="f270" fmla="*/ 594475 f202 1"/>
                <a:gd name="f271" fmla="*/ 3861381 f203 1"/>
                <a:gd name="f272" fmla="*/ 544755 f202 1"/>
                <a:gd name="f273" fmla="*/ 3950381 f203 1"/>
                <a:gd name="f274" fmla="*/ 427978 f202 1"/>
                <a:gd name="f275" fmla="*/ 4112370 f203 1"/>
                <a:gd name="f276" fmla="*/ 201378 f202 1"/>
                <a:gd name="f277" fmla="*/ 4195989 f203 1"/>
                <a:gd name="f278" fmla="*/ 33834 f202 1"/>
                <a:gd name="f279" fmla="*/ f204 1 f2"/>
                <a:gd name="f280" fmla="*/ f207 1 4211600"/>
                <a:gd name="f281" fmla="*/ f208 1 1660822"/>
                <a:gd name="f282" fmla="*/ f209 1 1660822"/>
                <a:gd name="f283" fmla="*/ f210 1 4211600"/>
                <a:gd name="f284" fmla="*/ f211 1 1660822"/>
                <a:gd name="f285" fmla="*/ f212 1 4211600"/>
                <a:gd name="f286" fmla="*/ f213 1 1660822"/>
                <a:gd name="f287" fmla="*/ f214 1 4211600"/>
                <a:gd name="f288" fmla="*/ f215 1 1660822"/>
                <a:gd name="f289" fmla="*/ f216 1 4211600"/>
                <a:gd name="f290" fmla="*/ f217 1 1660822"/>
                <a:gd name="f291" fmla="*/ f218 1 4211600"/>
                <a:gd name="f292" fmla="*/ f219 1 1660822"/>
                <a:gd name="f293" fmla="*/ f220 1 4211600"/>
                <a:gd name="f294" fmla="*/ f221 1 1660822"/>
                <a:gd name="f295" fmla="*/ f222 1 4211600"/>
                <a:gd name="f296" fmla="*/ f223 1 1660822"/>
                <a:gd name="f297" fmla="*/ f224 1 4211600"/>
                <a:gd name="f298" fmla="*/ f225 1 1660822"/>
                <a:gd name="f299" fmla="*/ f226 1 4211600"/>
                <a:gd name="f300" fmla="*/ f227 1 1660822"/>
                <a:gd name="f301" fmla="*/ f228 1 4211600"/>
                <a:gd name="f302" fmla="*/ f229 1 1660822"/>
                <a:gd name="f303" fmla="*/ f230 1 4211600"/>
                <a:gd name="f304" fmla="*/ f231 1 1660822"/>
                <a:gd name="f305" fmla="*/ f232 1 4211600"/>
                <a:gd name="f306" fmla="*/ f233 1 1660822"/>
                <a:gd name="f307" fmla="*/ f234 1 4211600"/>
                <a:gd name="f308" fmla="*/ f235 1 1660822"/>
                <a:gd name="f309" fmla="*/ f236 1 4211600"/>
                <a:gd name="f310" fmla="*/ f237 1 1660822"/>
                <a:gd name="f311" fmla="*/ f238 1 4211600"/>
                <a:gd name="f312" fmla="*/ f239 1 1660822"/>
                <a:gd name="f313" fmla="*/ f240 1 4211600"/>
                <a:gd name="f314" fmla="*/ f241 1 1660822"/>
                <a:gd name="f315" fmla="*/ f242 1 4211600"/>
                <a:gd name="f316" fmla="*/ f243 1 1660822"/>
                <a:gd name="f317" fmla="*/ f244 1 4211600"/>
                <a:gd name="f318" fmla="*/ f245 1 4211600"/>
                <a:gd name="f319" fmla="*/ f246 1 1660822"/>
                <a:gd name="f320" fmla="*/ f247 1 4211600"/>
                <a:gd name="f321" fmla="*/ f248 1 1660822"/>
                <a:gd name="f322" fmla="*/ f249 1 4211600"/>
                <a:gd name="f323" fmla="*/ f250 1 1660822"/>
                <a:gd name="f324" fmla="*/ f251 1 4211600"/>
                <a:gd name="f325" fmla="*/ f252 1 1660822"/>
                <a:gd name="f326" fmla="*/ f253 1 4211600"/>
                <a:gd name="f327" fmla="*/ f254 1 1660822"/>
                <a:gd name="f328" fmla="*/ f255 1 4211600"/>
                <a:gd name="f329" fmla="*/ f256 1 1660822"/>
                <a:gd name="f330" fmla="*/ f257 1 4211600"/>
                <a:gd name="f331" fmla="*/ f258 1 1660822"/>
                <a:gd name="f332" fmla="*/ f259 1 4211600"/>
                <a:gd name="f333" fmla="*/ f260 1 1660822"/>
                <a:gd name="f334" fmla="*/ f261 1 4211600"/>
                <a:gd name="f335" fmla="*/ f262 1 1660822"/>
                <a:gd name="f336" fmla="*/ f263 1 4211600"/>
                <a:gd name="f337" fmla="*/ f264 1 1660822"/>
                <a:gd name="f338" fmla="*/ f265 1 4211600"/>
                <a:gd name="f339" fmla="*/ f266 1 1660822"/>
                <a:gd name="f340" fmla="*/ f267 1 4211600"/>
                <a:gd name="f341" fmla="*/ f268 1 1660822"/>
                <a:gd name="f342" fmla="*/ f269 1 4211600"/>
                <a:gd name="f343" fmla="*/ f270 1 1660822"/>
                <a:gd name="f344" fmla="*/ f271 1 4211600"/>
                <a:gd name="f345" fmla="*/ f272 1 1660822"/>
                <a:gd name="f346" fmla="*/ f273 1 4211600"/>
                <a:gd name="f347" fmla="*/ f274 1 1660822"/>
                <a:gd name="f348" fmla="*/ f275 1 4211600"/>
                <a:gd name="f349" fmla="*/ f276 1 1660822"/>
                <a:gd name="f350" fmla="*/ f277 1 4211600"/>
                <a:gd name="f351" fmla="*/ f278 1 1660822"/>
                <a:gd name="f352" fmla="*/ f5 1 f205"/>
                <a:gd name="f353" fmla="*/ f6 1 f205"/>
                <a:gd name="f354" fmla="*/ f5 1 f206"/>
                <a:gd name="f355" fmla="*/ f7 1 f206"/>
                <a:gd name="f356" fmla="+- f279 0 f1"/>
                <a:gd name="f357" fmla="*/ f280 1 f205"/>
                <a:gd name="f358" fmla="*/ f281 1 f206"/>
                <a:gd name="f359" fmla="*/ f282 1 f206"/>
                <a:gd name="f360" fmla="*/ f283 1 f205"/>
                <a:gd name="f361" fmla="*/ f284 1 f206"/>
                <a:gd name="f362" fmla="*/ f285 1 f205"/>
                <a:gd name="f363" fmla="*/ f286 1 f206"/>
                <a:gd name="f364" fmla="*/ f287 1 f205"/>
                <a:gd name="f365" fmla="*/ f288 1 f206"/>
                <a:gd name="f366" fmla="*/ f289 1 f205"/>
                <a:gd name="f367" fmla="*/ f290 1 f206"/>
                <a:gd name="f368" fmla="*/ f291 1 f205"/>
                <a:gd name="f369" fmla="*/ f292 1 f206"/>
                <a:gd name="f370" fmla="*/ f293 1 f205"/>
                <a:gd name="f371" fmla="*/ f294 1 f206"/>
                <a:gd name="f372" fmla="*/ f295 1 f205"/>
                <a:gd name="f373" fmla="*/ f296 1 f206"/>
                <a:gd name="f374" fmla="*/ f297 1 f205"/>
                <a:gd name="f375" fmla="*/ f298 1 f206"/>
                <a:gd name="f376" fmla="*/ f299 1 f205"/>
                <a:gd name="f377" fmla="*/ f300 1 f206"/>
                <a:gd name="f378" fmla="*/ f301 1 f205"/>
                <a:gd name="f379" fmla="*/ f302 1 f206"/>
                <a:gd name="f380" fmla="*/ f303 1 f205"/>
                <a:gd name="f381" fmla="*/ f304 1 f206"/>
                <a:gd name="f382" fmla="*/ f305 1 f205"/>
                <a:gd name="f383" fmla="*/ f306 1 f206"/>
                <a:gd name="f384" fmla="*/ f307 1 f205"/>
                <a:gd name="f385" fmla="*/ f308 1 f206"/>
                <a:gd name="f386" fmla="*/ f309 1 f205"/>
                <a:gd name="f387" fmla="*/ f310 1 f206"/>
                <a:gd name="f388" fmla="*/ f311 1 f205"/>
                <a:gd name="f389" fmla="*/ f312 1 f206"/>
                <a:gd name="f390" fmla="*/ f313 1 f205"/>
                <a:gd name="f391" fmla="*/ f314 1 f206"/>
                <a:gd name="f392" fmla="*/ f315 1 f205"/>
                <a:gd name="f393" fmla="*/ f316 1 f206"/>
                <a:gd name="f394" fmla="*/ f317 1 f205"/>
                <a:gd name="f395" fmla="*/ f318 1 f205"/>
                <a:gd name="f396" fmla="*/ f319 1 f206"/>
                <a:gd name="f397" fmla="*/ f320 1 f205"/>
                <a:gd name="f398" fmla="*/ f321 1 f206"/>
                <a:gd name="f399" fmla="*/ f322 1 f205"/>
                <a:gd name="f400" fmla="*/ f323 1 f206"/>
                <a:gd name="f401" fmla="*/ f324 1 f205"/>
                <a:gd name="f402" fmla="*/ f325 1 f206"/>
                <a:gd name="f403" fmla="*/ f326 1 f205"/>
                <a:gd name="f404" fmla="*/ f327 1 f206"/>
                <a:gd name="f405" fmla="*/ f328 1 f205"/>
                <a:gd name="f406" fmla="*/ f329 1 f206"/>
                <a:gd name="f407" fmla="*/ f330 1 f205"/>
                <a:gd name="f408" fmla="*/ f331 1 f206"/>
                <a:gd name="f409" fmla="*/ f332 1 f205"/>
                <a:gd name="f410" fmla="*/ f333 1 f206"/>
                <a:gd name="f411" fmla="*/ f334 1 f205"/>
                <a:gd name="f412" fmla="*/ f335 1 f206"/>
                <a:gd name="f413" fmla="*/ f336 1 f205"/>
                <a:gd name="f414" fmla="*/ f337 1 f206"/>
                <a:gd name="f415" fmla="*/ f338 1 f205"/>
                <a:gd name="f416" fmla="*/ f339 1 f206"/>
                <a:gd name="f417" fmla="*/ f340 1 f205"/>
                <a:gd name="f418" fmla="*/ f341 1 f206"/>
                <a:gd name="f419" fmla="*/ f342 1 f205"/>
                <a:gd name="f420" fmla="*/ f343 1 f206"/>
                <a:gd name="f421" fmla="*/ f344 1 f205"/>
                <a:gd name="f422" fmla="*/ f345 1 f206"/>
                <a:gd name="f423" fmla="*/ f346 1 f205"/>
                <a:gd name="f424" fmla="*/ f347 1 f206"/>
                <a:gd name="f425" fmla="*/ f348 1 f205"/>
                <a:gd name="f426" fmla="*/ f349 1 f206"/>
                <a:gd name="f427" fmla="*/ f350 1 f205"/>
                <a:gd name="f428" fmla="*/ f351 1 f206"/>
                <a:gd name="f429" fmla="*/ f352 f200 1"/>
                <a:gd name="f430" fmla="*/ f353 f200 1"/>
                <a:gd name="f431" fmla="*/ f355 f201 1"/>
                <a:gd name="f432" fmla="*/ f354 f201 1"/>
                <a:gd name="f433" fmla="*/ f357 f200 1"/>
                <a:gd name="f434" fmla="*/ f358 f201 1"/>
                <a:gd name="f435" fmla="*/ f359 f201 1"/>
                <a:gd name="f436" fmla="*/ f360 f200 1"/>
                <a:gd name="f437" fmla="*/ f361 f201 1"/>
                <a:gd name="f438" fmla="*/ f362 f200 1"/>
                <a:gd name="f439" fmla="*/ f363 f201 1"/>
                <a:gd name="f440" fmla="*/ f364 f200 1"/>
                <a:gd name="f441" fmla="*/ f365 f201 1"/>
                <a:gd name="f442" fmla="*/ f366 f200 1"/>
                <a:gd name="f443" fmla="*/ f367 f201 1"/>
                <a:gd name="f444" fmla="*/ f368 f200 1"/>
                <a:gd name="f445" fmla="*/ f369 f201 1"/>
                <a:gd name="f446" fmla="*/ f370 f200 1"/>
                <a:gd name="f447" fmla="*/ f371 f201 1"/>
                <a:gd name="f448" fmla="*/ f372 f200 1"/>
                <a:gd name="f449" fmla="*/ f373 f201 1"/>
                <a:gd name="f450" fmla="*/ f374 f200 1"/>
                <a:gd name="f451" fmla="*/ f375 f201 1"/>
                <a:gd name="f452" fmla="*/ f376 f200 1"/>
                <a:gd name="f453" fmla="*/ f377 f201 1"/>
                <a:gd name="f454" fmla="*/ f378 f200 1"/>
                <a:gd name="f455" fmla="*/ f379 f201 1"/>
                <a:gd name="f456" fmla="*/ f380 f200 1"/>
                <a:gd name="f457" fmla="*/ f381 f201 1"/>
                <a:gd name="f458" fmla="*/ f382 f200 1"/>
                <a:gd name="f459" fmla="*/ f383 f201 1"/>
                <a:gd name="f460" fmla="*/ f384 f200 1"/>
                <a:gd name="f461" fmla="*/ f385 f201 1"/>
                <a:gd name="f462" fmla="*/ f386 f200 1"/>
                <a:gd name="f463" fmla="*/ f387 f201 1"/>
                <a:gd name="f464" fmla="*/ f388 f200 1"/>
                <a:gd name="f465" fmla="*/ f389 f201 1"/>
                <a:gd name="f466" fmla="*/ f390 f200 1"/>
                <a:gd name="f467" fmla="*/ f391 f201 1"/>
                <a:gd name="f468" fmla="*/ f392 f200 1"/>
                <a:gd name="f469" fmla="*/ f393 f201 1"/>
                <a:gd name="f470" fmla="*/ f394 f200 1"/>
                <a:gd name="f471" fmla="*/ f395 f200 1"/>
                <a:gd name="f472" fmla="*/ f396 f201 1"/>
                <a:gd name="f473" fmla="*/ f397 f200 1"/>
                <a:gd name="f474" fmla="*/ f398 f201 1"/>
                <a:gd name="f475" fmla="*/ f399 f200 1"/>
                <a:gd name="f476" fmla="*/ f400 f201 1"/>
                <a:gd name="f477" fmla="*/ f401 f200 1"/>
                <a:gd name="f478" fmla="*/ f402 f201 1"/>
                <a:gd name="f479" fmla="*/ f403 f200 1"/>
                <a:gd name="f480" fmla="*/ f404 f201 1"/>
                <a:gd name="f481" fmla="*/ f405 f200 1"/>
                <a:gd name="f482" fmla="*/ f406 f201 1"/>
                <a:gd name="f483" fmla="*/ f407 f200 1"/>
                <a:gd name="f484" fmla="*/ f408 f201 1"/>
                <a:gd name="f485" fmla="*/ f409 f200 1"/>
                <a:gd name="f486" fmla="*/ f410 f201 1"/>
                <a:gd name="f487" fmla="*/ f411 f200 1"/>
                <a:gd name="f488" fmla="*/ f412 f201 1"/>
                <a:gd name="f489" fmla="*/ f413 f200 1"/>
                <a:gd name="f490" fmla="*/ f414 f201 1"/>
                <a:gd name="f491" fmla="*/ f415 f200 1"/>
                <a:gd name="f492" fmla="*/ f416 f201 1"/>
                <a:gd name="f493" fmla="*/ f417 f200 1"/>
                <a:gd name="f494" fmla="*/ f418 f201 1"/>
                <a:gd name="f495" fmla="*/ f419 f200 1"/>
                <a:gd name="f496" fmla="*/ f420 f201 1"/>
                <a:gd name="f497" fmla="*/ f421 f200 1"/>
                <a:gd name="f498" fmla="*/ f422 f201 1"/>
                <a:gd name="f499" fmla="*/ f423 f200 1"/>
                <a:gd name="f500" fmla="*/ f424 f201 1"/>
                <a:gd name="f501" fmla="*/ f425 f200 1"/>
                <a:gd name="f502" fmla="*/ f426 f201 1"/>
                <a:gd name="f503" fmla="*/ f427 f200 1"/>
                <a:gd name="f504" fmla="*/ f428 f201 1"/>
              </a:gdLst>
              <a:ahLst/>
              <a:cxnLst>
                <a:cxn ang="3cd4">
                  <a:pos x="hc" y="t"/>
                </a:cxn>
                <a:cxn ang="0">
                  <a:pos x="r" y="vc"/>
                </a:cxn>
                <a:cxn ang="cd4">
                  <a:pos x="hc" y="b"/>
                </a:cxn>
                <a:cxn ang="cd2">
                  <a:pos x="l" y="vc"/>
                </a:cxn>
                <a:cxn ang="f356">
                  <a:pos x="f433" y="f434"/>
                </a:cxn>
                <a:cxn ang="f356">
                  <a:pos x="f433" y="f435"/>
                </a:cxn>
                <a:cxn ang="f356">
                  <a:pos x="f436" y="f437"/>
                </a:cxn>
                <a:cxn ang="f356">
                  <a:pos x="f438" y="f439"/>
                </a:cxn>
                <a:cxn ang="f356">
                  <a:pos x="f440" y="f441"/>
                </a:cxn>
                <a:cxn ang="f356">
                  <a:pos x="f442" y="f443"/>
                </a:cxn>
                <a:cxn ang="f356">
                  <a:pos x="f444" y="f445"/>
                </a:cxn>
                <a:cxn ang="f356">
                  <a:pos x="f446" y="f447"/>
                </a:cxn>
                <a:cxn ang="f356">
                  <a:pos x="f448" y="f449"/>
                </a:cxn>
                <a:cxn ang="f356">
                  <a:pos x="f450" y="f451"/>
                </a:cxn>
                <a:cxn ang="f356">
                  <a:pos x="f452" y="f453"/>
                </a:cxn>
                <a:cxn ang="f356">
                  <a:pos x="f454" y="f455"/>
                </a:cxn>
                <a:cxn ang="f356">
                  <a:pos x="f456" y="f457"/>
                </a:cxn>
                <a:cxn ang="f356">
                  <a:pos x="f458" y="f459"/>
                </a:cxn>
                <a:cxn ang="f356">
                  <a:pos x="f460" y="f461"/>
                </a:cxn>
                <a:cxn ang="f356">
                  <a:pos x="f462" y="f463"/>
                </a:cxn>
                <a:cxn ang="f356">
                  <a:pos x="f464" y="f465"/>
                </a:cxn>
                <a:cxn ang="f356">
                  <a:pos x="f466" y="f467"/>
                </a:cxn>
                <a:cxn ang="f356">
                  <a:pos x="f468" y="f469"/>
                </a:cxn>
                <a:cxn ang="f356">
                  <a:pos x="f470" y="f469"/>
                </a:cxn>
                <a:cxn ang="f356">
                  <a:pos x="f471" y="f472"/>
                </a:cxn>
                <a:cxn ang="f356">
                  <a:pos x="f473" y="f474"/>
                </a:cxn>
                <a:cxn ang="f356">
                  <a:pos x="f475" y="f476"/>
                </a:cxn>
                <a:cxn ang="f356">
                  <a:pos x="f477" y="f478"/>
                </a:cxn>
                <a:cxn ang="f356">
                  <a:pos x="f479" y="f480"/>
                </a:cxn>
                <a:cxn ang="f356">
                  <a:pos x="f481" y="f482"/>
                </a:cxn>
                <a:cxn ang="f356">
                  <a:pos x="f483" y="f484"/>
                </a:cxn>
                <a:cxn ang="f356">
                  <a:pos x="f485" y="f486"/>
                </a:cxn>
                <a:cxn ang="f356">
                  <a:pos x="f487" y="f488"/>
                </a:cxn>
                <a:cxn ang="f356">
                  <a:pos x="f489" y="f490"/>
                </a:cxn>
                <a:cxn ang="f356">
                  <a:pos x="f491" y="f492"/>
                </a:cxn>
                <a:cxn ang="f356">
                  <a:pos x="f493" y="f494"/>
                </a:cxn>
                <a:cxn ang="f356">
                  <a:pos x="f495" y="f496"/>
                </a:cxn>
                <a:cxn ang="f356">
                  <a:pos x="f497" y="f498"/>
                </a:cxn>
                <a:cxn ang="f356">
                  <a:pos x="f499" y="f500"/>
                </a:cxn>
                <a:cxn ang="f356">
                  <a:pos x="f501" y="f502"/>
                </a:cxn>
                <a:cxn ang="f356">
                  <a:pos x="f503" y="f504"/>
                </a:cxn>
              </a:cxnLst>
              <a:rect l="f429" t="f432" r="f430" b="f431"/>
              <a:pathLst>
                <a:path w="4211600" h="1660822">
                  <a:moveTo>
                    <a:pt x="f6" y="f5"/>
                  </a:moveTo>
                  <a:lnTo>
                    <a:pt x="f6" y="f8"/>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cubicBezTo>
                    <a:pt x="f53" y="f54"/>
                    <a:pt x="f55" y="f56"/>
                    <a:pt x="f57" y="f58"/>
                  </a:cubicBezTo>
                  <a:cubicBezTo>
                    <a:pt x="f59" y="f60"/>
                    <a:pt x="f61" y="f62"/>
                    <a:pt x="f63" y="f64"/>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lnTo>
                    <a:pt x="f101" y="f7"/>
                  </a:lnTo>
                  <a:lnTo>
                    <a:pt x="f5" y="f7"/>
                  </a:lnTo>
                  <a:lnTo>
                    <a:pt x="f102" y="f103"/>
                  </a:lnTo>
                  <a:cubicBezTo>
                    <a:pt x="f104" y="f105"/>
                    <a:pt x="f106" y="f107"/>
                    <a:pt x="f108" y="f109"/>
                  </a:cubicBezTo>
                  <a:cubicBezTo>
                    <a:pt x="f110" y="f111"/>
                    <a:pt x="f112" y="f113"/>
                    <a:pt x="f114" y="f115"/>
                  </a:cubicBezTo>
                  <a:cubicBezTo>
                    <a:pt x="f116" y="f117"/>
                    <a:pt x="f118" y="f119"/>
                    <a:pt x="f120" y="f121"/>
                  </a:cubicBezTo>
                  <a:cubicBezTo>
                    <a:pt x="f122" y="f123"/>
                    <a:pt x="f124" y="f125"/>
                    <a:pt x="f126" y="f127"/>
                  </a:cubicBezTo>
                  <a:cubicBezTo>
                    <a:pt x="f128" y="f129"/>
                    <a:pt x="f130" y="f131"/>
                    <a:pt x="f132" y="f133"/>
                  </a:cubicBezTo>
                  <a:cubicBezTo>
                    <a:pt x="f134" y="f135"/>
                    <a:pt x="f136" y="f137"/>
                    <a:pt x="f138" y="f139"/>
                  </a:cubicBezTo>
                  <a:cubicBezTo>
                    <a:pt x="f140" y="f141"/>
                    <a:pt x="f142" y="f143"/>
                    <a:pt x="f144" y="f145"/>
                  </a:cubicBezTo>
                  <a:cubicBezTo>
                    <a:pt x="f146" y="f147"/>
                    <a:pt x="f148" y="f149"/>
                    <a:pt x="f150" y="f151"/>
                  </a:cubicBezTo>
                  <a:cubicBezTo>
                    <a:pt x="f152" y="f153"/>
                    <a:pt x="f154" y="f155"/>
                    <a:pt x="f156" y="f157"/>
                  </a:cubicBezTo>
                  <a:cubicBezTo>
                    <a:pt x="f158" y="f159"/>
                    <a:pt x="f160" y="f161"/>
                    <a:pt x="f162" y="f163"/>
                  </a:cubicBezTo>
                  <a:cubicBezTo>
                    <a:pt x="f164" y="f165"/>
                    <a:pt x="f166" y="f167"/>
                    <a:pt x="f168" y="f169"/>
                  </a:cubicBezTo>
                  <a:cubicBezTo>
                    <a:pt x="f170" y="f171"/>
                    <a:pt x="f172" y="f173"/>
                    <a:pt x="f174" y="f175"/>
                  </a:cubicBezTo>
                  <a:cubicBezTo>
                    <a:pt x="f176" y="f177"/>
                    <a:pt x="f27" y="f178"/>
                    <a:pt x="f179" y="f180"/>
                  </a:cubicBezTo>
                  <a:cubicBezTo>
                    <a:pt x="f181" y="f182"/>
                    <a:pt x="f183" y="f184"/>
                    <a:pt x="f185" y="f186"/>
                  </a:cubicBezTo>
                  <a:cubicBezTo>
                    <a:pt x="f187" y="f188"/>
                    <a:pt x="f189" y="f190"/>
                    <a:pt x="f191" y="f192"/>
                  </a:cubicBezTo>
                  <a:cubicBezTo>
                    <a:pt x="f193" y="f194"/>
                    <a:pt x="f195" y="f196"/>
                    <a:pt x="f197" y="f198"/>
                  </a:cubicBezTo>
                  <a:close/>
                </a:path>
              </a:pathLst>
            </a:custGeom>
            <a:solidFill>
              <a:srgbClr val="E45221"/>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Segoe UI"/>
              </a:endParaRPr>
            </a:p>
          </p:txBody>
        </p:sp>
      </p:grpSp>
      <p:sp>
        <p:nvSpPr>
          <p:cNvPr id="16" name="Footer Placeholder 42">
            <a:extLst>
              <a:ext uri="{FF2B5EF4-FFF2-40B4-BE49-F238E27FC236}">
                <a16:creationId xmlns:a16="http://schemas.microsoft.com/office/drawing/2014/main" id="{A495C64E-8214-4FF1-A1BD-C79937C7B6EA}"/>
              </a:ext>
            </a:extLst>
          </p:cNvPr>
          <p:cNvSpPr txBox="1">
            <a:spLocks noMove="1" noResize="1"/>
          </p:cNvSpPr>
          <p:nvPr/>
        </p:nvSpPr>
        <p:spPr>
          <a:xfrm>
            <a:off x="4038603" y="6356351"/>
            <a:ext cx="4114800" cy="365129"/>
          </a:xfrm>
          <a:prstGeom prst="rect">
            <a:avLst/>
          </a:prstGeom>
          <a:noFill/>
          <a:ln cap="flat">
            <a:noFill/>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000" b="0" i="0" u="none" strike="noStrike" kern="1200" cap="all" spc="200" baseline="0">
              <a:solidFill>
                <a:srgbClr val="898989"/>
              </a:solidFill>
              <a:uFillTx/>
              <a:latin typeface="Segoe UI Semilight" pitchFamily="34"/>
              <a:cs typeface="Segoe UI Semilight" pitchFamily="34"/>
            </a:endParaRPr>
          </a:p>
        </p:txBody>
      </p:sp>
      <p:grpSp>
        <p:nvGrpSpPr>
          <p:cNvPr id="17" name="Top Left">
            <a:extLst>
              <a:ext uri="{FF2B5EF4-FFF2-40B4-BE49-F238E27FC236}">
                <a16:creationId xmlns:a16="http://schemas.microsoft.com/office/drawing/2014/main" id="{EB965891-FEBA-44DF-9F53-47FE5E179059}"/>
              </a:ext>
            </a:extLst>
          </p:cNvPr>
          <p:cNvGrpSpPr/>
          <p:nvPr/>
        </p:nvGrpSpPr>
        <p:grpSpPr>
          <a:xfrm>
            <a:off x="0" y="-3090"/>
            <a:ext cx="7921776" cy="6887022"/>
            <a:chOff x="0" y="-3090"/>
            <a:chExt cx="7921776" cy="6887022"/>
          </a:xfrm>
        </p:grpSpPr>
        <p:sp>
          <p:nvSpPr>
            <p:cNvPr id="18" name="Freeform: Shape 35">
              <a:extLst>
                <a:ext uri="{FF2B5EF4-FFF2-40B4-BE49-F238E27FC236}">
                  <a16:creationId xmlns:a16="http://schemas.microsoft.com/office/drawing/2014/main" id="{6AE5EE2C-7136-4AA3-A4A5-26175AC8A0A5}"/>
                </a:ext>
              </a:extLst>
            </p:cNvPr>
            <p:cNvSpPr/>
            <p:nvPr/>
          </p:nvSpPr>
          <p:spPr>
            <a:xfrm>
              <a:off x="3470916" y="61392"/>
              <a:ext cx="4450860" cy="6822539"/>
            </a:xfrm>
            <a:custGeom>
              <a:avLst/>
              <a:gdLst>
                <a:gd name="f0" fmla="val 10800000"/>
                <a:gd name="f1" fmla="val 5400000"/>
                <a:gd name="f2" fmla="val 180"/>
                <a:gd name="f3" fmla="val w"/>
                <a:gd name="f4" fmla="val h"/>
                <a:gd name="f5" fmla="val 0"/>
                <a:gd name="f6" fmla="val 2478714"/>
                <a:gd name="f7" fmla="val 3799522"/>
                <a:gd name="f8" fmla="val 545711"/>
                <a:gd name="f9" fmla="val 3799523"/>
                <a:gd name="f10" fmla="val 492847"/>
                <a:gd name="f11" fmla="val 3532346"/>
                <a:gd name="f12" fmla="val 330541"/>
                <a:gd name="f13" fmla="val 3270313"/>
                <a:gd name="f14" fmla="val 280820"/>
                <a:gd name="f15" fmla="val 3178874"/>
                <a:gd name="f16" fmla="val 190047"/>
                <a:gd name="f17" fmla="val 3012281"/>
                <a:gd name="f18" fmla="val 98988"/>
                <a:gd name="f19" fmla="val 2844832"/>
                <a:gd name="f20" fmla="val 43076"/>
                <a:gd name="f21" fmla="val 2663762"/>
                <a:gd name="f22" fmla="val 11072"/>
                <a:gd name="f23" fmla="val 2560130"/>
                <a:gd name="f24" fmla="+- 0 0 7882"/>
                <a:gd name="f25" fmla="val 2452402"/>
                <a:gd name="f26" fmla="val 3167"/>
                <a:gd name="f27" fmla="val 2344769"/>
                <a:gd name="f28" fmla="val 16311"/>
                <a:gd name="f29" fmla="val 2216468"/>
                <a:gd name="f30" fmla="val 71175"/>
                <a:gd name="f31" fmla="val 2097310"/>
                <a:gd name="f32" fmla="val 117943"/>
                <a:gd name="f33" fmla="val 1976723"/>
                <a:gd name="f34" fmla="val 148899"/>
                <a:gd name="f35" fmla="val 1896904"/>
                <a:gd name="f36" fmla="val 177569"/>
                <a:gd name="f37" fmla="val 1815751"/>
                <a:gd name="f38" fmla="val 224242"/>
                <a:gd name="f39" fmla="val 1744123"/>
                <a:gd name="f40" fmla="val 277677"/>
                <a:gd name="f41" fmla="val 1662017"/>
                <a:gd name="f42" fmla="val 352829"/>
                <a:gd name="f43" fmla="val 1593437"/>
                <a:gd name="f44" fmla="val 447222"/>
                <a:gd name="f45" fmla="val 1569244"/>
                <a:gd name="f46" fmla="val 534090"/>
                <a:gd name="f47" fmla="val 1547051"/>
                <a:gd name="f48" fmla="val 624387"/>
                <a:gd name="f49" fmla="val 1565910"/>
                <a:gd name="f50" fmla="val 708588"/>
                <a:gd name="f51" fmla="val 1598295"/>
                <a:gd name="f52" fmla="val 816697"/>
                <a:gd name="f53" fmla="val 1640015"/>
                <a:gd name="f54" fmla="val 915948"/>
                <a:gd name="f55" fmla="val 1701546"/>
                <a:gd name="f56" fmla="val 1024532"/>
                <a:gd name="f57" fmla="val 1741837"/>
                <a:gd name="f58" fmla="val 1188743"/>
                <a:gd name="f59" fmla="val 1802797"/>
                <a:gd name="f60" fmla="val 1367814"/>
                <a:gd name="f61" fmla="val 1811750"/>
                <a:gd name="f62" fmla="val 1538692"/>
                <a:gd name="f63" fmla="val 1773460"/>
                <a:gd name="f64" fmla="val 1653659"/>
                <a:gd name="f65" fmla="val 1747647"/>
                <a:gd name="f66" fmla="val 1761863"/>
                <a:gd name="f67" fmla="val 1699355"/>
                <a:gd name="f68" fmla="val 1869019"/>
                <a:gd name="f69" fmla="val 1650016"/>
                <a:gd name="f70" fmla="val 1956744"/>
                <a:gd name="f71" fmla="val 1609630"/>
                <a:gd name="f72" fmla="val 2044279"/>
                <a:gd name="f73" fmla="val 1568291"/>
                <a:gd name="f74" fmla="val 2124670"/>
                <a:gd name="f75" fmla="val 1515047"/>
                <a:gd name="f76" fmla="val 2208204"/>
                <a:gd name="f77" fmla="val 1459706"/>
                <a:gd name="f78" fmla="val 2282976"/>
                <a:gd name="f79" fmla="val 1391222"/>
                <a:gd name="f80" fmla="val 2334410"/>
                <a:gd name="f81" fmla="val 1305401"/>
                <a:gd name="f82" fmla="val 2401181"/>
                <a:gd name="f83" fmla="val 1194054"/>
                <a:gd name="f84" fmla="val 2423565"/>
                <a:gd name="f85" fmla="val 1063276"/>
                <a:gd name="f86" fmla="val 2430232"/>
                <a:gd name="f87" fmla="val 933164"/>
                <a:gd name="f88" fmla="val 2436423"/>
                <a:gd name="f89" fmla="val 812864"/>
                <a:gd name="f90" fmla="val 2428517"/>
                <a:gd name="f91" fmla="val 692277"/>
                <a:gd name="f92" fmla="val 571786"/>
                <a:gd name="f93" fmla="val 2431470"/>
                <a:gd name="f94" fmla="val 486251"/>
                <a:gd name="f95" fmla="val 2438233"/>
                <a:gd name="f96" fmla="val 400907"/>
                <a:gd name="f97" fmla="val 2445472"/>
                <a:gd name="f98" fmla="val 315659"/>
                <a:gd name="f99" fmla="val 2454426"/>
                <a:gd name="f100" fmla="val 210217"/>
                <a:gd name="f101" fmla="val 2463284"/>
                <a:gd name="f102" fmla="val 104680"/>
                <a:gd name="f103" fmla="+- 0 0 -90"/>
                <a:gd name="f104" fmla="*/ f3 1 2478714"/>
                <a:gd name="f105" fmla="*/ f4 1 3799522"/>
                <a:gd name="f106" fmla="+- f7 0 f5"/>
                <a:gd name="f107" fmla="+- f6 0 f5"/>
                <a:gd name="f108" fmla="*/ f103 f0 1"/>
                <a:gd name="f109" fmla="*/ f107 1 2478714"/>
                <a:gd name="f110" fmla="*/ f106 1 3799522"/>
                <a:gd name="f111" fmla="*/ 545711 f107 1"/>
                <a:gd name="f112" fmla="*/ 3799523 f106 1"/>
                <a:gd name="f113" fmla="*/ 280820 f107 1"/>
                <a:gd name="f114" fmla="*/ 3178874 f106 1"/>
                <a:gd name="f115" fmla="*/ 43076 f107 1"/>
                <a:gd name="f116" fmla="*/ 2663762 f106 1"/>
                <a:gd name="f117" fmla="*/ 3167 f107 1"/>
                <a:gd name="f118" fmla="*/ 2344769 f106 1"/>
                <a:gd name="f119" fmla="*/ 117943 f107 1"/>
                <a:gd name="f120" fmla="*/ 1976723 f106 1"/>
                <a:gd name="f121" fmla="*/ 224242 f107 1"/>
                <a:gd name="f122" fmla="*/ 1744123 f106 1"/>
                <a:gd name="f123" fmla="*/ 447222 f107 1"/>
                <a:gd name="f124" fmla="*/ 1569244 f106 1"/>
                <a:gd name="f125" fmla="*/ 708588 f107 1"/>
                <a:gd name="f126" fmla="*/ 1598295 f106 1"/>
                <a:gd name="f127" fmla="*/ 1024532 f107 1"/>
                <a:gd name="f128" fmla="*/ 1741837 f106 1"/>
                <a:gd name="f129" fmla="*/ 1538692 f107 1"/>
                <a:gd name="f130" fmla="*/ 1773460 f106 1"/>
                <a:gd name="f131" fmla="*/ 1869019 f107 1"/>
                <a:gd name="f132" fmla="*/ 1650016 f106 1"/>
                <a:gd name="f133" fmla="*/ 2124670 f107 1"/>
                <a:gd name="f134" fmla="*/ 1515047 f106 1"/>
                <a:gd name="f135" fmla="*/ 2334410 f107 1"/>
                <a:gd name="f136" fmla="*/ 1305401 f106 1"/>
                <a:gd name="f137" fmla="*/ 2430232 f107 1"/>
                <a:gd name="f138" fmla="*/ 933164 f106 1"/>
                <a:gd name="f139" fmla="*/ 571786 f106 1"/>
                <a:gd name="f140" fmla="*/ 2445472 f107 1"/>
                <a:gd name="f141" fmla="*/ 315659 f106 1"/>
                <a:gd name="f142" fmla="*/ 2478714 f107 1"/>
                <a:gd name="f143" fmla="*/ 0 f106 1"/>
                <a:gd name="f144" fmla="*/ f108 1 f2"/>
                <a:gd name="f145" fmla="*/ f111 1 2478714"/>
                <a:gd name="f146" fmla="*/ f112 1 3799522"/>
                <a:gd name="f147" fmla="*/ f113 1 2478714"/>
                <a:gd name="f148" fmla="*/ f114 1 3799522"/>
                <a:gd name="f149" fmla="*/ f115 1 2478714"/>
                <a:gd name="f150" fmla="*/ f116 1 3799522"/>
                <a:gd name="f151" fmla="*/ f117 1 2478714"/>
                <a:gd name="f152" fmla="*/ f118 1 3799522"/>
                <a:gd name="f153" fmla="*/ f119 1 2478714"/>
                <a:gd name="f154" fmla="*/ f120 1 3799522"/>
                <a:gd name="f155" fmla="*/ f121 1 2478714"/>
                <a:gd name="f156" fmla="*/ f122 1 3799522"/>
                <a:gd name="f157" fmla="*/ f123 1 2478714"/>
                <a:gd name="f158" fmla="*/ f124 1 3799522"/>
                <a:gd name="f159" fmla="*/ f125 1 2478714"/>
                <a:gd name="f160" fmla="*/ f126 1 3799522"/>
                <a:gd name="f161" fmla="*/ f127 1 2478714"/>
                <a:gd name="f162" fmla="*/ f128 1 3799522"/>
                <a:gd name="f163" fmla="*/ f129 1 2478714"/>
                <a:gd name="f164" fmla="*/ f130 1 3799522"/>
                <a:gd name="f165" fmla="*/ f131 1 2478714"/>
                <a:gd name="f166" fmla="*/ f132 1 3799522"/>
                <a:gd name="f167" fmla="*/ f133 1 2478714"/>
                <a:gd name="f168" fmla="*/ f134 1 3799522"/>
                <a:gd name="f169" fmla="*/ f135 1 2478714"/>
                <a:gd name="f170" fmla="*/ f136 1 3799522"/>
                <a:gd name="f171" fmla="*/ f137 1 2478714"/>
                <a:gd name="f172" fmla="*/ f138 1 3799522"/>
                <a:gd name="f173" fmla="*/ f139 1 3799522"/>
                <a:gd name="f174" fmla="*/ f140 1 2478714"/>
                <a:gd name="f175" fmla="*/ f141 1 3799522"/>
                <a:gd name="f176" fmla="*/ f142 1 2478714"/>
                <a:gd name="f177" fmla="*/ f143 1 3799522"/>
                <a:gd name="f178" fmla="*/ f5 1 f109"/>
                <a:gd name="f179" fmla="*/ f6 1 f109"/>
                <a:gd name="f180" fmla="*/ f5 1 f110"/>
                <a:gd name="f181" fmla="*/ f7 1 f110"/>
                <a:gd name="f182" fmla="+- f144 0 f1"/>
                <a:gd name="f183" fmla="*/ f145 1 f109"/>
                <a:gd name="f184" fmla="*/ f146 1 f110"/>
                <a:gd name="f185" fmla="*/ f147 1 f109"/>
                <a:gd name="f186" fmla="*/ f148 1 f110"/>
                <a:gd name="f187" fmla="*/ f149 1 f109"/>
                <a:gd name="f188" fmla="*/ f150 1 f110"/>
                <a:gd name="f189" fmla="*/ f151 1 f109"/>
                <a:gd name="f190" fmla="*/ f152 1 f110"/>
                <a:gd name="f191" fmla="*/ f153 1 f109"/>
                <a:gd name="f192" fmla="*/ f154 1 f110"/>
                <a:gd name="f193" fmla="*/ f155 1 f109"/>
                <a:gd name="f194" fmla="*/ f156 1 f110"/>
                <a:gd name="f195" fmla="*/ f157 1 f109"/>
                <a:gd name="f196" fmla="*/ f158 1 f110"/>
                <a:gd name="f197" fmla="*/ f159 1 f109"/>
                <a:gd name="f198" fmla="*/ f160 1 f110"/>
                <a:gd name="f199" fmla="*/ f161 1 f109"/>
                <a:gd name="f200" fmla="*/ f162 1 f110"/>
                <a:gd name="f201" fmla="*/ f163 1 f109"/>
                <a:gd name="f202" fmla="*/ f164 1 f110"/>
                <a:gd name="f203" fmla="*/ f165 1 f109"/>
                <a:gd name="f204" fmla="*/ f166 1 f110"/>
                <a:gd name="f205" fmla="*/ f167 1 f109"/>
                <a:gd name="f206" fmla="*/ f168 1 f110"/>
                <a:gd name="f207" fmla="*/ f169 1 f109"/>
                <a:gd name="f208" fmla="*/ f170 1 f110"/>
                <a:gd name="f209" fmla="*/ f171 1 f109"/>
                <a:gd name="f210" fmla="*/ f172 1 f110"/>
                <a:gd name="f211" fmla="*/ f173 1 f110"/>
                <a:gd name="f212" fmla="*/ f174 1 f109"/>
                <a:gd name="f213" fmla="*/ f175 1 f110"/>
                <a:gd name="f214" fmla="*/ f176 1 f109"/>
                <a:gd name="f215" fmla="*/ f177 1 f110"/>
                <a:gd name="f216" fmla="*/ f178 f104 1"/>
                <a:gd name="f217" fmla="*/ f179 f104 1"/>
                <a:gd name="f218" fmla="*/ f181 f105 1"/>
                <a:gd name="f219" fmla="*/ f180 f105 1"/>
                <a:gd name="f220" fmla="*/ f183 f104 1"/>
                <a:gd name="f221" fmla="*/ f184 f105 1"/>
                <a:gd name="f222" fmla="*/ f185 f104 1"/>
                <a:gd name="f223" fmla="*/ f186 f105 1"/>
                <a:gd name="f224" fmla="*/ f187 f104 1"/>
                <a:gd name="f225" fmla="*/ f188 f105 1"/>
                <a:gd name="f226" fmla="*/ f189 f104 1"/>
                <a:gd name="f227" fmla="*/ f190 f105 1"/>
                <a:gd name="f228" fmla="*/ f191 f104 1"/>
                <a:gd name="f229" fmla="*/ f192 f105 1"/>
                <a:gd name="f230" fmla="*/ f193 f104 1"/>
                <a:gd name="f231" fmla="*/ f194 f105 1"/>
                <a:gd name="f232" fmla="*/ f195 f104 1"/>
                <a:gd name="f233" fmla="*/ f196 f105 1"/>
                <a:gd name="f234" fmla="*/ f197 f104 1"/>
                <a:gd name="f235" fmla="*/ f198 f105 1"/>
                <a:gd name="f236" fmla="*/ f199 f104 1"/>
                <a:gd name="f237" fmla="*/ f200 f105 1"/>
                <a:gd name="f238" fmla="*/ f201 f104 1"/>
                <a:gd name="f239" fmla="*/ f202 f105 1"/>
                <a:gd name="f240" fmla="*/ f203 f104 1"/>
                <a:gd name="f241" fmla="*/ f204 f105 1"/>
                <a:gd name="f242" fmla="*/ f205 f104 1"/>
                <a:gd name="f243" fmla="*/ f206 f105 1"/>
                <a:gd name="f244" fmla="*/ f207 f104 1"/>
                <a:gd name="f245" fmla="*/ f208 f105 1"/>
                <a:gd name="f246" fmla="*/ f209 f104 1"/>
                <a:gd name="f247" fmla="*/ f210 f105 1"/>
                <a:gd name="f248" fmla="*/ f211 f105 1"/>
                <a:gd name="f249" fmla="*/ f212 f104 1"/>
                <a:gd name="f250" fmla="*/ f213 f105 1"/>
                <a:gd name="f251" fmla="*/ f214 f104 1"/>
                <a:gd name="f252" fmla="*/ f215 f105 1"/>
              </a:gdLst>
              <a:ahLst/>
              <a:cxnLst>
                <a:cxn ang="3cd4">
                  <a:pos x="hc" y="t"/>
                </a:cxn>
                <a:cxn ang="0">
                  <a:pos x="r" y="vc"/>
                </a:cxn>
                <a:cxn ang="cd4">
                  <a:pos x="hc" y="b"/>
                </a:cxn>
                <a:cxn ang="cd2">
                  <a:pos x="l" y="vc"/>
                </a:cxn>
                <a:cxn ang="f182">
                  <a:pos x="f220" y="f221"/>
                </a:cxn>
                <a:cxn ang="f182">
                  <a:pos x="f222" y="f223"/>
                </a:cxn>
                <a:cxn ang="f182">
                  <a:pos x="f224" y="f225"/>
                </a:cxn>
                <a:cxn ang="f182">
                  <a:pos x="f226" y="f227"/>
                </a:cxn>
                <a:cxn ang="f182">
                  <a:pos x="f228" y="f229"/>
                </a:cxn>
                <a:cxn ang="f182">
                  <a:pos x="f230" y="f231"/>
                </a:cxn>
                <a:cxn ang="f182">
                  <a:pos x="f232" y="f233"/>
                </a:cxn>
                <a:cxn ang="f182">
                  <a:pos x="f234" y="f235"/>
                </a:cxn>
                <a:cxn ang="f182">
                  <a:pos x="f236" y="f237"/>
                </a:cxn>
                <a:cxn ang="f182">
                  <a:pos x="f238" y="f239"/>
                </a:cxn>
                <a:cxn ang="f182">
                  <a:pos x="f240" y="f241"/>
                </a:cxn>
                <a:cxn ang="f182">
                  <a:pos x="f242" y="f243"/>
                </a:cxn>
                <a:cxn ang="f182">
                  <a:pos x="f244" y="f245"/>
                </a:cxn>
                <a:cxn ang="f182">
                  <a:pos x="f246" y="f247"/>
                </a:cxn>
                <a:cxn ang="f182">
                  <a:pos x="f246" y="f248"/>
                </a:cxn>
                <a:cxn ang="f182">
                  <a:pos x="f249" y="f250"/>
                </a:cxn>
                <a:cxn ang="f182">
                  <a:pos x="f251" y="f252"/>
                </a:cxn>
              </a:cxnLst>
              <a:rect l="f216" t="f219" r="f217" b="f218"/>
              <a:pathLst>
                <a:path w="2478714" h="3799522">
                  <a:moveTo>
                    <a:pt x="f8" y="f9"/>
                  </a:moveTo>
                  <a:cubicBezTo>
                    <a:pt x="f10" y="f11"/>
                    <a:pt x="f12" y="f13"/>
                    <a:pt x="f14" y="f15"/>
                  </a:cubicBezTo>
                  <a:cubicBezTo>
                    <a:pt x="f16" y="f17"/>
                    <a:pt x="f18" y="f19"/>
                    <a:pt x="f20" y="f21"/>
                  </a:cubicBezTo>
                  <a:cubicBezTo>
                    <a:pt x="f22" y="f23"/>
                    <a:pt x="f24" y="f25"/>
                    <a:pt x="f26" y="f27"/>
                  </a:cubicBezTo>
                  <a:cubicBezTo>
                    <a:pt x="f28" y="f29"/>
                    <a:pt x="f30" y="f31"/>
                    <a:pt x="f32" y="f33"/>
                  </a:cubicBezTo>
                  <a:cubicBezTo>
                    <a:pt x="f34" y="f35"/>
                    <a:pt x="f36" y="f37"/>
                    <a:pt x="f38" y="f39"/>
                  </a:cubicBezTo>
                  <a:cubicBezTo>
                    <a:pt x="f40" y="f41"/>
                    <a:pt x="f42" y="f43"/>
                    <a:pt x="f44" y="f45"/>
                  </a:cubicBezTo>
                  <a:cubicBezTo>
                    <a:pt x="f46" y="f47"/>
                    <a:pt x="f48" y="f49"/>
                    <a:pt x="f50" y="f51"/>
                  </a:cubicBezTo>
                  <a:cubicBezTo>
                    <a:pt x="f52" y="f53"/>
                    <a:pt x="f54" y="f55"/>
                    <a:pt x="f56" y="f57"/>
                  </a:cubicBezTo>
                  <a:cubicBezTo>
                    <a:pt x="f58" y="f59"/>
                    <a:pt x="f60" y="f61"/>
                    <a:pt x="f62" y="f63"/>
                  </a:cubicBezTo>
                  <a:cubicBezTo>
                    <a:pt x="f64" y="f65"/>
                    <a:pt x="f66" y="f67"/>
                    <a:pt x="f68" y="f69"/>
                  </a:cubicBezTo>
                  <a:cubicBezTo>
                    <a:pt x="f70" y="f71"/>
                    <a:pt x="f72" y="f73"/>
                    <a:pt x="f74" y="f75"/>
                  </a:cubicBezTo>
                  <a:cubicBezTo>
                    <a:pt x="f76" y="f77"/>
                    <a:pt x="f78" y="f79"/>
                    <a:pt x="f80" y="f81"/>
                  </a:cubicBezTo>
                  <a:cubicBezTo>
                    <a:pt x="f82" y="f83"/>
                    <a:pt x="f84" y="f85"/>
                    <a:pt x="f86" y="f87"/>
                  </a:cubicBezTo>
                  <a:cubicBezTo>
                    <a:pt x="f88" y="f89"/>
                    <a:pt x="f90" y="f91"/>
                    <a:pt x="f86" y="f92"/>
                  </a:cubicBezTo>
                  <a:cubicBezTo>
                    <a:pt x="f93" y="f94"/>
                    <a:pt x="f95" y="f96"/>
                    <a:pt x="f97" y="f98"/>
                  </a:cubicBezTo>
                  <a:cubicBezTo>
                    <a:pt x="f99" y="f100"/>
                    <a:pt x="f101" y="f102"/>
                    <a:pt x="f6" y="f5"/>
                  </a:cubicBezTo>
                </a:path>
              </a:pathLst>
            </a:custGeom>
            <a:noFill/>
            <a:ln w="9528" cap="rnd">
              <a:solidFill>
                <a:srgbClr val="F3F0E9">
                  <a:alpha val="2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9" name="Freeform: Shape 36">
              <a:extLst>
                <a:ext uri="{FF2B5EF4-FFF2-40B4-BE49-F238E27FC236}">
                  <a16:creationId xmlns:a16="http://schemas.microsoft.com/office/drawing/2014/main" id="{2D630965-42EB-461F-835D-1C32B8B8349E}"/>
                </a:ext>
              </a:extLst>
            </p:cNvPr>
            <p:cNvSpPr/>
            <p:nvPr/>
          </p:nvSpPr>
          <p:spPr>
            <a:xfrm>
              <a:off x="17273" y="1582561"/>
              <a:ext cx="4133883" cy="5301371"/>
            </a:xfrm>
            <a:custGeom>
              <a:avLst/>
              <a:gdLst>
                <a:gd name="f0" fmla="val 10800000"/>
                <a:gd name="f1" fmla="val 5400000"/>
                <a:gd name="f2" fmla="val 180"/>
                <a:gd name="f3" fmla="val w"/>
                <a:gd name="f4" fmla="val h"/>
                <a:gd name="f5" fmla="val 0"/>
                <a:gd name="f6" fmla="val 2302192"/>
                <a:gd name="f7" fmla="val 2952373"/>
                <a:gd name="f8" fmla="val 2302193"/>
                <a:gd name="f9" fmla="val 2141125"/>
                <a:gd name="f10" fmla="val 2809308"/>
                <a:gd name="f11" fmla="val 2070068"/>
                <a:gd name="f12" fmla="val 2504603"/>
                <a:gd name="f13" fmla="val 2022729"/>
                <a:gd name="f14" fmla="val 2442309"/>
                <a:gd name="f15" fmla="val 1884140"/>
                <a:gd name="f16" fmla="val 2259810"/>
                <a:gd name="f17" fmla="val 1887760"/>
                <a:gd name="f18" fmla="val 2160274"/>
                <a:gd name="f19" fmla="val 1834039"/>
                <a:gd name="f20" fmla="val 1937199"/>
                <a:gd name="f21" fmla="val 1808131"/>
                <a:gd name="f22" fmla="val 1829376"/>
                <a:gd name="f23" fmla="val 1789367"/>
                <a:gd name="f24" fmla="val 1719838"/>
                <a:gd name="f25" fmla="val 1789748"/>
                <a:gd name="f26" fmla="val 1609063"/>
                <a:gd name="f27" fmla="val 1790224"/>
                <a:gd name="f28" fmla="val 1464092"/>
                <a:gd name="f29" fmla="val 1822418"/>
                <a:gd name="f30" fmla="val 1321122"/>
                <a:gd name="f31" fmla="val 1870139"/>
                <a:gd name="f32" fmla="val 1183962"/>
                <a:gd name="f33" fmla="val 1921288"/>
                <a:gd name="f34" fmla="val 1036896"/>
                <a:gd name="f35" fmla="val 1991868"/>
                <a:gd name="f36" fmla="val 896307"/>
                <a:gd name="f37" fmla="val 2021110"/>
                <a:gd name="f38" fmla="val 743621"/>
                <a:gd name="f39" fmla="val 2046637"/>
                <a:gd name="f40" fmla="val 610842"/>
                <a:gd name="f41" fmla="val 2036921"/>
                <a:gd name="f42" fmla="val 474730"/>
                <a:gd name="f43" fmla="val 2010061"/>
                <a:gd name="f44" fmla="val 342047"/>
                <a:gd name="f45" fmla="val 1988058"/>
                <a:gd name="f46" fmla="val 233367"/>
                <a:gd name="f47" fmla="val 1954340"/>
                <a:gd name="f48" fmla="val 122210"/>
                <a:gd name="f49" fmla="val 1867376"/>
                <a:gd name="f50" fmla="val 55440"/>
                <a:gd name="f51" fmla="val 1806512"/>
                <a:gd name="f52" fmla="val 8767"/>
                <a:gd name="f53" fmla="val 1728883"/>
                <a:gd name="f54" fmla="+- 0 0 7140"/>
                <a:gd name="f55" fmla="val 1652683"/>
                <a:gd name="f56" fmla="val 2862"/>
                <a:gd name="f57" fmla="val 1508474"/>
                <a:gd name="f58" fmla="val 21816"/>
                <a:gd name="f59" fmla="val 1395984"/>
                <a:gd name="f60" fmla="val 127068"/>
                <a:gd name="f61" fmla="val 1295305"/>
                <a:gd name="f62" fmla="val 234129"/>
                <a:gd name="f63" fmla="val 1109377"/>
                <a:gd name="f64" fmla="val 431772"/>
                <a:gd name="f65" fmla="val 953453"/>
                <a:gd name="f66" fmla="val 654657"/>
                <a:gd name="f67" fmla="val 812101"/>
                <a:gd name="f68" fmla="val 886401"/>
                <a:gd name="f69" fmla="val 763619"/>
                <a:gd name="f70" fmla="val 965934"/>
                <a:gd name="f71" fmla="val 716566"/>
                <a:gd name="f72" fmla="val 1046230"/>
                <a:gd name="f73" fmla="val 668846"/>
                <a:gd name="f74" fmla="val 1126145"/>
                <a:gd name="f75" fmla="val 612839"/>
                <a:gd name="f76" fmla="val 1219871"/>
                <a:gd name="f77" fmla="val 555308"/>
                <a:gd name="f78" fmla="val 1312644"/>
                <a:gd name="f79" fmla="val 498443"/>
                <a:gd name="f80" fmla="val 1405799"/>
                <a:gd name="f81" fmla="val 451676"/>
                <a:gd name="f82" fmla="val 1482475"/>
                <a:gd name="f83" fmla="val 405289"/>
                <a:gd name="f84" fmla="val 1559342"/>
                <a:gd name="f85" fmla="val 355759"/>
                <a:gd name="f86" fmla="val 1634304"/>
                <a:gd name="f87" fmla="val 293275"/>
                <a:gd name="f88" fmla="val 1728887"/>
                <a:gd name="f89" fmla="val 225362"/>
                <a:gd name="f90" fmla="val 1819946"/>
                <a:gd name="f91" fmla="val 161449"/>
                <a:gd name="f92" fmla="val 1913576"/>
                <a:gd name="f93" fmla="val 86487"/>
                <a:gd name="f94" fmla="val 2023495"/>
                <a:gd name="f95" fmla="val 2189802"/>
                <a:gd name="f96" fmla="+- 0 0 -90"/>
                <a:gd name="f97" fmla="*/ f3 1 2302192"/>
                <a:gd name="f98" fmla="*/ f4 1 2952373"/>
                <a:gd name="f99" fmla="+- f7 0 f5"/>
                <a:gd name="f100" fmla="+- f6 0 f5"/>
                <a:gd name="f101" fmla="*/ f96 f0 1"/>
                <a:gd name="f102" fmla="*/ f100 1 2302192"/>
                <a:gd name="f103" fmla="*/ f99 1 2952373"/>
                <a:gd name="f104" fmla="*/ 2302193 f100 1"/>
                <a:gd name="f105" fmla="*/ 2952373 f99 1"/>
                <a:gd name="f106" fmla="*/ 2022729 f100 1"/>
                <a:gd name="f107" fmla="*/ 2442309 f99 1"/>
                <a:gd name="f108" fmla="*/ 1834039 f100 1"/>
                <a:gd name="f109" fmla="*/ 1937199 f99 1"/>
                <a:gd name="f110" fmla="*/ 1789748 f100 1"/>
                <a:gd name="f111" fmla="*/ 1609063 f99 1"/>
                <a:gd name="f112" fmla="*/ 1870139 f100 1"/>
                <a:gd name="f113" fmla="*/ 1183962 f99 1"/>
                <a:gd name="f114" fmla="*/ 2021110 f100 1"/>
                <a:gd name="f115" fmla="*/ 743621 f99 1"/>
                <a:gd name="f116" fmla="*/ 2010061 f100 1"/>
                <a:gd name="f117" fmla="*/ 342047 f99 1"/>
                <a:gd name="f118" fmla="*/ 1867376 f100 1"/>
                <a:gd name="f119" fmla="*/ 55440 f99 1"/>
                <a:gd name="f120" fmla="*/ 1652683 f100 1"/>
                <a:gd name="f121" fmla="*/ 2862 f99 1"/>
                <a:gd name="f122" fmla="*/ 1295305 f100 1"/>
                <a:gd name="f123" fmla="*/ 234129 f99 1"/>
                <a:gd name="f124" fmla="*/ 812101 f100 1"/>
                <a:gd name="f125" fmla="*/ 886401 f99 1"/>
                <a:gd name="f126" fmla="*/ 668846 f100 1"/>
                <a:gd name="f127" fmla="*/ 1126145 f99 1"/>
                <a:gd name="f128" fmla="*/ 498443 f100 1"/>
                <a:gd name="f129" fmla="*/ 1405799 f99 1"/>
                <a:gd name="f130" fmla="*/ 355759 f100 1"/>
                <a:gd name="f131" fmla="*/ 1634304 f99 1"/>
                <a:gd name="f132" fmla="*/ 161449 f100 1"/>
                <a:gd name="f133" fmla="*/ 1913576 f99 1"/>
                <a:gd name="f134" fmla="*/ 0 f100 1"/>
                <a:gd name="f135" fmla="*/ 2189802 f99 1"/>
                <a:gd name="f136" fmla="*/ f101 1 f2"/>
                <a:gd name="f137" fmla="*/ f104 1 2302192"/>
                <a:gd name="f138" fmla="*/ f105 1 2952373"/>
                <a:gd name="f139" fmla="*/ f106 1 2302192"/>
                <a:gd name="f140" fmla="*/ f107 1 2952373"/>
                <a:gd name="f141" fmla="*/ f108 1 2302192"/>
                <a:gd name="f142" fmla="*/ f109 1 2952373"/>
                <a:gd name="f143" fmla="*/ f110 1 2302192"/>
                <a:gd name="f144" fmla="*/ f111 1 2952373"/>
                <a:gd name="f145" fmla="*/ f112 1 2302192"/>
                <a:gd name="f146" fmla="*/ f113 1 2952373"/>
                <a:gd name="f147" fmla="*/ f114 1 2302192"/>
                <a:gd name="f148" fmla="*/ f115 1 2952373"/>
                <a:gd name="f149" fmla="*/ f116 1 2302192"/>
                <a:gd name="f150" fmla="*/ f117 1 2952373"/>
                <a:gd name="f151" fmla="*/ f118 1 2302192"/>
                <a:gd name="f152" fmla="*/ f119 1 2952373"/>
                <a:gd name="f153" fmla="*/ f120 1 2302192"/>
                <a:gd name="f154" fmla="*/ f121 1 2952373"/>
                <a:gd name="f155" fmla="*/ f122 1 2302192"/>
                <a:gd name="f156" fmla="*/ f123 1 2952373"/>
                <a:gd name="f157" fmla="*/ f124 1 2302192"/>
                <a:gd name="f158" fmla="*/ f125 1 2952373"/>
                <a:gd name="f159" fmla="*/ f126 1 2302192"/>
                <a:gd name="f160" fmla="*/ f127 1 2952373"/>
                <a:gd name="f161" fmla="*/ f128 1 2302192"/>
                <a:gd name="f162" fmla="*/ f129 1 2952373"/>
                <a:gd name="f163" fmla="*/ f130 1 2302192"/>
                <a:gd name="f164" fmla="*/ f131 1 2952373"/>
                <a:gd name="f165" fmla="*/ f132 1 2302192"/>
                <a:gd name="f166" fmla="*/ f133 1 2952373"/>
                <a:gd name="f167" fmla="*/ f134 1 2302192"/>
                <a:gd name="f168" fmla="*/ f135 1 2952373"/>
                <a:gd name="f169" fmla="*/ f5 1 f102"/>
                <a:gd name="f170" fmla="*/ f6 1 f102"/>
                <a:gd name="f171" fmla="*/ f5 1 f103"/>
                <a:gd name="f172" fmla="*/ f7 1 f103"/>
                <a:gd name="f173" fmla="+- f136 0 f1"/>
                <a:gd name="f174" fmla="*/ f137 1 f102"/>
                <a:gd name="f175" fmla="*/ f138 1 f103"/>
                <a:gd name="f176" fmla="*/ f139 1 f102"/>
                <a:gd name="f177" fmla="*/ f140 1 f103"/>
                <a:gd name="f178" fmla="*/ f141 1 f102"/>
                <a:gd name="f179" fmla="*/ f142 1 f103"/>
                <a:gd name="f180" fmla="*/ f143 1 f102"/>
                <a:gd name="f181" fmla="*/ f144 1 f103"/>
                <a:gd name="f182" fmla="*/ f145 1 f102"/>
                <a:gd name="f183" fmla="*/ f146 1 f103"/>
                <a:gd name="f184" fmla="*/ f147 1 f102"/>
                <a:gd name="f185" fmla="*/ f148 1 f103"/>
                <a:gd name="f186" fmla="*/ f149 1 f102"/>
                <a:gd name="f187" fmla="*/ f150 1 f103"/>
                <a:gd name="f188" fmla="*/ f151 1 f102"/>
                <a:gd name="f189" fmla="*/ f152 1 f103"/>
                <a:gd name="f190" fmla="*/ f153 1 f102"/>
                <a:gd name="f191" fmla="*/ f154 1 f103"/>
                <a:gd name="f192" fmla="*/ f155 1 f102"/>
                <a:gd name="f193" fmla="*/ f156 1 f103"/>
                <a:gd name="f194" fmla="*/ f157 1 f102"/>
                <a:gd name="f195" fmla="*/ f158 1 f103"/>
                <a:gd name="f196" fmla="*/ f159 1 f102"/>
                <a:gd name="f197" fmla="*/ f160 1 f103"/>
                <a:gd name="f198" fmla="*/ f161 1 f102"/>
                <a:gd name="f199" fmla="*/ f162 1 f103"/>
                <a:gd name="f200" fmla="*/ f163 1 f102"/>
                <a:gd name="f201" fmla="*/ f164 1 f103"/>
                <a:gd name="f202" fmla="*/ f165 1 f102"/>
                <a:gd name="f203" fmla="*/ f166 1 f103"/>
                <a:gd name="f204" fmla="*/ f167 1 f102"/>
                <a:gd name="f205" fmla="*/ f168 1 f103"/>
                <a:gd name="f206" fmla="*/ f169 f97 1"/>
                <a:gd name="f207" fmla="*/ f170 f97 1"/>
                <a:gd name="f208" fmla="*/ f172 f98 1"/>
                <a:gd name="f209" fmla="*/ f171 f98 1"/>
                <a:gd name="f210" fmla="*/ f174 f97 1"/>
                <a:gd name="f211" fmla="*/ f175 f98 1"/>
                <a:gd name="f212" fmla="*/ f176 f97 1"/>
                <a:gd name="f213" fmla="*/ f177 f98 1"/>
                <a:gd name="f214" fmla="*/ f178 f97 1"/>
                <a:gd name="f215" fmla="*/ f179 f98 1"/>
                <a:gd name="f216" fmla="*/ f180 f97 1"/>
                <a:gd name="f217" fmla="*/ f181 f98 1"/>
                <a:gd name="f218" fmla="*/ f182 f97 1"/>
                <a:gd name="f219" fmla="*/ f183 f98 1"/>
                <a:gd name="f220" fmla="*/ f184 f97 1"/>
                <a:gd name="f221" fmla="*/ f185 f98 1"/>
                <a:gd name="f222" fmla="*/ f186 f97 1"/>
                <a:gd name="f223" fmla="*/ f187 f98 1"/>
                <a:gd name="f224" fmla="*/ f188 f97 1"/>
                <a:gd name="f225" fmla="*/ f189 f98 1"/>
                <a:gd name="f226" fmla="*/ f190 f97 1"/>
                <a:gd name="f227" fmla="*/ f191 f98 1"/>
                <a:gd name="f228" fmla="*/ f192 f97 1"/>
                <a:gd name="f229" fmla="*/ f193 f98 1"/>
                <a:gd name="f230" fmla="*/ f194 f97 1"/>
                <a:gd name="f231" fmla="*/ f195 f98 1"/>
                <a:gd name="f232" fmla="*/ f196 f97 1"/>
                <a:gd name="f233" fmla="*/ f197 f98 1"/>
                <a:gd name="f234" fmla="*/ f198 f97 1"/>
                <a:gd name="f235" fmla="*/ f199 f98 1"/>
                <a:gd name="f236" fmla="*/ f200 f97 1"/>
                <a:gd name="f237" fmla="*/ f201 f98 1"/>
                <a:gd name="f238" fmla="*/ f202 f97 1"/>
                <a:gd name="f239" fmla="*/ f203 f98 1"/>
                <a:gd name="f240" fmla="*/ f204 f97 1"/>
                <a:gd name="f241" fmla="*/ f205 f98 1"/>
              </a:gdLst>
              <a:ahLst/>
              <a:cxnLst>
                <a:cxn ang="3cd4">
                  <a:pos x="hc" y="t"/>
                </a:cxn>
                <a:cxn ang="0">
                  <a:pos x="r" y="vc"/>
                </a:cxn>
                <a:cxn ang="cd4">
                  <a:pos x="hc" y="b"/>
                </a:cxn>
                <a:cxn ang="cd2">
                  <a:pos x="l" y="vc"/>
                </a:cxn>
                <a:cxn ang="f173">
                  <a:pos x="f210" y="f211"/>
                </a:cxn>
                <a:cxn ang="f173">
                  <a:pos x="f212" y="f213"/>
                </a:cxn>
                <a:cxn ang="f173">
                  <a:pos x="f214" y="f215"/>
                </a:cxn>
                <a:cxn ang="f173">
                  <a:pos x="f216" y="f217"/>
                </a:cxn>
                <a:cxn ang="f173">
                  <a:pos x="f218" y="f219"/>
                </a:cxn>
                <a:cxn ang="f173">
                  <a:pos x="f220" y="f221"/>
                </a:cxn>
                <a:cxn ang="f173">
                  <a:pos x="f222" y="f223"/>
                </a:cxn>
                <a:cxn ang="f173">
                  <a:pos x="f224" y="f225"/>
                </a:cxn>
                <a:cxn ang="f173">
                  <a:pos x="f226" y="f227"/>
                </a:cxn>
                <a:cxn ang="f173">
                  <a:pos x="f228" y="f229"/>
                </a:cxn>
                <a:cxn ang="f173">
                  <a:pos x="f230" y="f231"/>
                </a:cxn>
                <a:cxn ang="f173">
                  <a:pos x="f232" y="f233"/>
                </a:cxn>
                <a:cxn ang="f173">
                  <a:pos x="f234" y="f235"/>
                </a:cxn>
                <a:cxn ang="f173">
                  <a:pos x="f236" y="f237"/>
                </a:cxn>
                <a:cxn ang="f173">
                  <a:pos x="f238" y="f239"/>
                </a:cxn>
                <a:cxn ang="f173">
                  <a:pos x="f240" y="f241"/>
                </a:cxn>
              </a:cxnLst>
              <a:rect l="f206" t="f209" r="f207" b="f208"/>
              <a:pathLst>
                <a:path w="2302192" h="2952373">
                  <a:moveTo>
                    <a:pt x="f8" y="f7"/>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cubicBezTo>
                    <a:pt x="f63" y="f64"/>
                    <a:pt x="f65" y="f66"/>
                    <a:pt x="f67" y="f68"/>
                  </a:cubicBezTo>
                  <a:cubicBezTo>
                    <a:pt x="f69" y="f70"/>
                    <a:pt x="f71" y="f72"/>
                    <a:pt x="f73" y="f74"/>
                  </a:cubicBezTo>
                  <a:cubicBezTo>
                    <a:pt x="f75" y="f76"/>
                    <a:pt x="f77" y="f78"/>
                    <a:pt x="f79" y="f80"/>
                  </a:cubicBezTo>
                  <a:cubicBezTo>
                    <a:pt x="f81" y="f82"/>
                    <a:pt x="f83" y="f84"/>
                    <a:pt x="f85" y="f86"/>
                  </a:cubicBezTo>
                  <a:cubicBezTo>
                    <a:pt x="f87" y="f88"/>
                    <a:pt x="f89" y="f90"/>
                    <a:pt x="f91" y="f92"/>
                  </a:cubicBezTo>
                  <a:cubicBezTo>
                    <a:pt x="f93" y="f94"/>
                    <a:pt x="f5" y="f95"/>
                    <a:pt x="f5" y="f95"/>
                  </a:cubicBezTo>
                </a:path>
              </a:pathLst>
            </a:custGeom>
            <a:noFill/>
            <a:ln w="9528" cap="rnd">
              <a:solidFill>
                <a:srgbClr val="F3F0E9">
                  <a:alpha val="2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nvGrpSpPr>
            <p:cNvPr id="20" name="Graphic 3">
              <a:extLst>
                <a:ext uri="{FF2B5EF4-FFF2-40B4-BE49-F238E27FC236}">
                  <a16:creationId xmlns:a16="http://schemas.microsoft.com/office/drawing/2014/main" id="{5F56A444-ACAF-43F1-B29A-A7B8F117BA06}"/>
                </a:ext>
              </a:extLst>
            </p:cNvPr>
            <p:cNvGrpSpPr/>
            <p:nvPr/>
          </p:nvGrpSpPr>
          <p:grpSpPr>
            <a:xfrm>
              <a:off x="0" y="-3090"/>
              <a:ext cx="3435043" cy="6852814"/>
              <a:chOff x="0" y="-3090"/>
              <a:chExt cx="3435043" cy="6852814"/>
            </a:xfrm>
          </p:grpSpPr>
          <p:sp>
            <p:nvSpPr>
              <p:cNvPr id="21" name="Freeform: Shape 48">
                <a:extLst>
                  <a:ext uri="{FF2B5EF4-FFF2-40B4-BE49-F238E27FC236}">
                    <a16:creationId xmlns:a16="http://schemas.microsoft.com/office/drawing/2014/main" id="{D82D67F9-A9A9-4FDB-B29D-9645C5B03AD7}"/>
                  </a:ext>
                </a:extLst>
              </p:cNvPr>
              <p:cNvSpPr/>
              <p:nvPr/>
            </p:nvSpPr>
            <p:spPr>
              <a:xfrm>
                <a:off x="0" y="-3090"/>
                <a:ext cx="17099" cy="17099"/>
              </a:xfrm>
              <a:custGeom>
                <a:avLst/>
                <a:gdLst>
                  <a:gd name="f0" fmla="val w"/>
                  <a:gd name="f1" fmla="val h"/>
                  <a:gd name="f2" fmla="val 0"/>
                  <a:gd name="f3" fmla="val 9525"/>
                  <a:gd name="f4" fmla="*/ f0 1 9525"/>
                  <a:gd name="f5" fmla="*/ f1 1 9525"/>
                  <a:gd name="f6" fmla="+- f3 0 f2"/>
                  <a:gd name="f7" fmla="*/ f6 1 9525"/>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9525" h="9525"/>
                </a:pathLst>
              </a:custGeom>
              <a:noFill/>
              <a:ln w="9528" cap="rnd">
                <a:solidFill>
                  <a:srgbClr val="F3F0E9">
                    <a:alpha val="2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2" name="Freeform: Shape 49">
                <a:extLst>
                  <a:ext uri="{FF2B5EF4-FFF2-40B4-BE49-F238E27FC236}">
                    <a16:creationId xmlns:a16="http://schemas.microsoft.com/office/drawing/2014/main" id="{4CD0EE68-94CB-4BAF-A239-F3447A190CD0}"/>
                  </a:ext>
                </a:extLst>
              </p:cNvPr>
              <p:cNvSpPr/>
              <p:nvPr/>
            </p:nvSpPr>
            <p:spPr>
              <a:xfrm>
                <a:off x="0" y="-3090"/>
                <a:ext cx="17099" cy="17099"/>
              </a:xfrm>
              <a:custGeom>
                <a:avLst/>
                <a:gdLst>
                  <a:gd name="f0" fmla="val w"/>
                  <a:gd name="f1" fmla="val h"/>
                  <a:gd name="f2" fmla="val 0"/>
                  <a:gd name="f3" fmla="val 9525"/>
                  <a:gd name="f4" fmla="*/ f0 1 9525"/>
                  <a:gd name="f5" fmla="*/ f1 1 9525"/>
                  <a:gd name="f6" fmla="+- f3 0 f2"/>
                  <a:gd name="f7" fmla="*/ f6 1 9525"/>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9525" h="9525"/>
                </a:pathLst>
              </a:custGeom>
              <a:noFill/>
              <a:ln w="9528" cap="rnd">
                <a:solidFill>
                  <a:srgbClr val="F3F0E9">
                    <a:alpha val="2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3" name="Freeform: Shape 50">
                <a:extLst>
                  <a:ext uri="{FF2B5EF4-FFF2-40B4-BE49-F238E27FC236}">
                    <a16:creationId xmlns:a16="http://schemas.microsoft.com/office/drawing/2014/main" id="{24B0CA4B-E8A3-4414-A00B-8A688B73E111}"/>
                  </a:ext>
                </a:extLst>
              </p:cNvPr>
              <p:cNvSpPr/>
              <p:nvPr/>
            </p:nvSpPr>
            <p:spPr>
              <a:xfrm>
                <a:off x="16934" y="3518318"/>
                <a:ext cx="2880725" cy="3317379"/>
              </a:xfrm>
              <a:custGeom>
                <a:avLst/>
                <a:gdLst>
                  <a:gd name="f0" fmla="val 10800000"/>
                  <a:gd name="f1" fmla="val 5400000"/>
                  <a:gd name="f2" fmla="val 180"/>
                  <a:gd name="f3" fmla="val w"/>
                  <a:gd name="f4" fmla="val h"/>
                  <a:gd name="f5" fmla="val 0"/>
                  <a:gd name="f6" fmla="val 1604295"/>
                  <a:gd name="f7" fmla="val 1847472"/>
                  <a:gd name="f8" fmla="val 1604296"/>
                  <a:gd name="f9" fmla="val 1573721"/>
                  <a:gd name="f10" fmla="val 1753270"/>
                  <a:gd name="f11" fmla="val 1548479"/>
                  <a:gd name="f12" fmla="val 1638399"/>
                  <a:gd name="f13" fmla="val 1517809"/>
                  <a:gd name="f14" fmla="val 1544292"/>
                  <a:gd name="f15" fmla="val 1478471"/>
                  <a:gd name="f16" fmla="val 1423515"/>
                  <a:gd name="f17" fmla="val 1432846"/>
                  <a:gd name="f18" fmla="val 1304929"/>
                  <a:gd name="f19" fmla="val 1394841"/>
                  <a:gd name="f20" fmla="val 1183771"/>
                  <a:gd name="f21" fmla="val 1345025"/>
                  <a:gd name="f22" fmla="val 1024893"/>
                  <a:gd name="f23" fmla="val 1305497"/>
                  <a:gd name="f24" fmla="val 860778"/>
                  <a:gd name="f25" fmla="val 1318355"/>
                  <a:gd name="f26" fmla="val 695233"/>
                  <a:gd name="f27" fmla="val 1326071"/>
                  <a:gd name="f28" fmla="val 595316"/>
                  <a:gd name="f29" fmla="val 1353312"/>
                  <a:gd name="f30" fmla="val 497780"/>
                  <a:gd name="f31" fmla="val 1359884"/>
                  <a:gd name="f32" fmla="val 397863"/>
                  <a:gd name="f33" fmla="val 1363409"/>
                  <a:gd name="f34" fmla="val 344237"/>
                  <a:gd name="f35" fmla="val 1359503"/>
                  <a:gd name="f36" fmla="val 290421"/>
                  <a:gd name="f37" fmla="val 236700"/>
                  <a:gd name="f38" fmla="val 1360265"/>
                  <a:gd name="f39" fmla="val 179740"/>
                  <a:gd name="f40" fmla="val 1366076"/>
                  <a:gd name="f41" fmla="val 122114"/>
                  <a:gd name="f42" fmla="val 1351598"/>
                  <a:gd name="f43" fmla="val 67250"/>
                  <a:gd name="f44" fmla="val 1345692"/>
                  <a:gd name="f45" fmla="val 44866"/>
                  <a:gd name="f46" fmla="val 1335691"/>
                  <a:gd name="f47" fmla="val 23530"/>
                  <a:gd name="f48" fmla="val 1316641"/>
                  <a:gd name="f49" fmla="val 10767"/>
                  <a:gd name="f50" fmla="val 1279874"/>
                  <a:gd name="f51" fmla="+- 0 0 13998"/>
                  <a:gd name="f52" fmla="val 1233202"/>
                  <a:gd name="f53" fmla="val 8290"/>
                  <a:gd name="f54" fmla="val 1195292"/>
                  <a:gd name="f55" fmla="val 34008"/>
                  <a:gd name="f56" fmla="val 1114330"/>
                  <a:gd name="f57" fmla="val 89062"/>
                  <a:gd name="f58" fmla="val 1060990"/>
                  <a:gd name="f59" fmla="val 173644"/>
                  <a:gd name="f60" fmla="val 1005745"/>
                  <a:gd name="f61" fmla="val 254988"/>
                  <a:gd name="f62" fmla="val 928688"/>
                  <a:gd name="f63" fmla="val 368526"/>
                  <a:gd name="f64" fmla="val 847058"/>
                  <a:gd name="f65" fmla="val 478825"/>
                  <a:gd name="f66" fmla="val 763048"/>
                  <a:gd name="f67" fmla="val 587315"/>
                  <a:gd name="f68" fmla="val 691991"/>
                  <a:gd name="f69" fmla="val 679041"/>
                  <a:gd name="f70" fmla="val 621697"/>
                  <a:gd name="f71" fmla="val 771338"/>
                  <a:gd name="f72" fmla="val 548640"/>
                  <a:gd name="f73" fmla="val 861444"/>
                  <a:gd name="f74" fmla="val 425672"/>
                  <a:gd name="f75" fmla="val 1012987"/>
                  <a:gd name="f76" fmla="val 453866"/>
                  <a:gd name="f77" fmla="val 995747"/>
                  <a:gd name="f78" fmla="val 328803"/>
                  <a:gd name="f79" fmla="val 1145480"/>
                  <a:gd name="f80" fmla="val 294418"/>
                  <a:gd name="f81" fmla="val 1186628"/>
                  <a:gd name="f82" fmla="val 21146"/>
                  <a:gd name="f83" fmla="val 1558103"/>
                  <a:gd name="f84" fmla="val 1607157"/>
                  <a:gd name="f85" fmla="+- 0 0 -90"/>
                  <a:gd name="f86" fmla="*/ f3 1 1604295"/>
                  <a:gd name="f87" fmla="*/ f4 1 1847472"/>
                  <a:gd name="f88" fmla="+- f7 0 f5"/>
                  <a:gd name="f89" fmla="+- f6 0 f5"/>
                  <a:gd name="f90" fmla="*/ f85 f0 1"/>
                  <a:gd name="f91" fmla="*/ f89 1 1604295"/>
                  <a:gd name="f92" fmla="*/ f88 1 1847472"/>
                  <a:gd name="f93" fmla="*/ 1604296 f89 1"/>
                  <a:gd name="f94" fmla="*/ 1847472 f88 1"/>
                  <a:gd name="f95" fmla="*/ 1517809 f89 1"/>
                  <a:gd name="f96" fmla="*/ 1544292 f88 1"/>
                  <a:gd name="f97" fmla="*/ 1394841 f89 1"/>
                  <a:gd name="f98" fmla="*/ 1183771 f88 1"/>
                  <a:gd name="f99" fmla="*/ 1318355 f89 1"/>
                  <a:gd name="f100" fmla="*/ 695233 f88 1"/>
                  <a:gd name="f101" fmla="*/ 1359884 f89 1"/>
                  <a:gd name="f102" fmla="*/ 397863 f88 1"/>
                  <a:gd name="f103" fmla="*/ 236700 f88 1"/>
                  <a:gd name="f104" fmla="*/ 1351598 f89 1"/>
                  <a:gd name="f105" fmla="*/ 67250 f88 1"/>
                  <a:gd name="f106" fmla="*/ 1316641 f89 1"/>
                  <a:gd name="f107" fmla="*/ 10767 f88 1"/>
                  <a:gd name="f108" fmla="*/ 1195292 f89 1"/>
                  <a:gd name="f109" fmla="*/ 34008 f88 1"/>
                  <a:gd name="f110" fmla="*/ 1005745 f89 1"/>
                  <a:gd name="f111" fmla="*/ 254988 f88 1"/>
                  <a:gd name="f112" fmla="*/ 763048 f89 1"/>
                  <a:gd name="f113" fmla="*/ 587315 f88 1"/>
                  <a:gd name="f114" fmla="*/ 548640 f89 1"/>
                  <a:gd name="f115" fmla="*/ 861444 f88 1"/>
                  <a:gd name="f116" fmla="*/ 328803 f89 1"/>
                  <a:gd name="f117" fmla="*/ 1145480 f88 1"/>
                  <a:gd name="f118" fmla="*/ 0 f89 1"/>
                  <a:gd name="f119" fmla="*/ 1607157 f88 1"/>
                  <a:gd name="f120" fmla="*/ f90 1 f2"/>
                  <a:gd name="f121" fmla="*/ f93 1 1604295"/>
                  <a:gd name="f122" fmla="*/ f94 1 1847472"/>
                  <a:gd name="f123" fmla="*/ f95 1 1604295"/>
                  <a:gd name="f124" fmla="*/ f96 1 1847472"/>
                  <a:gd name="f125" fmla="*/ f97 1 1604295"/>
                  <a:gd name="f126" fmla="*/ f98 1 1847472"/>
                  <a:gd name="f127" fmla="*/ f99 1 1604295"/>
                  <a:gd name="f128" fmla="*/ f100 1 1847472"/>
                  <a:gd name="f129" fmla="*/ f101 1 1604295"/>
                  <a:gd name="f130" fmla="*/ f102 1 1847472"/>
                  <a:gd name="f131" fmla="*/ f103 1 1847472"/>
                  <a:gd name="f132" fmla="*/ f104 1 1604295"/>
                  <a:gd name="f133" fmla="*/ f105 1 1847472"/>
                  <a:gd name="f134" fmla="*/ f106 1 1604295"/>
                  <a:gd name="f135" fmla="*/ f107 1 1847472"/>
                  <a:gd name="f136" fmla="*/ f108 1 1604295"/>
                  <a:gd name="f137" fmla="*/ f109 1 1847472"/>
                  <a:gd name="f138" fmla="*/ f110 1 1604295"/>
                  <a:gd name="f139" fmla="*/ f111 1 1847472"/>
                  <a:gd name="f140" fmla="*/ f112 1 1604295"/>
                  <a:gd name="f141" fmla="*/ f113 1 1847472"/>
                  <a:gd name="f142" fmla="*/ f114 1 1604295"/>
                  <a:gd name="f143" fmla="*/ f115 1 1847472"/>
                  <a:gd name="f144" fmla="*/ f116 1 1604295"/>
                  <a:gd name="f145" fmla="*/ f117 1 1847472"/>
                  <a:gd name="f146" fmla="*/ f118 1 1604295"/>
                  <a:gd name="f147" fmla="*/ f119 1 1847472"/>
                  <a:gd name="f148" fmla="*/ f5 1 f91"/>
                  <a:gd name="f149" fmla="*/ f6 1 f91"/>
                  <a:gd name="f150" fmla="*/ f5 1 f92"/>
                  <a:gd name="f151" fmla="*/ f7 1 f92"/>
                  <a:gd name="f152" fmla="+- f120 0 f1"/>
                  <a:gd name="f153" fmla="*/ f121 1 f91"/>
                  <a:gd name="f154" fmla="*/ f122 1 f92"/>
                  <a:gd name="f155" fmla="*/ f123 1 f91"/>
                  <a:gd name="f156" fmla="*/ f124 1 f92"/>
                  <a:gd name="f157" fmla="*/ f125 1 f91"/>
                  <a:gd name="f158" fmla="*/ f126 1 f92"/>
                  <a:gd name="f159" fmla="*/ f127 1 f91"/>
                  <a:gd name="f160" fmla="*/ f128 1 f92"/>
                  <a:gd name="f161" fmla="*/ f129 1 f91"/>
                  <a:gd name="f162" fmla="*/ f130 1 f92"/>
                  <a:gd name="f163" fmla="*/ f131 1 f92"/>
                  <a:gd name="f164" fmla="*/ f132 1 f91"/>
                  <a:gd name="f165" fmla="*/ f133 1 f92"/>
                  <a:gd name="f166" fmla="*/ f134 1 f91"/>
                  <a:gd name="f167" fmla="*/ f135 1 f92"/>
                  <a:gd name="f168" fmla="*/ f136 1 f91"/>
                  <a:gd name="f169" fmla="*/ f137 1 f92"/>
                  <a:gd name="f170" fmla="*/ f138 1 f91"/>
                  <a:gd name="f171" fmla="*/ f139 1 f92"/>
                  <a:gd name="f172" fmla="*/ f140 1 f91"/>
                  <a:gd name="f173" fmla="*/ f141 1 f92"/>
                  <a:gd name="f174" fmla="*/ f142 1 f91"/>
                  <a:gd name="f175" fmla="*/ f143 1 f92"/>
                  <a:gd name="f176" fmla="*/ f144 1 f91"/>
                  <a:gd name="f177" fmla="*/ f145 1 f92"/>
                  <a:gd name="f178" fmla="*/ f146 1 f91"/>
                  <a:gd name="f179" fmla="*/ f147 1 f92"/>
                  <a:gd name="f180" fmla="*/ f148 f86 1"/>
                  <a:gd name="f181" fmla="*/ f149 f86 1"/>
                  <a:gd name="f182" fmla="*/ f151 f87 1"/>
                  <a:gd name="f183" fmla="*/ f150 f87 1"/>
                  <a:gd name="f184" fmla="*/ f153 f86 1"/>
                  <a:gd name="f185" fmla="*/ f154 f87 1"/>
                  <a:gd name="f186" fmla="*/ f155 f86 1"/>
                  <a:gd name="f187" fmla="*/ f156 f87 1"/>
                  <a:gd name="f188" fmla="*/ f157 f86 1"/>
                  <a:gd name="f189" fmla="*/ f158 f87 1"/>
                  <a:gd name="f190" fmla="*/ f159 f86 1"/>
                  <a:gd name="f191" fmla="*/ f160 f87 1"/>
                  <a:gd name="f192" fmla="*/ f161 f86 1"/>
                  <a:gd name="f193" fmla="*/ f162 f87 1"/>
                  <a:gd name="f194" fmla="*/ f163 f87 1"/>
                  <a:gd name="f195" fmla="*/ f164 f86 1"/>
                  <a:gd name="f196" fmla="*/ f165 f87 1"/>
                  <a:gd name="f197" fmla="*/ f166 f86 1"/>
                  <a:gd name="f198" fmla="*/ f167 f87 1"/>
                  <a:gd name="f199" fmla="*/ f168 f86 1"/>
                  <a:gd name="f200" fmla="*/ f169 f87 1"/>
                  <a:gd name="f201" fmla="*/ f170 f86 1"/>
                  <a:gd name="f202" fmla="*/ f171 f87 1"/>
                  <a:gd name="f203" fmla="*/ f172 f86 1"/>
                  <a:gd name="f204" fmla="*/ f173 f87 1"/>
                  <a:gd name="f205" fmla="*/ f174 f86 1"/>
                  <a:gd name="f206" fmla="*/ f175 f87 1"/>
                  <a:gd name="f207" fmla="*/ f176 f86 1"/>
                  <a:gd name="f208" fmla="*/ f177 f87 1"/>
                  <a:gd name="f209" fmla="*/ f178 f86 1"/>
                  <a:gd name="f210" fmla="*/ f179 f87 1"/>
                </a:gdLst>
                <a:ahLst/>
                <a:cxnLst>
                  <a:cxn ang="3cd4">
                    <a:pos x="hc" y="t"/>
                  </a:cxn>
                  <a:cxn ang="0">
                    <a:pos x="r" y="vc"/>
                  </a:cxn>
                  <a:cxn ang="cd4">
                    <a:pos x="hc" y="b"/>
                  </a:cxn>
                  <a:cxn ang="cd2">
                    <a:pos x="l" y="vc"/>
                  </a:cxn>
                  <a:cxn ang="f152">
                    <a:pos x="f184" y="f185"/>
                  </a:cxn>
                  <a:cxn ang="f152">
                    <a:pos x="f186" y="f187"/>
                  </a:cxn>
                  <a:cxn ang="f152">
                    <a:pos x="f188" y="f189"/>
                  </a:cxn>
                  <a:cxn ang="f152">
                    <a:pos x="f190" y="f191"/>
                  </a:cxn>
                  <a:cxn ang="f152">
                    <a:pos x="f192" y="f193"/>
                  </a:cxn>
                  <a:cxn ang="f152">
                    <a:pos x="f192" y="f194"/>
                  </a:cxn>
                  <a:cxn ang="f152">
                    <a:pos x="f195" y="f196"/>
                  </a:cxn>
                  <a:cxn ang="f152">
                    <a:pos x="f197" y="f198"/>
                  </a:cxn>
                  <a:cxn ang="f152">
                    <a:pos x="f199" y="f200"/>
                  </a:cxn>
                  <a:cxn ang="f152">
                    <a:pos x="f201" y="f202"/>
                  </a:cxn>
                  <a:cxn ang="f152">
                    <a:pos x="f203" y="f204"/>
                  </a:cxn>
                  <a:cxn ang="f152">
                    <a:pos x="f205" y="f206"/>
                  </a:cxn>
                  <a:cxn ang="f152">
                    <a:pos x="f207" y="f208"/>
                  </a:cxn>
                  <a:cxn ang="f152">
                    <a:pos x="f209" y="f210"/>
                  </a:cxn>
                </a:cxnLst>
                <a:rect l="f180" t="f183" r="f181" b="f182"/>
                <a:pathLst>
                  <a:path w="1604295" h="1847472">
                    <a:moveTo>
                      <a:pt x="f8" y="f7"/>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1"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5" y="f84"/>
                    </a:cubicBezTo>
                  </a:path>
                </a:pathLst>
              </a:custGeom>
              <a:noFill/>
              <a:ln w="9528" cap="rnd">
                <a:solidFill>
                  <a:srgbClr val="F3F0E9">
                    <a:alpha val="2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4" name="Freeform: Shape 51">
                <a:extLst>
                  <a:ext uri="{FF2B5EF4-FFF2-40B4-BE49-F238E27FC236}">
                    <a16:creationId xmlns:a16="http://schemas.microsoft.com/office/drawing/2014/main" id="{9BCC4CAD-2763-4C81-A8C7-E6E2442B614F}"/>
                  </a:ext>
                </a:extLst>
              </p:cNvPr>
              <p:cNvSpPr/>
              <p:nvPr/>
            </p:nvSpPr>
            <p:spPr>
              <a:xfrm>
                <a:off x="37965" y="2957681"/>
                <a:ext cx="2196242" cy="3010369"/>
              </a:xfrm>
              <a:custGeom>
                <a:avLst/>
                <a:gdLst>
                  <a:gd name="f0" fmla="val 10800000"/>
                  <a:gd name="f1" fmla="val 5400000"/>
                  <a:gd name="f2" fmla="val 180"/>
                  <a:gd name="f3" fmla="val w"/>
                  <a:gd name="f4" fmla="val h"/>
                  <a:gd name="f5" fmla="val 0"/>
                  <a:gd name="f6" fmla="val 1223105"/>
                  <a:gd name="f7" fmla="val 1676495"/>
                  <a:gd name="f8" fmla="val 1136523"/>
                  <a:gd name="f9" fmla="val 72771"/>
                  <a:gd name="f10" fmla="val 1066324"/>
                  <a:gd name="f11" fmla="val 162401"/>
                  <a:gd name="f12" fmla="val 1000792"/>
                  <a:gd name="f13" fmla="val 254794"/>
                  <a:gd name="f14" fmla="val 909733"/>
                  <a:gd name="f15" fmla="val 383286"/>
                  <a:gd name="f16" fmla="val 827723"/>
                  <a:gd name="f17" fmla="val 517970"/>
                  <a:gd name="f18" fmla="val 744760"/>
                  <a:gd name="f19" fmla="val 651891"/>
                  <a:gd name="f20" fmla="val 621030"/>
                  <a:gd name="f21" fmla="val 851726"/>
                  <a:gd name="f22" fmla="val 497777"/>
                  <a:gd name="f23" fmla="val 1052608"/>
                  <a:gd name="f24" fmla="val 345758"/>
                  <a:gd name="f25" fmla="val 1231773"/>
                  <a:gd name="f26" fmla="val 248888"/>
                  <a:gd name="f27" fmla="val 1345978"/>
                  <a:gd name="f28" fmla="val 61722"/>
                  <a:gd name="f29" fmla="val 1540764"/>
                  <a:gd name="f30" fmla="+- 0 0 -90"/>
                  <a:gd name="f31" fmla="*/ f3 1 1223105"/>
                  <a:gd name="f32" fmla="*/ f4 1 1676495"/>
                  <a:gd name="f33" fmla="+- f7 0 f5"/>
                  <a:gd name="f34" fmla="+- f6 0 f5"/>
                  <a:gd name="f35" fmla="*/ f30 f0 1"/>
                  <a:gd name="f36" fmla="*/ f34 1 1223105"/>
                  <a:gd name="f37" fmla="*/ f33 1 1676495"/>
                  <a:gd name="f38" fmla="*/ 1223105 f34 1"/>
                  <a:gd name="f39" fmla="*/ 0 f33 1"/>
                  <a:gd name="f40" fmla="*/ 1000792 f34 1"/>
                  <a:gd name="f41" fmla="*/ 254794 f33 1"/>
                  <a:gd name="f42" fmla="*/ 744760 f34 1"/>
                  <a:gd name="f43" fmla="*/ 651891 f33 1"/>
                  <a:gd name="f44" fmla="*/ 345758 f34 1"/>
                  <a:gd name="f45" fmla="*/ 1231773 f33 1"/>
                  <a:gd name="f46" fmla="*/ 0 f34 1"/>
                  <a:gd name="f47" fmla="*/ 1676495 f33 1"/>
                  <a:gd name="f48" fmla="*/ f35 1 f2"/>
                  <a:gd name="f49" fmla="*/ f38 1 1223105"/>
                  <a:gd name="f50" fmla="*/ f39 1 1676495"/>
                  <a:gd name="f51" fmla="*/ f40 1 1223105"/>
                  <a:gd name="f52" fmla="*/ f41 1 1676495"/>
                  <a:gd name="f53" fmla="*/ f42 1 1223105"/>
                  <a:gd name="f54" fmla="*/ f43 1 1676495"/>
                  <a:gd name="f55" fmla="*/ f44 1 1223105"/>
                  <a:gd name="f56" fmla="*/ f45 1 1676495"/>
                  <a:gd name="f57" fmla="*/ f46 1 1223105"/>
                  <a:gd name="f58" fmla="*/ f47 1 1676495"/>
                  <a:gd name="f59" fmla="*/ f5 1 f36"/>
                  <a:gd name="f60" fmla="*/ f6 1 f36"/>
                  <a:gd name="f61" fmla="*/ f5 1 f37"/>
                  <a:gd name="f62" fmla="*/ f7 1 f37"/>
                  <a:gd name="f63" fmla="+- f48 0 f1"/>
                  <a:gd name="f64" fmla="*/ f49 1 f36"/>
                  <a:gd name="f65" fmla="*/ f50 1 f37"/>
                  <a:gd name="f66" fmla="*/ f51 1 f36"/>
                  <a:gd name="f67" fmla="*/ f52 1 f37"/>
                  <a:gd name="f68" fmla="*/ f53 1 f36"/>
                  <a:gd name="f69" fmla="*/ f54 1 f37"/>
                  <a:gd name="f70" fmla="*/ f55 1 f36"/>
                  <a:gd name="f71" fmla="*/ f56 1 f37"/>
                  <a:gd name="f72" fmla="*/ f57 1 f36"/>
                  <a:gd name="f73" fmla="*/ f58 1 f37"/>
                  <a:gd name="f74" fmla="*/ f59 f31 1"/>
                  <a:gd name="f75" fmla="*/ f60 f31 1"/>
                  <a:gd name="f76" fmla="*/ f62 f32 1"/>
                  <a:gd name="f77" fmla="*/ f61 f32 1"/>
                  <a:gd name="f78" fmla="*/ f64 f31 1"/>
                  <a:gd name="f79" fmla="*/ f65 f32 1"/>
                  <a:gd name="f80" fmla="*/ f66 f31 1"/>
                  <a:gd name="f81" fmla="*/ f67 f32 1"/>
                  <a:gd name="f82" fmla="*/ f68 f31 1"/>
                  <a:gd name="f83" fmla="*/ f69 f32 1"/>
                  <a:gd name="f84" fmla="*/ f70 f31 1"/>
                  <a:gd name="f85" fmla="*/ f71 f32 1"/>
                  <a:gd name="f86" fmla="*/ f72 f31 1"/>
                  <a:gd name="f87" fmla="*/ f73 f32 1"/>
                </a:gdLst>
                <a:ahLst/>
                <a:cxnLst>
                  <a:cxn ang="3cd4">
                    <a:pos x="hc" y="t"/>
                  </a:cxn>
                  <a:cxn ang="0">
                    <a:pos x="r" y="vc"/>
                  </a:cxn>
                  <a:cxn ang="cd4">
                    <a:pos x="hc" y="b"/>
                  </a:cxn>
                  <a:cxn ang="cd2">
                    <a:pos x="l" y="vc"/>
                  </a:cxn>
                  <a:cxn ang="f63">
                    <a:pos x="f78" y="f79"/>
                  </a:cxn>
                  <a:cxn ang="f63">
                    <a:pos x="f80" y="f81"/>
                  </a:cxn>
                  <a:cxn ang="f63">
                    <a:pos x="f82" y="f83"/>
                  </a:cxn>
                  <a:cxn ang="f63">
                    <a:pos x="f84" y="f85"/>
                  </a:cxn>
                  <a:cxn ang="f63">
                    <a:pos x="f86" y="f87"/>
                  </a:cxn>
                </a:cxnLst>
                <a:rect l="f74" t="f77" r="f75" b="f76"/>
                <a:pathLst>
                  <a:path w="1223105" h="1676495">
                    <a:moveTo>
                      <a:pt x="f6" y="f5"/>
                    </a:moveTo>
                    <a:cubicBezTo>
                      <a:pt x="f8" y="f9"/>
                      <a:pt x="f10" y="f11"/>
                      <a:pt x="f12" y="f13"/>
                    </a:cubicBezTo>
                    <a:cubicBezTo>
                      <a:pt x="f14" y="f15"/>
                      <a:pt x="f16" y="f17"/>
                      <a:pt x="f18" y="f19"/>
                    </a:cubicBezTo>
                    <a:cubicBezTo>
                      <a:pt x="f20" y="f21"/>
                      <a:pt x="f22" y="f23"/>
                      <a:pt x="f24" y="f25"/>
                    </a:cubicBezTo>
                    <a:cubicBezTo>
                      <a:pt x="f26" y="f27"/>
                      <a:pt x="f28" y="f29"/>
                      <a:pt x="f5" y="f7"/>
                    </a:cubicBezTo>
                  </a:path>
                </a:pathLst>
              </a:custGeom>
              <a:noFill/>
              <a:ln w="9528" cap="rnd">
                <a:solidFill>
                  <a:srgbClr val="F3F0E9">
                    <a:alpha val="2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5" name="Freeform: Shape 52">
                <a:extLst>
                  <a:ext uri="{FF2B5EF4-FFF2-40B4-BE49-F238E27FC236}">
                    <a16:creationId xmlns:a16="http://schemas.microsoft.com/office/drawing/2014/main" id="{B5D01BD2-EA81-42BF-B00B-61FD18DB2E90}"/>
                  </a:ext>
                </a:extLst>
              </p:cNvPr>
              <p:cNvSpPr/>
              <p:nvPr/>
            </p:nvSpPr>
            <p:spPr>
              <a:xfrm>
                <a:off x="2234043" y="2855698"/>
                <a:ext cx="1201000" cy="3994026"/>
              </a:xfrm>
              <a:custGeom>
                <a:avLst/>
                <a:gdLst>
                  <a:gd name="f0" fmla="val 10800000"/>
                  <a:gd name="f1" fmla="val 5400000"/>
                  <a:gd name="f2" fmla="val 180"/>
                  <a:gd name="f3" fmla="val w"/>
                  <a:gd name="f4" fmla="val h"/>
                  <a:gd name="f5" fmla="val 0"/>
                  <a:gd name="f6" fmla="val 668845"/>
                  <a:gd name="f7" fmla="val 2224304"/>
                  <a:gd name="f8" fmla="val 668846"/>
                  <a:gd name="f9" fmla="val 2224305"/>
                  <a:gd name="f10" fmla="val 599218"/>
                  <a:gd name="f11" fmla="val 2137151"/>
                  <a:gd name="f12" fmla="val 537210"/>
                  <a:gd name="f13" fmla="val 2043996"/>
                  <a:gd name="f14" fmla="val 486918"/>
                  <a:gd name="f15" fmla="val 1944365"/>
                  <a:gd name="f16" fmla="val 441008"/>
                  <a:gd name="f17" fmla="val 1853306"/>
                  <a:gd name="f18" fmla="val 404717"/>
                  <a:gd name="f19" fmla="val 1757770"/>
                  <a:gd name="f20" fmla="val 376809"/>
                  <a:gd name="f21" fmla="val 1659663"/>
                  <a:gd name="f22" fmla="val 354806"/>
                  <a:gd name="f23" fmla="val 1582224"/>
                  <a:gd name="f24" fmla="val 337757"/>
                  <a:gd name="f25" fmla="val 1503548"/>
                  <a:gd name="f26" fmla="val 319373"/>
                  <a:gd name="f27" fmla="val 1425157"/>
                  <a:gd name="f28" fmla="val 296418"/>
                  <a:gd name="f29" fmla="val 1327811"/>
                  <a:gd name="f30" fmla="val 270510"/>
                  <a:gd name="f31" fmla="val 1230657"/>
                  <a:gd name="f32" fmla="val 264319"/>
                  <a:gd name="f33" fmla="val 1130834"/>
                  <a:gd name="f34" fmla="val 259080"/>
                  <a:gd name="f35" fmla="val 1047681"/>
                  <a:gd name="f36" fmla="val 266891"/>
                  <a:gd name="f37" fmla="val 964528"/>
                  <a:gd name="f38" fmla="val 278702"/>
                  <a:gd name="f39" fmla="val 882041"/>
                  <a:gd name="f40" fmla="val 285655"/>
                  <a:gd name="f41" fmla="val 833274"/>
                  <a:gd name="f42" fmla="val 293751"/>
                  <a:gd name="f43" fmla="val 784601"/>
                  <a:gd name="f44" fmla="val 302609"/>
                  <a:gd name="f45" fmla="val 736118"/>
                  <a:gd name="f46" fmla="val 320516"/>
                  <a:gd name="f47" fmla="val 638582"/>
                  <a:gd name="f48" fmla="val 339471"/>
                  <a:gd name="f49" fmla="val 541237"/>
                  <a:gd name="f50" fmla="val 360045"/>
                  <a:gd name="f51" fmla="val 444177"/>
                  <a:gd name="f52" fmla="val 374809"/>
                  <a:gd name="f53" fmla="val 374549"/>
                  <a:gd name="f54" fmla="val 389763"/>
                  <a:gd name="f55" fmla="val 304541"/>
                  <a:gd name="f56" fmla="val 386334"/>
                  <a:gd name="f57" fmla="val 233675"/>
                  <a:gd name="f58" fmla="val 383191"/>
                  <a:gd name="f59" fmla="val 168809"/>
                  <a:gd name="f60" fmla="val 391287"/>
                  <a:gd name="f61" fmla="+- 0 0 120751"/>
                  <a:gd name="f62" fmla="val 56795"/>
                  <a:gd name="f63" fmla="+- 0 0 -90"/>
                  <a:gd name="f64" fmla="*/ f3 1 668845"/>
                  <a:gd name="f65" fmla="*/ f4 1 2224304"/>
                  <a:gd name="f66" fmla="+- f7 0 f5"/>
                  <a:gd name="f67" fmla="+- f6 0 f5"/>
                  <a:gd name="f68" fmla="*/ f63 f0 1"/>
                  <a:gd name="f69" fmla="*/ f67 1 668845"/>
                  <a:gd name="f70" fmla="*/ f66 1 2224304"/>
                  <a:gd name="f71" fmla="*/ 668846 f67 1"/>
                  <a:gd name="f72" fmla="*/ 2224305 f66 1"/>
                  <a:gd name="f73" fmla="*/ 486918 f67 1"/>
                  <a:gd name="f74" fmla="*/ 1944365 f66 1"/>
                  <a:gd name="f75" fmla="*/ 376809 f67 1"/>
                  <a:gd name="f76" fmla="*/ 1659663 f66 1"/>
                  <a:gd name="f77" fmla="*/ 319373 f67 1"/>
                  <a:gd name="f78" fmla="*/ 1425157 f66 1"/>
                  <a:gd name="f79" fmla="*/ 264319 f67 1"/>
                  <a:gd name="f80" fmla="*/ 1130834 f66 1"/>
                  <a:gd name="f81" fmla="*/ 278702 f67 1"/>
                  <a:gd name="f82" fmla="*/ 882041 f66 1"/>
                  <a:gd name="f83" fmla="*/ 302609 f67 1"/>
                  <a:gd name="f84" fmla="*/ 736118 f66 1"/>
                  <a:gd name="f85" fmla="*/ 360045 f67 1"/>
                  <a:gd name="f86" fmla="*/ 444177 f66 1"/>
                  <a:gd name="f87" fmla="*/ 386334 f67 1"/>
                  <a:gd name="f88" fmla="*/ 233675 f66 1"/>
                  <a:gd name="f89" fmla="*/ 0 f67 1"/>
                  <a:gd name="f90" fmla="*/ 56795 f66 1"/>
                  <a:gd name="f91" fmla="*/ f68 1 f2"/>
                  <a:gd name="f92" fmla="*/ f71 1 668845"/>
                  <a:gd name="f93" fmla="*/ f72 1 2224304"/>
                  <a:gd name="f94" fmla="*/ f73 1 668845"/>
                  <a:gd name="f95" fmla="*/ f74 1 2224304"/>
                  <a:gd name="f96" fmla="*/ f75 1 668845"/>
                  <a:gd name="f97" fmla="*/ f76 1 2224304"/>
                  <a:gd name="f98" fmla="*/ f77 1 668845"/>
                  <a:gd name="f99" fmla="*/ f78 1 2224304"/>
                  <a:gd name="f100" fmla="*/ f79 1 668845"/>
                  <a:gd name="f101" fmla="*/ f80 1 2224304"/>
                  <a:gd name="f102" fmla="*/ f81 1 668845"/>
                  <a:gd name="f103" fmla="*/ f82 1 2224304"/>
                  <a:gd name="f104" fmla="*/ f83 1 668845"/>
                  <a:gd name="f105" fmla="*/ f84 1 2224304"/>
                  <a:gd name="f106" fmla="*/ f85 1 668845"/>
                  <a:gd name="f107" fmla="*/ f86 1 2224304"/>
                  <a:gd name="f108" fmla="*/ f87 1 668845"/>
                  <a:gd name="f109" fmla="*/ f88 1 2224304"/>
                  <a:gd name="f110" fmla="*/ f89 1 668845"/>
                  <a:gd name="f111" fmla="*/ f90 1 2224304"/>
                  <a:gd name="f112" fmla="*/ f5 1 f69"/>
                  <a:gd name="f113" fmla="*/ f6 1 f69"/>
                  <a:gd name="f114" fmla="*/ f5 1 f70"/>
                  <a:gd name="f115" fmla="*/ f7 1 f70"/>
                  <a:gd name="f116" fmla="+- f91 0 f1"/>
                  <a:gd name="f117" fmla="*/ f92 1 f69"/>
                  <a:gd name="f118" fmla="*/ f93 1 f70"/>
                  <a:gd name="f119" fmla="*/ f94 1 f69"/>
                  <a:gd name="f120" fmla="*/ f95 1 f70"/>
                  <a:gd name="f121" fmla="*/ f96 1 f69"/>
                  <a:gd name="f122" fmla="*/ f97 1 f70"/>
                  <a:gd name="f123" fmla="*/ f98 1 f69"/>
                  <a:gd name="f124" fmla="*/ f99 1 f70"/>
                  <a:gd name="f125" fmla="*/ f100 1 f69"/>
                  <a:gd name="f126" fmla="*/ f101 1 f70"/>
                  <a:gd name="f127" fmla="*/ f102 1 f69"/>
                  <a:gd name="f128" fmla="*/ f103 1 f70"/>
                  <a:gd name="f129" fmla="*/ f104 1 f69"/>
                  <a:gd name="f130" fmla="*/ f105 1 f70"/>
                  <a:gd name="f131" fmla="*/ f106 1 f69"/>
                  <a:gd name="f132" fmla="*/ f107 1 f70"/>
                  <a:gd name="f133" fmla="*/ f108 1 f69"/>
                  <a:gd name="f134" fmla="*/ f109 1 f70"/>
                  <a:gd name="f135" fmla="*/ f110 1 f69"/>
                  <a:gd name="f136" fmla="*/ f111 1 f70"/>
                  <a:gd name="f137" fmla="*/ f112 f64 1"/>
                  <a:gd name="f138" fmla="*/ f113 f64 1"/>
                  <a:gd name="f139" fmla="*/ f115 f65 1"/>
                  <a:gd name="f140" fmla="*/ f114 f65 1"/>
                  <a:gd name="f141" fmla="*/ f117 f64 1"/>
                  <a:gd name="f142" fmla="*/ f118 f65 1"/>
                  <a:gd name="f143" fmla="*/ f119 f64 1"/>
                  <a:gd name="f144" fmla="*/ f120 f65 1"/>
                  <a:gd name="f145" fmla="*/ f121 f64 1"/>
                  <a:gd name="f146" fmla="*/ f122 f65 1"/>
                  <a:gd name="f147" fmla="*/ f123 f64 1"/>
                  <a:gd name="f148" fmla="*/ f124 f65 1"/>
                  <a:gd name="f149" fmla="*/ f125 f64 1"/>
                  <a:gd name="f150" fmla="*/ f126 f65 1"/>
                  <a:gd name="f151" fmla="*/ f127 f64 1"/>
                  <a:gd name="f152" fmla="*/ f128 f65 1"/>
                  <a:gd name="f153" fmla="*/ f129 f64 1"/>
                  <a:gd name="f154" fmla="*/ f130 f65 1"/>
                  <a:gd name="f155" fmla="*/ f131 f64 1"/>
                  <a:gd name="f156" fmla="*/ f132 f65 1"/>
                  <a:gd name="f157" fmla="*/ f133 f64 1"/>
                  <a:gd name="f158" fmla="*/ f134 f65 1"/>
                  <a:gd name="f159" fmla="*/ f135 f64 1"/>
                  <a:gd name="f160" fmla="*/ f136 f65 1"/>
                </a:gdLst>
                <a:ahLst/>
                <a:cxnLst>
                  <a:cxn ang="3cd4">
                    <a:pos x="hc" y="t"/>
                  </a:cxn>
                  <a:cxn ang="0">
                    <a:pos x="r" y="vc"/>
                  </a:cxn>
                  <a:cxn ang="cd4">
                    <a:pos x="hc" y="b"/>
                  </a:cxn>
                  <a:cxn ang="cd2">
                    <a:pos x="l" y="vc"/>
                  </a:cxn>
                  <a:cxn ang="f116">
                    <a:pos x="f141" y="f142"/>
                  </a:cxn>
                  <a:cxn ang="f116">
                    <a:pos x="f143" y="f144"/>
                  </a:cxn>
                  <a:cxn ang="f116">
                    <a:pos x="f145" y="f146"/>
                  </a:cxn>
                  <a:cxn ang="f116">
                    <a:pos x="f147" y="f148"/>
                  </a:cxn>
                  <a:cxn ang="f116">
                    <a:pos x="f149" y="f150"/>
                  </a:cxn>
                  <a:cxn ang="f116">
                    <a:pos x="f151" y="f152"/>
                  </a:cxn>
                  <a:cxn ang="f116">
                    <a:pos x="f153" y="f154"/>
                  </a:cxn>
                  <a:cxn ang="f116">
                    <a:pos x="f155" y="f156"/>
                  </a:cxn>
                  <a:cxn ang="f116">
                    <a:pos x="f157" y="f158"/>
                  </a:cxn>
                  <a:cxn ang="f116">
                    <a:pos x="f159" y="f160"/>
                  </a:cxn>
                </a:cxnLst>
                <a:rect l="f137" t="f140" r="f138" b="f139"/>
                <a:pathLst>
                  <a:path w="668845" h="2224304">
                    <a:moveTo>
                      <a:pt x="f8" y="f9"/>
                    </a:moveTo>
                    <a:cubicBezTo>
                      <a:pt x="f10" y="f11"/>
                      <a:pt x="f12" y="f13"/>
                      <a:pt x="f14" y="f15"/>
                    </a:cubicBezTo>
                    <a:cubicBezTo>
                      <a:pt x="f16" y="f17"/>
                      <a:pt x="f18" y="f19"/>
                      <a:pt x="f20" y="f21"/>
                    </a:cubicBezTo>
                    <a:cubicBezTo>
                      <a:pt x="f22" y="f23"/>
                      <a:pt x="f24" y="f25"/>
                      <a:pt x="f26" y="f27"/>
                    </a:cubicBezTo>
                    <a:cubicBezTo>
                      <a:pt x="f28" y="f29"/>
                      <a:pt x="f30" y="f31"/>
                      <a:pt x="f32" y="f33"/>
                    </a:cubicBezTo>
                    <a:cubicBezTo>
                      <a:pt x="f34" y="f35"/>
                      <a:pt x="f36" y="f37"/>
                      <a:pt x="f38" y="f39"/>
                    </a:cubicBezTo>
                    <a:cubicBezTo>
                      <a:pt x="f40" y="f41"/>
                      <a:pt x="f42" y="f43"/>
                      <a:pt x="f44" y="f45"/>
                    </a:cubicBezTo>
                    <a:cubicBezTo>
                      <a:pt x="f46" y="f47"/>
                      <a:pt x="f48" y="f49"/>
                      <a:pt x="f50" y="f51"/>
                    </a:cubicBezTo>
                    <a:cubicBezTo>
                      <a:pt x="f52" y="f53"/>
                      <a:pt x="f54" y="f55"/>
                      <a:pt x="f56" y="f57"/>
                    </a:cubicBezTo>
                    <a:cubicBezTo>
                      <a:pt x="f58" y="f59"/>
                      <a:pt x="f60" y="f61"/>
                      <a:pt x="f5" y="f62"/>
                    </a:cubicBezTo>
                  </a:path>
                </a:pathLst>
              </a:custGeom>
              <a:noFill/>
              <a:ln w="9528" cap="rnd">
                <a:solidFill>
                  <a:srgbClr val="F3F0E9">
                    <a:alpha val="2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sp>
          <p:nvSpPr>
            <p:cNvPr id="26" name="Freeform: Shape 38">
              <a:extLst>
                <a:ext uri="{FF2B5EF4-FFF2-40B4-BE49-F238E27FC236}">
                  <a16:creationId xmlns:a16="http://schemas.microsoft.com/office/drawing/2014/main" id="{FDD0ECF5-EE0B-4F7D-889F-4639C6E0008E}"/>
                </a:ext>
              </a:extLst>
            </p:cNvPr>
            <p:cNvSpPr/>
            <p:nvPr/>
          </p:nvSpPr>
          <p:spPr>
            <a:xfrm>
              <a:off x="317433" y="5668420"/>
              <a:ext cx="1982108" cy="1181304"/>
            </a:xfrm>
            <a:custGeom>
              <a:avLst/>
              <a:gdLst>
                <a:gd name="f0" fmla="val 10800000"/>
                <a:gd name="f1" fmla="val 5400000"/>
                <a:gd name="f2" fmla="val 180"/>
                <a:gd name="f3" fmla="val w"/>
                <a:gd name="f4" fmla="val h"/>
                <a:gd name="f5" fmla="val 0"/>
                <a:gd name="f6" fmla="val 1103852"/>
                <a:gd name="f7" fmla="val 657879"/>
                <a:gd name="f8" fmla="val 1071563"/>
                <a:gd name="f9" fmla="val 576250"/>
                <a:gd name="f10" fmla="val 937546"/>
                <a:gd name="f11" fmla="val 246494"/>
                <a:gd name="f12" fmla="val 883063"/>
                <a:gd name="f13" fmla="val 177724"/>
                <a:gd name="f14" fmla="val 828104"/>
                <a:gd name="f15" fmla="val 108382"/>
                <a:gd name="f16" fmla="val 761238"/>
                <a:gd name="f17" fmla="val 46279"/>
                <a:gd name="f18" fmla="val 678085"/>
                <a:gd name="f19" fmla="val 17132"/>
                <a:gd name="f20" fmla="val 608171"/>
                <a:gd name="f21" fmla="+- 0 0 7347"/>
                <a:gd name="f22" fmla="val 533210"/>
                <a:gd name="f23" fmla="+- 0 0 4013"/>
                <a:gd name="f24" fmla="val 461962"/>
                <a:gd name="f25" fmla="val 326898"/>
                <a:gd name="f26" fmla="val 57137"/>
                <a:gd name="f27" fmla="val 214027"/>
                <a:gd name="f28" fmla="val 150101"/>
                <a:gd name="f29" fmla="val 136398"/>
                <a:gd name="f30" fmla="val 267735"/>
                <a:gd name="f31" fmla="val 86773"/>
                <a:gd name="f32" fmla="val 343078"/>
                <a:gd name="f33" fmla="val 16764"/>
                <a:gd name="f34" fmla="val 562153"/>
                <a:gd name="f35" fmla="val 650830"/>
                <a:gd name="f36" fmla="+- 0 0 -90"/>
                <a:gd name="f37" fmla="*/ f3 1 1103852"/>
                <a:gd name="f38" fmla="*/ f4 1 657879"/>
                <a:gd name="f39" fmla="+- f7 0 f5"/>
                <a:gd name="f40" fmla="+- f6 0 f5"/>
                <a:gd name="f41" fmla="*/ f36 f0 1"/>
                <a:gd name="f42" fmla="*/ f40 1 1103852"/>
                <a:gd name="f43" fmla="*/ f39 1 657879"/>
                <a:gd name="f44" fmla="*/ 1103852 f40 1"/>
                <a:gd name="f45" fmla="*/ 657879 f39 1"/>
                <a:gd name="f46" fmla="*/ 883063 f40 1"/>
                <a:gd name="f47" fmla="*/ 177724 f39 1"/>
                <a:gd name="f48" fmla="*/ 678085 f40 1"/>
                <a:gd name="f49" fmla="*/ 17132 f39 1"/>
                <a:gd name="f50" fmla="*/ 461962 f40 1"/>
                <a:gd name="f51" fmla="*/ 136398 f40 1"/>
                <a:gd name="f52" fmla="*/ 267735 f39 1"/>
                <a:gd name="f53" fmla="*/ 0 f40 1"/>
                <a:gd name="f54" fmla="*/ 650830 f39 1"/>
                <a:gd name="f55" fmla="*/ f41 1 f2"/>
                <a:gd name="f56" fmla="*/ f44 1 1103852"/>
                <a:gd name="f57" fmla="*/ f45 1 657879"/>
                <a:gd name="f58" fmla="*/ f46 1 1103852"/>
                <a:gd name="f59" fmla="*/ f47 1 657879"/>
                <a:gd name="f60" fmla="*/ f48 1 1103852"/>
                <a:gd name="f61" fmla="*/ f49 1 657879"/>
                <a:gd name="f62" fmla="*/ f50 1 1103852"/>
                <a:gd name="f63" fmla="*/ f51 1 1103852"/>
                <a:gd name="f64" fmla="*/ f52 1 657879"/>
                <a:gd name="f65" fmla="*/ f53 1 1103852"/>
                <a:gd name="f66" fmla="*/ f54 1 657879"/>
                <a:gd name="f67" fmla="*/ f5 1 f42"/>
                <a:gd name="f68" fmla="*/ f6 1 f42"/>
                <a:gd name="f69" fmla="*/ f5 1 f43"/>
                <a:gd name="f70" fmla="*/ f7 1 f43"/>
                <a:gd name="f71" fmla="+- f55 0 f1"/>
                <a:gd name="f72" fmla="*/ f56 1 f42"/>
                <a:gd name="f73" fmla="*/ f57 1 f43"/>
                <a:gd name="f74" fmla="*/ f58 1 f42"/>
                <a:gd name="f75" fmla="*/ f59 1 f43"/>
                <a:gd name="f76" fmla="*/ f60 1 f42"/>
                <a:gd name="f77" fmla="*/ f61 1 f43"/>
                <a:gd name="f78" fmla="*/ f62 1 f42"/>
                <a:gd name="f79" fmla="*/ f63 1 f42"/>
                <a:gd name="f80" fmla="*/ f64 1 f43"/>
                <a:gd name="f81" fmla="*/ f65 1 f42"/>
                <a:gd name="f82" fmla="*/ f66 1 f43"/>
                <a:gd name="f83" fmla="*/ f67 f37 1"/>
                <a:gd name="f84" fmla="*/ f68 f37 1"/>
                <a:gd name="f85" fmla="*/ f70 f38 1"/>
                <a:gd name="f86" fmla="*/ f69 f38 1"/>
                <a:gd name="f87" fmla="*/ f72 f37 1"/>
                <a:gd name="f88" fmla="*/ f73 f38 1"/>
                <a:gd name="f89" fmla="*/ f74 f37 1"/>
                <a:gd name="f90" fmla="*/ f75 f38 1"/>
                <a:gd name="f91" fmla="*/ f76 f37 1"/>
                <a:gd name="f92" fmla="*/ f77 f38 1"/>
                <a:gd name="f93" fmla="*/ f78 f37 1"/>
                <a:gd name="f94" fmla="*/ f79 f37 1"/>
                <a:gd name="f95" fmla="*/ f80 f38 1"/>
                <a:gd name="f96" fmla="*/ f81 f37 1"/>
                <a:gd name="f97" fmla="*/ f82 f38 1"/>
              </a:gdLst>
              <a:ahLst/>
              <a:cxnLst>
                <a:cxn ang="3cd4">
                  <a:pos x="hc" y="t"/>
                </a:cxn>
                <a:cxn ang="0">
                  <a:pos x="r" y="vc"/>
                </a:cxn>
                <a:cxn ang="cd4">
                  <a:pos x="hc" y="b"/>
                </a:cxn>
                <a:cxn ang="cd2">
                  <a:pos x="l" y="vc"/>
                </a:cxn>
                <a:cxn ang="f71">
                  <a:pos x="f87" y="f88"/>
                </a:cxn>
                <a:cxn ang="f71">
                  <a:pos x="f89" y="f90"/>
                </a:cxn>
                <a:cxn ang="f71">
                  <a:pos x="f91" y="f92"/>
                </a:cxn>
                <a:cxn ang="f71">
                  <a:pos x="f93" y="f92"/>
                </a:cxn>
                <a:cxn ang="f71">
                  <a:pos x="f94" y="f95"/>
                </a:cxn>
                <a:cxn ang="f71">
                  <a:pos x="f96" y="f97"/>
                </a:cxn>
              </a:cxnLst>
              <a:rect l="f83" t="f86" r="f84" b="f85"/>
              <a:pathLst>
                <a:path w="1103852" h="657879">
                  <a:moveTo>
                    <a:pt x="f6" y="f7"/>
                  </a:moveTo>
                  <a:cubicBezTo>
                    <a:pt x="f8" y="f9"/>
                    <a:pt x="f10" y="f11"/>
                    <a:pt x="f12" y="f13"/>
                  </a:cubicBezTo>
                  <a:cubicBezTo>
                    <a:pt x="f14" y="f15"/>
                    <a:pt x="f16" y="f17"/>
                    <a:pt x="f18" y="f19"/>
                  </a:cubicBezTo>
                  <a:cubicBezTo>
                    <a:pt x="f20" y="f21"/>
                    <a:pt x="f22" y="f23"/>
                    <a:pt x="f24" y="f19"/>
                  </a:cubicBezTo>
                  <a:cubicBezTo>
                    <a:pt x="f25" y="f26"/>
                    <a:pt x="f27" y="f28"/>
                    <a:pt x="f29" y="f30"/>
                  </a:cubicBezTo>
                  <a:cubicBezTo>
                    <a:pt x="f31" y="f32"/>
                    <a:pt x="f33" y="f34"/>
                    <a:pt x="f5" y="f35"/>
                  </a:cubicBezTo>
                </a:path>
              </a:pathLst>
            </a:custGeom>
            <a:noFill/>
            <a:ln w="9528" cap="rnd">
              <a:solidFill>
                <a:srgbClr val="F3F0E9">
                  <a:alpha val="2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7" name="Freeform: Shape 39">
              <a:extLst>
                <a:ext uri="{FF2B5EF4-FFF2-40B4-BE49-F238E27FC236}">
                  <a16:creationId xmlns:a16="http://schemas.microsoft.com/office/drawing/2014/main" id="{7DDEFBE9-C622-4204-B8A6-9F6C3437378C}"/>
                </a:ext>
              </a:extLst>
            </p:cNvPr>
            <p:cNvSpPr/>
            <p:nvPr/>
          </p:nvSpPr>
          <p:spPr>
            <a:xfrm>
              <a:off x="17099" y="25813"/>
              <a:ext cx="2282552" cy="5138882"/>
            </a:xfrm>
            <a:custGeom>
              <a:avLst/>
              <a:gdLst>
                <a:gd name="f0" fmla="val 10800000"/>
                <a:gd name="f1" fmla="val 5400000"/>
                <a:gd name="f2" fmla="val 180"/>
                <a:gd name="f3" fmla="val w"/>
                <a:gd name="f4" fmla="val h"/>
                <a:gd name="f5" fmla="val 0"/>
                <a:gd name="f6" fmla="val 1271168"/>
                <a:gd name="f7" fmla="val 2861881"/>
                <a:gd name="f8" fmla="val 2861882"/>
                <a:gd name="f9" fmla="val 67151"/>
                <a:gd name="f10" fmla="val 2751201"/>
                <a:gd name="f11" fmla="val 115157"/>
                <a:gd name="f12" fmla="val 2685002"/>
                <a:gd name="f13" fmla="val 169259"/>
                <a:gd name="f14" fmla="val 2610326"/>
                <a:gd name="f15" fmla="val 226981"/>
                <a:gd name="f16" fmla="val 2538317"/>
                <a:gd name="f17" fmla="val 277178"/>
                <a:gd name="f18" fmla="val 2461070"/>
                <a:gd name="f19" fmla="val 329946"/>
                <a:gd name="f20" fmla="val 2379917"/>
                <a:gd name="f21" fmla="val 374142"/>
                <a:gd name="f22" fmla="val 2293715"/>
                <a:gd name="f23" fmla="val 421958"/>
                <a:gd name="f24" fmla="val 2209514"/>
                <a:gd name="f25" fmla="val 509492"/>
                <a:gd name="f26" fmla="val 2055495"/>
                <a:gd name="f27" fmla="val 609695"/>
                <a:gd name="f28" fmla="val 1908715"/>
                <a:gd name="f29" fmla="val 690848"/>
                <a:gd name="f30" fmla="val 1751267"/>
                <a:gd name="f31" fmla="val 741426"/>
                <a:gd name="f32" fmla="val 1653159"/>
                <a:gd name="f33" fmla="val 784670"/>
                <a:gd name="f34" fmla="val 1551432"/>
                <a:gd name="f35" fmla="val 830580"/>
                <a:gd name="f36" fmla="val 1451039"/>
                <a:gd name="f37" fmla="val 857631"/>
                <a:gd name="f38" fmla="val 1391984"/>
                <a:gd name="f39" fmla="val 885635"/>
                <a:gd name="f40" fmla="val 1333405"/>
                <a:gd name="f41" fmla="val 917067"/>
                <a:gd name="f42" fmla="val 1276541"/>
                <a:gd name="f43" fmla="val 976408"/>
                <a:gd name="f44" fmla="val 1169003"/>
                <a:gd name="f45" fmla="val 1046417"/>
                <a:gd name="f46" fmla="val 1067848"/>
                <a:gd name="f47" fmla="val 1114901"/>
                <a:gd name="f48" fmla="val 965835"/>
                <a:gd name="f49" fmla="val 1146810"/>
                <a:gd name="f50" fmla="val 918305"/>
                <a:gd name="f51" fmla="val 1177671"/>
                <a:gd name="f52" fmla="val 870109"/>
                <a:gd name="f53" fmla="val 1204627"/>
                <a:gd name="f54" fmla="val 819626"/>
                <a:gd name="f55" fmla="val 1243679"/>
                <a:gd name="f56" fmla="val 746665"/>
                <a:gd name="f57" fmla="val 1272635"/>
                <a:gd name="f58" fmla="val 667703"/>
                <a:gd name="f59" fmla="val 1271111"/>
                <a:gd name="f60" fmla="val 585311"/>
                <a:gd name="f61" fmla="val 1269111"/>
                <a:gd name="f62" fmla="val 473012"/>
                <a:gd name="f63" fmla="val 1209485"/>
                <a:gd name="f64" fmla="val 371284"/>
                <a:gd name="f65" fmla="val 1128141"/>
                <a:gd name="f66" fmla="val 292894"/>
                <a:gd name="f67" fmla="val 1057561"/>
                <a:gd name="f68" fmla="val 224790"/>
                <a:gd name="f69" fmla="val 971836"/>
                <a:gd name="f70" fmla="val 175260"/>
                <a:gd name="f71" fmla="val 882110"/>
                <a:gd name="f72" fmla="val 135065"/>
                <a:gd name="f73" fmla="val 779907"/>
                <a:gd name="f74" fmla="val 89249"/>
                <a:gd name="f75" fmla="val 672560"/>
                <a:gd name="f76" fmla="val 54673"/>
                <a:gd name="f77" fmla="val 574929"/>
                <a:gd name="f78" fmla="+- 0 0 -90"/>
                <a:gd name="f79" fmla="*/ f3 1 1271168"/>
                <a:gd name="f80" fmla="*/ f4 1 2861881"/>
                <a:gd name="f81" fmla="+- f7 0 f5"/>
                <a:gd name="f82" fmla="+- f6 0 f5"/>
                <a:gd name="f83" fmla="*/ f78 f0 1"/>
                <a:gd name="f84" fmla="*/ f82 1 1271168"/>
                <a:gd name="f85" fmla="*/ f81 1 2861881"/>
                <a:gd name="f86" fmla="*/ 0 f82 1"/>
                <a:gd name="f87" fmla="*/ 2861882 f81 1"/>
                <a:gd name="f88" fmla="*/ 115157 f82 1"/>
                <a:gd name="f89" fmla="*/ 2685002 f81 1"/>
                <a:gd name="f90" fmla="*/ 277178 f82 1"/>
                <a:gd name="f91" fmla="*/ 2461070 f81 1"/>
                <a:gd name="f92" fmla="*/ 421958 f82 1"/>
                <a:gd name="f93" fmla="*/ 2209514 f81 1"/>
                <a:gd name="f94" fmla="*/ 690848 f82 1"/>
                <a:gd name="f95" fmla="*/ 1751267 f81 1"/>
                <a:gd name="f96" fmla="*/ 830580 f82 1"/>
                <a:gd name="f97" fmla="*/ 1451039 f81 1"/>
                <a:gd name="f98" fmla="*/ 917067 f82 1"/>
                <a:gd name="f99" fmla="*/ 1276541 f81 1"/>
                <a:gd name="f100" fmla="*/ 1114901 f82 1"/>
                <a:gd name="f101" fmla="*/ 965835 f81 1"/>
                <a:gd name="f102" fmla="*/ 1204627 f82 1"/>
                <a:gd name="f103" fmla="*/ 819626 f81 1"/>
                <a:gd name="f104" fmla="*/ 1271111 f82 1"/>
                <a:gd name="f105" fmla="*/ 585311 f81 1"/>
                <a:gd name="f106" fmla="*/ 1128141 f82 1"/>
                <a:gd name="f107" fmla="*/ 292894 f81 1"/>
                <a:gd name="f108" fmla="*/ 882110 f82 1"/>
                <a:gd name="f109" fmla="*/ 135065 f81 1"/>
                <a:gd name="f110" fmla="*/ 574929 f82 1"/>
                <a:gd name="f111" fmla="*/ 0 f81 1"/>
                <a:gd name="f112" fmla="*/ f83 1 f2"/>
                <a:gd name="f113" fmla="*/ f86 1 1271168"/>
                <a:gd name="f114" fmla="*/ f87 1 2861881"/>
                <a:gd name="f115" fmla="*/ f88 1 1271168"/>
                <a:gd name="f116" fmla="*/ f89 1 2861881"/>
                <a:gd name="f117" fmla="*/ f90 1 1271168"/>
                <a:gd name="f118" fmla="*/ f91 1 2861881"/>
                <a:gd name="f119" fmla="*/ f92 1 1271168"/>
                <a:gd name="f120" fmla="*/ f93 1 2861881"/>
                <a:gd name="f121" fmla="*/ f94 1 1271168"/>
                <a:gd name="f122" fmla="*/ f95 1 2861881"/>
                <a:gd name="f123" fmla="*/ f96 1 1271168"/>
                <a:gd name="f124" fmla="*/ f97 1 2861881"/>
                <a:gd name="f125" fmla="*/ f98 1 1271168"/>
                <a:gd name="f126" fmla="*/ f99 1 2861881"/>
                <a:gd name="f127" fmla="*/ f100 1 1271168"/>
                <a:gd name="f128" fmla="*/ f101 1 2861881"/>
                <a:gd name="f129" fmla="*/ f102 1 1271168"/>
                <a:gd name="f130" fmla="*/ f103 1 2861881"/>
                <a:gd name="f131" fmla="*/ f104 1 1271168"/>
                <a:gd name="f132" fmla="*/ f105 1 2861881"/>
                <a:gd name="f133" fmla="*/ f106 1 1271168"/>
                <a:gd name="f134" fmla="*/ f107 1 2861881"/>
                <a:gd name="f135" fmla="*/ f108 1 1271168"/>
                <a:gd name="f136" fmla="*/ f109 1 2861881"/>
                <a:gd name="f137" fmla="*/ f110 1 1271168"/>
                <a:gd name="f138" fmla="*/ f111 1 2861881"/>
                <a:gd name="f139" fmla="*/ f5 1 f84"/>
                <a:gd name="f140" fmla="*/ f6 1 f84"/>
                <a:gd name="f141" fmla="*/ f5 1 f85"/>
                <a:gd name="f142" fmla="*/ f7 1 f85"/>
                <a:gd name="f143" fmla="+- f112 0 f1"/>
                <a:gd name="f144" fmla="*/ f113 1 f84"/>
                <a:gd name="f145" fmla="*/ f114 1 f85"/>
                <a:gd name="f146" fmla="*/ f115 1 f84"/>
                <a:gd name="f147" fmla="*/ f116 1 f85"/>
                <a:gd name="f148" fmla="*/ f117 1 f84"/>
                <a:gd name="f149" fmla="*/ f118 1 f85"/>
                <a:gd name="f150" fmla="*/ f119 1 f84"/>
                <a:gd name="f151" fmla="*/ f120 1 f85"/>
                <a:gd name="f152" fmla="*/ f121 1 f84"/>
                <a:gd name="f153" fmla="*/ f122 1 f85"/>
                <a:gd name="f154" fmla="*/ f123 1 f84"/>
                <a:gd name="f155" fmla="*/ f124 1 f85"/>
                <a:gd name="f156" fmla="*/ f125 1 f84"/>
                <a:gd name="f157" fmla="*/ f126 1 f85"/>
                <a:gd name="f158" fmla="*/ f127 1 f84"/>
                <a:gd name="f159" fmla="*/ f128 1 f85"/>
                <a:gd name="f160" fmla="*/ f129 1 f84"/>
                <a:gd name="f161" fmla="*/ f130 1 f85"/>
                <a:gd name="f162" fmla="*/ f131 1 f84"/>
                <a:gd name="f163" fmla="*/ f132 1 f85"/>
                <a:gd name="f164" fmla="*/ f133 1 f84"/>
                <a:gd name="f165" fmla="*/ f134 1 f85"/>
                <a:gd name="f166" fmla="*/ f135 1 f84"/>
                <a:gd name="f167" fmla="*/ f136 1 f85"/>
                <a:gd name="f168" fmla="*/ f137 1 f84"/>
                <a:gd name="f169" fmla="*/ f138 1 f85"/>
                <a:gd name="f170" fmla="*/ f139 f79 1"/>
                <a:gd name="f171" fmla="*/ f140 f79 1"/>
                <a:gd name="f172" fmla="*/ f142 f80 1"/>
                <a:gd name="f173" fmla="*/ f141 f80 1"/>
                <a:gd name="f174" fmla="*/ f144 f79 1"/>
                <a:gd name="f175" fmla="*/ f145 f80 1"/>
                <a:gd name="f176" fmla="*/ f146 f79 1"/>
                <a:gd name="f177" fmla="*/ f147 f80 1"/>
                <a:gd name="f178" fmla="*/ f148 f79 1"/>
                <a:gd name="f179" fmla="*/ f149 f80 1"/>
                <a:gd name="f180" fmla="*/ f150 f79 1"/>
                <a:gd name="f181" fmla="*/ f151 f80 1"/>
                <a:gd name="f182" fmla="*/ f152 f79 1"/>
                <a:gd name="f183" fmla="*/ f153 f80 1"/>
                <a:gd name="f184" fmla="*/ f154 f79 1"/>
                <a:gd name="f185" fmla="*/ f155 f80 1"/>
                <a:gd name="f186" fmla="*/ f156 f79 1"/>
                <a:gd name="f187" fmla="*/ f157 f80 1"/>
                <a:gd name="f188" fmla="*/ f158 f79 1"/>
                <a:gd name="f189" fmla="*/ f159 f80 1"/>
                <a:gd name="f190" fmla="*/ f160 f79 1"/>
                <a:gd name="f191" fmla="*/ f161 f80 1"/>
                <a:gd name="f192" fmla="*/ f162 f79 1"/>
                <a:gd name="f193" fmla="*/ f163 f80 1"/>
                <a:gd name="f194" fmla="*/ f164 f79 1"/>
                <a:gd name="f195" fmla="*/ f165 f80 1"/>
                <a:gd name="f196" fmla="*/ f166 f79 1"/>
                <a:gd name="f197" fmla="*/ f167 f80 1"/>
                <a:gd name="f198" fmla="*/ f168 f79 1"/>
                <a:gd name="f199" fmla="*/ f169 f80 1"/>
              </a:gdLst>
              <a:ahLst/>
              <a:cxnLst>
                <a:cxn ang="3cd4">
                  <a:pos x="hc" y="t"/>
                </a:cxn>
                <a:cxn ang="0">
                  <a:pos x="r" y="vc"/>
                </a:cxn>
                <a:cxn ang="cd4">
                  <a:pos x="hc" y="b"/>
                </a:cxn>
                <a:cxn ang="cd2">
                  <a:pos x="l" y="vc"/>
                </a:cxn>
                <a:cxn ang="f143">
                  <a:pos x="f174" y="f175"/>
                </a:cxn>
                <a:cxn ang="f143">
                  <a:pos x="f176" y="f177"/>
                </a:cxn>
                <a:cxn ang="f143">
                  <a:pos x="f178" y="f179"/>
                </a:cxn>
                <a:cxn ang="f143">
                  <a:pos x="f180" y="f181"/>
                </a:cxn>
                <a:cxn ang="f143">
                  <a:pos x="f182" y="f183"/>
                </a:cxn>
                <a:cxn ang="f143">
                  <a:pos x="f184" y="f185"/>
                </a:cxn>
                <a:cxn ang="f143">
                  <a:pos x="f186" y="f187"/>
                </a:cxn>
                <a:cxn ang="f143">
                  <a:pos x="f188" y="f189"/>
                </a:cxn>
                <a:cxn ang="f143">
                  <a:pos x="f190" y="f191"/>
                </a:cxn>
                <a:cxn ang="f143">
                  <a:pos x="f192" y="f193"/>
                </a:cxn>
                <a:cxn ang="f143">
                  <a:pos x="f194" y="f195"/>
                </a:cxn>
                <a:cxn ang="f143">
                  <a:pos x="f196" y="f197"/>
                </a:cxn>
                <a:cxn ang="f143">
                  <a:pos x="f198" y="f199"/>
                </a:cxn>
              </a:cxnLst>
              <a:rect l="f170" t="f173" r="f171" b="f172"/>
              <a:pathLst>
                <a:path w="1271168" h="2861881">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35" y="f36"/>
                  </a:cubicBezTo>
                  <a:cubicBezTo>
                    <a:pt x="f37" y="f38"/>
                    <a:pt x="f39" y="f40"/>
                    <a:pt x="f41" y="f42"/>
                  </a:cubicBezTo>
                  <a:cubicBezTo>
                    <a:pt x="f43" y="f44"/>
                    <a:pt x="f45" y="f46"/>
                    <a:pt x="f47" y="f48"/>
                  </a:cubicBezTo>
                  <a:cubicBezTo>
                    <a:pt x="f49" y="f50"/>
                    <a:pt x="f51" y="f52"/>
                    <a:pt x="f53" y="f54"/>
                  </a:cubicBezTo>
                  <a:cubicBezTo>
                    <a:pt x="f55" y="f56"/>
                    <a:pt x="f57" y="f58"/>
                    <a:pt x="f59" y="f60"/>
                  </a:cubicBezTo>
                  <a:cubicBezTo>
                    <a:pt x="f61" y="f62"/>
                    <a:pt x="f63" y="f64"/>
                    <a:pt x="f65" y="f66"/>
                  </a:cubicBezTo>
                  <a:cubicBezTo>
                    <a:pt x="f67" y="f68"/>
                    <a:pt x="f69" y="f70"/>
                    <a:pt x="f71" y="f72"/>
                  </a:cubicBezTo>
                  <a:cubicBezTo>
                    <a:pt x="f73" y="f74"/>
                    <a:pt x="f75" y="f76"/>
                    <a:pt x="f77" y="f5"/>
                  </a:cubicBezTo>
                </a:path>
              </a:pathLst>
            </a:custGeom>
            <a:noFill/>
            <a:ln w="9528" cap="rnd">
              <a:solidFill>
                <a:srgbClr val="F3F0E9">
                  <a:alpha val="2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8" name="Freeform: Shape 40">
              <a:extLst>
                <a:ext uri="{FF2B5EF4-FFF2-40B4-BE49-F238E27FC236}">
                  <a16:creationId xmlns:a16="http://schemas.microsoft.com/office/drawing/2014/main" id="{7059AC41-CFAE-4F64-AA4E-A44509C2B426}"/>
                </a:ext>
              </a:extLst>
            </p:cNvPr>
            <p:cNvSpPr/>
            <p:nvPr/>
          </p:nvSpPr>
          <p:spPr>
            <a:xfrm>
              <a:off x="17099" y="53519"/>
              <a:ext cx="1650354" cy="4733537"/>
            </a:xfrm>
            <a:custGeom>
              <a:avLst/>
              <a:gdLst>
                <a:gd name="f0" fmla="val 10800000"/>
                <a:gd name="f1" fmla="val 5400000"/>
                <a:gd name="f2" fmla="val 180"/>
                <a:gd name="f3" fmla="val w"/>
                <a:gd name="f4" fmla="val h"/>
                <a:gd name="f5" fmla="val 0"/>
                <a:gd name="f6" fmla="val 919096"/>
                <a:gd name="f7" fmla="val 2636139"/>
                <a:gd name="f8" fmla="val 162020"/>
                <a:gd name="f9" fmla="val 2392394"/>
                <a:gd name="f10" fmla="val 274415"/>
                <a:gd name="f11" fmla="val 2218277"/>
                <a:gd name="f12" fmla="val 392906"/>
                <a:gd name="f13" fmla="val 2034730"/>
                <a:gd name="f14" fmla="val 518732"/>
                <a:gd name="f15" fmla="val 1854994"/>
                <a:gd name="f16" fmla="val 607981"/>
                <a:gd name="f17" fmla="val 1655921"/>
                <a:gd name="f18" fmla="val 679799"/>
                <a:gd name="f19" fmla="val 1495806"/>
                <a:gd name="f20" fmla="val 726091"/>
                <a:gd name="f21" fmla="val 1325594"/>
                <a:gd name="f22" fmla="val 792290"/>
                <a:gd name="f23" fmla="val 1163003"/>
                <a:gd name="f24" fmla="val 839724"/>
                <a:gd name="f25" fmla="val 1046607"/>
                <a:gd name="f26" fmla="val 897922"/>
                <a:gd name="f27" fmla="val 933164"/>
                <a:gd name="f28" fmla="val 914400"/>
                <a:gd name="f29" fmla="val 808863"/>
                <a:gd name="f30" fmla="val 928116"/>
                <a:gd name="f31" fmla="val 705326"/>
                <a:gd name="f32" fmla="val 913543"/>
                <a:gd name="f33" fmla="val 596932"/>
                <a:gd name="f34" fmla="val 847344"/>
                <a:gd name="f35" fmla="val 516922"/>
                <a:gd name="f36" fmla="val 786956"/>
                <a:gd name="f37" fmla="val 444056"/>
                <a:gd name="f38" fmla="val 696087"/>
                <a:gd name="f39" fmla="val 407956"/>
                <a:gd name="f40" fmla="val 610362"/>
                <a:gd name="f41" fmla="val 366141"/>
                <a:gd name="f42" fmla="val 524161"/>
                <a:gd name="f43" fmla="val 324136"/>
                <a:gd name="f44" fmla="val 442722"/>
                <a:gd name="f45" fmla="val 273272"/>
                <a:gd name="f46" fmla="val 361379"/>
                <a:gd name="f47" fmla="val 222599"/>
                <a:gd name="f48" fmla="val 245459"/>
                <a:gd name="f49" fmla="val 150400"/>
                <a:gd name="f50" fmla="val 126968"/>
                <a:gd name="f51" fmla="val 121348"/>
                <a:gd name="f52" fmla="val 67056"/>
                <a:gd name="f53" fmla="+- 0 0 -90"/>
                <a:gd name="f54" fmla="*/ f3 1 919096"/>
                <a:gd name="f55" fmla="*/ f4 1 2636139"/>
                <a:gd name="f56" fmla="+- f7 0 f5"/>
                <a:gd name="f57" fmla="+- f6 0 f5"/>
                <a:gd name="f58" fmla="*/ f53 f0 1"/>
                <a:gd name="f59" fmla="*/ f57 1 919096"/>
                <a:gd name="f60" fmla="*/ f56 1 2636139"/>
                <a:gd name="f61" fmla="*/ 0 f57 1"/>
                <a:gd name="f62" fmla="*/ 2636139 f56 1"/>
                <a:gd name="f63" fmla="*/ 274415 f57 1"/>
                <a:gd name="f64" fmla="*/ 2218277 f56 1"/>
                <a:gd name="f65" fmla="*/ 607981 f57 1"/>
                <a:gd name="f66" fmla="*/ 1655921 f56 1"/>
                <a:gd name="f67" fmla="*/ 792290 f57 1"/>
                <a:gd name="f68" fmla="*/ 1163003 f56 1"/>
                <a:gd name="f69" fmla="*/ 914400 f57 1"/>
                <a:gd name="f70" fmla="*/ 808863 f56 1"/>
                <a:gd name="f71" fmla="*/ 847344 f57 1"/>
                <a:gd name="f72" fmla="*/ 516922 f56 1"/>
                <a:gd name="f73" fmla="*/ 610362 f57 1"/>
                <a:gd name="f74" fmla="*/ 366141 f56 1"/>
                <a:gd name="f75" fmla="*/ 361379 f57 1"/>
                <a:gd name="f76" fmla="*/ 222599 f56 1"/>
                <a:gd name="f77" fmla="*/ 67056 f57 1"/>
                <a:gd name="f78" fmla="*/ 0 f56 1"/>
                <a:gd name="f79" fmla="*/ f58 1 f2"/>
                <a:gd name="f80" fmla="*/ f61 1 919096"/>
                <a:gd name="f81" fmla="*/ f62 1 2636139"/>
                <a:gd name="f82" fmla="*/ f63 1 919096"/>
                <a:gd name="f83" fmla="*/ f64 1 2636139"/>
                <a:gd name="f84" fmla="*/ f65 1 919096"/>
                <a:gd name="f85" fmla="*/ f66 1 2636139"/>
                <a:gd name="f86" fmla="*/ f67 1 919096"/>
                <a:gd name="f87" fmla="*/ f68 1 2636139"/>
                <a:gd name="f88" fmla="*/ f69 1 919096"/>
                <a:gd name="f89" fmla="*/ f70 1 2636139"/>
                <a:gd name="f90" fmla="*/ f71 1 919096"/>
                <a:gd name="f91" fmla="*/ f72 1 2636139"/>
                <a:gd name="f92" fmla="*/ f73 1 919096"/>
                <a:gd name="f93" fmla="*/ f74 1 2636139"/>
                <a:gd name="f94" fmla="*/ f75 1 919096"/>
                <a:gd name="f95" fmla="*/ f76 1 2636139"/>
                <a:gd name="f96" fmla="*/ f77 1 919096"/>
                <a:gd name="f97" fmla="*/ f78 1 2636139"/>
                <a:gd name="f98" fmla="*/ f5 1 f59"/>
                <a:gd name="f99" fmla="*/ f6 1 f59"/>
                <a:gd name="f100" fmla="*/ f5 1 f60"/>
                <a:gd name="f101" fmla="*/ f7 1 f60"/>
                <a:gd name="f102" fmla="+- f79 0 f1"/>
                <a:gd name="f103" fmla="*/ f80 1 f59"/>
                <a:gd name="f104" fmla="*/ f81 1 f60"/>
                <a:gd name="f105" fmla="*/ f82 1 f59"/>
                <a:gd name="f106" fmla="*/ f83 1 f60"/>
                <a:gd name="f107" fmla="*/ f84 1 f59"/>
                <a:gd name="f108" fmla="*/ f85 1 f60"/>
                <a:gd name="f109" fmla="*/ f86 1 f59"/>
                <a:gd name="f110" fmla="*/ f87 1 f60"/>
                <a:gd name="f111" fmla="*/ f88 1 f59"/>
                <a:gd name="f112" fmla="*/ f89 1 f60"/>
                <a:gd name="f113" fmla="*/ f90 1 f59"/>
                <a:gd name="f114" fmla="*/ f91 1 f60"/>
                <a:gd name="f115" fmla="*/ f92 1 f59"/>
                <a:gd name="f116" fmla="*/ f93 1 f60"/>
                <a:gd name="f117" fmla="*/ f94 1 f59"/>
                <a:gd name="f118" fmla="*/ f95 1 f60"/>
                <a:gd name="f119" fmla="*/ f96 1 f59"/>
                <a:gd name="f120" fmla="*/ f97 1 f60"/>
                <a:gd name="f121" fmla="*/ f98 f54 1"/>
                <a:gd name="f122" fmla="*/ f99 f54 1"/>
                <a:gd name="f123" fmla="*/ f101 f55 1"/>
                <a:gd name="f124" fmla="*/ f100 f55 1"/>
                <a:gd name="f125" fmla="*/ f103 f54 1"/>
                <a:gd name="f126" fmla="*/ f104 f55 1"/>
                <a:gd name="f127" fmla="*/ f105 f54 1"/>
                <a:gd name="f128" fmla="*/ f106 f55 1"/>
                <a:gd name="f129" fmla="*/ f107 f54 1"/>
                <a:gd name="f130" fmla="*/ f108 f55 1"/>
                <a:gd name="f131" fmla="*/ f109 f54 1"/>
                <a:gd name="f132" fmla="*/ f110 f55 1"/>
                <a:gd name="f133" fmla="*/ f111 f54 1"/>
                <a:gd name="f134" fmla="*/ f112 f55 1"/>
                <a:gd name="f135" fmla="*/ f113 f54 1"/>
                <a:gd name="f136" fmla="*/ f114 f55 1"/>
                <a:gd name="f137" fmla="*/ f115 f54 1"/>
                <a:gd name="f138" fmla="*/ f116 f55 1"/>
                <a:gd name="f139" fmla="*/ f117 f54 1"/>
                <a:gd name="f140" fmla="*/ f118 f55 1"/>
                <a:gd name="f141" fmla="*/ f119 f54 1"/>
                <a:gd name="f142" fmla="*/ f120 f55 1"/>
              </a:gdLst>
              <a:ahLst/>
              <a:cxnLst>
                <a:cxn ang="3cd4">
                  <a:pos x="hc" y="t"/>
                </a:cxn>
                <a:cxn ang="0">
                  <a:pos x="r" y="vc"/>
                </a:cxn>
                <a:cxn ang="cd4">
                  <a:pos x="hc" y="b"/>
                </a:cxn>
                <a:cxn ang="cd2">
                  <a:pos x="l" y="vc"/>
                </a:cxn>
                <a:cxn ang="f102">
                  <a:pos x="f125" y="f126"/>
                </a:cxn>
                <a:cxn ang="f102">
                  <a:pos x="f127" y="f128"/>
                </a:cxn>
                <a:cxn ang="f102">
                  <a:pos x="f129" y="f130"/>
                </a:cxn>
                <a:cxn ang="f102">
                  <a:pos x="f131" y="f132"/>
                </a:cxn>
                <a:cxn ang="f102">
                  <a:pos x="f133" y="f134"/>
                </a:cxn>
                <a:cxn ang="f102">
                  <a:pos x="f135" y="f136"/>
                </a:cxn>
                <a:cxn ang="f102">
                  <a:pos x="f137" y="f138"/>
                </a:cxn>
                <a:cxn ang="f102">
                  <a:pos x="f139" y="f140"/>
                </a:cxn>
                <a:cxn ang="f102">
                  <a:pos x="f141" y="f142"/>
                </a:cxn>
              </a:cxnLst>
              <a:rect l="f121" t="f124" r="f122" b="f123"/>
              <a:pathLst>
                <a:path w="919096" h="2636139">
                  <a:moveTo>
                    <a:pt x="f5" y="f7"/>
                  </a:moveTo>
                  <a:cubicBezTo>
                    <a:pt x="f5" y="f7"/>
                    <a:pt x="f8" y="f9"/>
                    <a:pt x="f10" y="f11"/>
                  </a:cubicBezTo>
                  <a:cubicBezTo>
                    <a:pt x="f12" y="f13"/>
                    <a:pt x="f14" y="f15"/>
                    <a:pt x="f16" y="f17"/>
                  </a:cubicBezTo>
                  <a:cubicBezTo>
                    <a:pt x="f18" y="f19"/>
                    <a:pt x="f20" y="f21"/>
                    <a:pt x="f22" y="f23"/>
                  </a:cubicBezTo>
                  <a:cubicBezTo>
                    <a:pt x="f24" y="f25"/>
                    <a:pt x="f26" y="f27"/>
                    <a:pt x="f28" y="f29"/>
                  </a:cubicBezTo>
                  <a:cubicBezTo>
                    <a:pt x="f30" y="f31"/>
                    <a:pt x="f32" y="f33"/>
                    <a:pt x="f34" y="f35"/>
                  </a:cubicBezTo>
                  <a:cubicBezTo>
                    <a:pt x="f36" y="f37"/>
                    <a:pt x="f38" y="f39"/>
                    <a:pt x="f40" y="f41"/>
                  </a:cubicBezTo>
                  <a:cubicBezTo>
                    <a:pt x="f42" y="f43"/>
                    <a:pt x="f44" y="f45"/>
                    <a:pt x="f46" y="f47"/>
                  </a:cubicBezTo>
                  <a:cubicBezTo>
                    <a:pt x="f48" y="f49"/>
                    <a:pt x="f50" y="f51"/>
                    <a:pt x="f52" y="f5"/>
                  </a:cubicBezTo>
                </a:path>
              </a:pathLst>
            </a:custGeom>
            <a:noFill/>
            <a:ln w="9528" cap="rnd">
              <a:solidFill>
                <a:srgbClr val="F3F0E9">
                  <a:alpha val="2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9" name="Freeform: Shape 41">
              <a:extLst>
                <a:ext uri="{FF2B5EF4-FFF2-40B4-BE49-F238E27FC236}">
                  <a16:creationId xmlns:a16="http://schemas.microsoft.com/office/drawing/2014/main" id="{E4376DE5-53DF-4899-B88C-5B397DDFB438}"/>
                </a:ext>
              </a:extLst>
            </p:cNvPr>
            <p:cNvSpPr/>
            <p:nvPr/>
          </p:nvSpPr>
          <p:spPr>
            <a:xfrm>
              <a:off x="17099" y="379000"/>
              <a:ext cx="1123541" cy="4116272"/>
            </a:xfrm>
            <a:custGeom>
              <a:avLst/>
              <a:gdLst>
                <a:gd name="f0" fmla="val 10800000"/>
                <a:gd name="f1" fmla="val 5400000"/>
                <a:gd name="f2" fmla="val 180"/>
                <a:gd name="f3" fmla="val w"/>
                <a:gd name="f4" fmla="val h"/>
                <a:gd name="f5" fmla="val 0"/>
                <a:gd name="f6" fmla="val 625711"/>
                <a:gd name="f7" fmla="val 2292381"/>
                <a:gd name="f8" fmla="val 2292382"/>
                <a:gd name="f9" fmla="val 110776"/>
                <a:gd name="f10" fmla="val 2140363"/>
                <a:gd name="f11" fmla="val 181070"/>
                <a:gd name="f12" fmla="val 2019967"/>
                <a:gd name="f13" fmla="val 253460"/>
                <a:gd name="f14" fmla="val 1896047"/>
                <a:gd name="f15" fmla="val 318325"/>
                <a:gd name="f16" fmla="val 1768031"/>
                <a:gd name="f17" fmla="val 385000"/>
                <a:gd name="f18" fmla="val 1640967"/>
                <a:gd name="f19" fmla="val 430625"/>
                <a:gd name="f20" fmla="val 1554099"/>
                <a:gd name="f21" fmla="val 478536"/>
                <a:gd name="f22" fmla="val 1468184"/>
                <a:gd name="f23" fmla="val 514255"/>
                <a:gd name="f24" fmla="val 1376839"/>
                <a:gd name="f25" fmla="val 559689"/>
                <a:gd name="f26" fmla="val 1260634"/>
                <a:gd name="f27" fmla="val 585788"/>
                <a:gd name="f28" fmla="val 1138333"/>
                <a:gd name="f29" fmla="val 606171"/>
                <a:gd name="f30" fmla="val 1015079"/>
                <a:gd name="f31" fmla="val 625031"/>
                <a:gd name="f32" fmla="val 900779"/>
                <a:gd name="f33" fmla="val 638556"/>
                <a:gd name="f34" fmla="val 784003"/>
                <a:gd name="f35" fmla="val 673418"/>
                <a:gd name="f36" fmla="val 584168"/>
                <a:gd name="f37" fmla="val 598075"/>
                <a:gd name="f38" fmla="val 540258"/>
                <a:gd name="f39" fmla="val 531590"/>
                <a:gd name="f40" fmla="val 485489"/>
                <a:gd name="f41" fmla="val 475297"/>
                <a:gd name="f42" fmla="val 432911"/>
                <a:gd name="f43" fmla="val 421195"/>
                <a:gd name="f44" fmla="val 369475"/>
                <a:gd name="f45" fmla="val 379095"/>
                <a:gd name="f46" fmla="val 313182"/>
                <a:gd name="f47" fmla="val 328898"/>
                <a:gd name="f48" fmla="val 264128"/>
                <a:gd name="f49" fmla="val 285179"/>
                <a:gd name="f50" fmla="val 219361"/>
                <a:gd name="f51" fmla="val 237077"/>
                <a:gd name="f52" fmla="val 173831"/>
                <a:gd name="f53" fmla="val 189643"/>
                <a:gd name="f54" fmla="val 109347"/>
                <a:gd name="f55" fmla="val 122111"/>
                <a:gd name="f56" fmla="+- 0 0 -90"/>
                <a:gd name="f57" fmla="*/ f3 1 625711"/>
                <a:gd name="f58" fmla="*/ f4 1 2292381"/>
                <a:gd name="f59" fmla="+- f7 0 f5"/>
                <a:gd name="f60" fmla="+- f6 0 f5"/>
                <a:gd name="f61" fmla="*/ f56 f0 1"/>
                <a:gd name="f62" fmla="*/ f60 1 625711"/>
                <a:gd name="f63" fmla="*/ f59 1 2292381"/>
                <a:gd name="f64" fmla="*/ 0 f60 1"/>
                <a:gd name="f65" fmla="*/ 2292382 f59 1"/>
                <a:gd name="f66" fmla="*/ 181070 f60 1"/>
                <a:gd name="f67" fmla="*/ 2019967 f59 1"/>
                <a:gd name="f68" fmla="*/ 385000 f60 1"/>
                <a:gd name="f69" fmla="*/ 1640967 f59 1"/>
                <a:gd name="f70" fmla="*/ 514255 f60 1"/>
                <a:gd name="f71" fmla="*/ 1376839 f59 1"/>
                <a:gd name="f72" fmla="*/ 606171 f60 1"/>
                <a:gd name="f73" fmla="*/ 1015079 f59 1"/>
                <a:gd name="f74" fmla="*/ 673418 f59 1"/>
                <a:gd name="f75" fmla="*/ 485489 f60 1"/>
                <a:gd name="f76" fmla="*/ 475297 f59 1"/>
                <a:gd name="f77" fmla="*/ 313182 f60 1"/>
                <a:gd name="f78" fmla="*/ 328898 f59 1"/>
                <a:gd name="f79" fmla="*/ 173831 f60 1"/>
                <a:gd name="f80" fmla="*/ 189643 f59 1"/>
                <a:gd name="f81" fmla="*/ 0 f59 1"/>
                <a:gd name="f82" fmla="*/ f61 1 f2"/>
                <a:gd name="f83" fmla="*/ f64 1 625711"/>
                <a:gd name="f84" fmla="*/ f65 1 2292381"/>
                <a:gd name="f85" fmla="*/ f66 1 625711"/>
                <a:gd name="f86" fmla="*/ f67 1 2292381"/>
                <a:gd name="f87" fmla="*/ f68 1 625711"/>
                <a:gd name="f88" fmla="*/ f69 1 2292381"/>
                <a:gd name="f89" fmla="*/ f70 1 625711"/>
                <a:gd name="f90" fmla="*/ f71 1 2292381"/>
                <a:gd name="f91" fmla="*/ f72 1 625711"/>
                <a:gd name="f92" fmla="*/ f73 1 2292381"/>
                <a:gd name="f93" fmla="*/ f74 1 2292381"/>
                <a:gd name="f94" fmla="*/ f75 1 625711"/>
                <a:gd name="f95" fmla="*/ f76 1 2292381"/>
                <a:gd name="f96" fmla="*/ f77 1 625711"/>
                <a:gd name="f97" fmla="*/ f78 1 2292381"/>
                <a:gd name="f98" fmla="*/ f79 1 625711"/>
                <a:gd name="f99" fmla="*/ f80 1 2292381"/>
                <a:gd name="f100" fmla="*/ f81 1 2292381"/>
                <a:gd name="f101" fmla="*/ f5 1 f62"/>
                <a:gd name="f102" fmla="*/ f6 1 f62"/>
                <a:gd name="f103" fmla="*/ f5 1 f63"/>
                <a:gd name="f104" fmla="*/ f7 1 f63"/>
                <a:gd name="f105" fmla="+- f82 0 f1"/>
                <a:gd name="f106" fmla="*/ f83 1 f62"/>
                <a:gd name="f107" fmla="*/ f84 1 f63"/>
                <a:gd name="f108" fmla="*/ f85 1 f62"/>
                <a:gd name="f109" fmla="*/ f86 1 f63"/>
                <a:gd name="f110" fmla="*/ f87 1 f62"/>
                <a:gd name="f111" fmla="*/ f88 1 f63"/>
                <a:gd name="f112" fmla="*/ f89 1 f62"/>
                <a:gd name="f113" fmla="*/ f90 1 f63"/>
                <a:gd name="f114" fmla="*/ f91 1 f62"/>
                <a:gd name="f115" fmla="*/ f92 1 f63"/>
                <a:gd name="f116" fmla="*/ f93 1 f63"/>
                <a:gd name="f117" fmla="*/ f94 1 f62"/>
                <a:gd name="f118" fmla="*/ f95 1 f63"/>
                <a:gd name="f119" fmla="*/ f96 1 f62"/>
                <a:gd name="f120" fmla="*/ f97 1 f63"/>
                <a:gd name="f121" fmla="*/ f98 1 f62"/>
                <a:gd name="f122" fmla="*/ f99 1 f63"/>
                <a:gd name="f123" fmla="*/ f100 1 f63"/>
                <a:gd name="f124" fmla="*/ f101 f57 1"/>
                <a:gd name="f125" fmla="*/ f102 f57 1"/>
                <a:gd name="f126" fmla="*/ f104 f58 1"/>
                <a:gd name="f127" fmla="*/ f103 f58 1"/>
                <a:gd name="f128" fmla="*/ f106 f57 1"/>
                <a:gd name="f129" fmla="*/ f107 f58 1"/>
                <a:gd name="f130" fmla="*/ f108 f57 1"/>
                <a:gd name="f131" fmla="*/ f109 f58 1"/>
                <a:gd name="f132" fmla="*/ f110 f57 1"/>
                <a:gd name="f133" fmla="*/ f111 f58 1"/>
                <a:gd name="f134" fmla="*/ f112 f57 1"/>
                <a:gd name="f135" fmla="*/ f113 f58 1"/>
                <a:gd name="f136" fmla="*/ f114 f57 1"/>
                <a:gd name="f137" fmla="*/ f115 f58 1"/>
                <a:gd name="f138" fmla="*/ f116 f58 1"/>
                <a:gd name="f139" fmla="*/ f117 f57 1"/>
                <a:gd name="f140" fmla="*/ f118 f58 1"/>
                <a:gd name="f141" fmla="*/ f119 f57 1"/>
                <a:gd name="f142" fmla="*/ f120 f58 1"/>
                <a:gd name="f143" fmla="*/ f121 f57 1"/>
                <a:gd name="f144" fmla="*/ f122 f58 1"/>
                <a:gd name="f145" fmla="*/ f123 f58 1"/>
              </a:gdLst>
              <a:ahLst/>
              <a:cxnLst>
                <a:cxn ang="3cd4">
                  <a:pos x="hc" y="t"/>
                </a:cxn>
                <a:cxn ang="0">
                  <a:pos x="r" y="vc"/>
                </a:cxn>
                <a:cxn ang="cd4">
                  <a:pos x="hc" y="b"/>
                </a:cxn>
                <a:cxn ang="cd2">
                  <a:pos x="l" y="vc"/>
                </a:cxn>
                <a:cxn ang="f105">
                  <a:pos x="f128" y="f129"/>
                </a:cxn>
                <a:cxn ang="f105">
                  <a:pos x="f130" y="f131"/>
                </a:cxn>
                <a:cxn ang="f105">
                  <a:pos x="f132" y="f133"/>
                </a:cxn>
                <a:cxn ang="f105">
                  <a:pos x="f134" y="f135"/>
                </a:cxn>
                <a:cxn ang="f105">
                  <a:pos x="f136" y="f137"/>
                </a:cxn>
                <a:cxn ang="f105">
                  <a:pos x="f136" y="f138"/>
                </a:cxn>
                <a:cxn ang="f105">
                  <a:pos x="f139" y="f140"/>
                </a:cxn>
                <a:cxn ang="f105">
                  <a:pos x="f141" y="f142"/>
                </a:cxn>
                <a:cxn ang="f105">
                  <a:pos x="f143" y="f144"/>
                </a:cxn>
                <a:cxn ang="f105">
                  <a:pos x="f128" y="f145"/>
                </a:cxn>
              </a:cxnLst>
              <a:rect l="f124" t="f127" r="f125" b="f126"/>
              <a:pathLst>
                <a:path w="625711" h="2292381">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29" y="f35"/>
                  </a:cubicBezTo>
                  <a:cubicBezTo>
                    <a:pt x="f36" y="f37"/>
                    <a:pt x="f38" y="f39"/>
                    <a:pt x="f40" y="f41"/>
                  </a:cubicBezTo>
                  <a:cubicBezTo>
                    <a:pt x="f42" y="f43"/>
                    <a:pt x="f44" y="f45"/>
                    <a:pt x="f46" y="f47"/>
                  </a:cubicBezTo>
                  <a:cubicBezTo>
                    <a:pt x="f48" y="f49"/>
                    <a:pt x="f50" y="f51"/>
                    <a:pt x="f52" y="f53"/>
                  </a:cubicBezTo>
                  <a:cubicBezTo>
                    <a:pt x="f54" y="f55"/>
                    <a:pt x="f5" y="f5"/>
                    <a:pt x="f5" y="f5"/>
                  </a:cubicBezTo>
                </a:path>
              </a:pathLst>
            </a:custGeom>
            <a:noFill/>
            <a:ln w="9528" cap="rnd">
              <a:solidFill>
                <a:srgbClr val="F3F0E9">
                  <a:alpha val="2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30" name="Freeform: Shape 42">
              <a:extLst>
                <a:ext uri="{FF2B5EF4-FFF2-40B4-BE49-F238E27FC236}">
                  <a16:creationId xmlns:a16="http://schemas.microsoft.com/office/drawing/2014/main" id="{DC6ECFB6-BAD0-41D0-A4E9-9C6C8570EF91}"/>
                </a:ext>
              </a:extLst>
            </p:cNvPr>
            <p:cNvSpPr/>
            <p:nvPr/>
          </p:nvSpPr>
          <p:spPr>
            <a:xfrm>
              <a:off x="17099" y="798207"/>
              <a:ext cx="756949" cy="3350206"/>
            </a:xfrm>
            <a:custGeom>
              <a:avLst/>
              <a:gdLst>
                <a:gd name="f0" fmla="val 10800000"/>
                <a:gd name="f1" fmla="val 5400000"/>
                <a:gd name="f2" fmla="val 180"/>
                <a:gd name="f3" fmla="val w"/>
                <a:gd name="f4" fmla="val h"/>
                <a:gd name="f5" fmla="val 0"/>
                <a:gd name="f6" fmla="val 421548"/>
                <a:gd name="f7" fmla="val 1865756"/>
                <a:gd name="f8" fmla="val 155734"/>
                <a:gd name="f9" fmla="val 188309"/>
                <a:gd name="f10" fmla="val 258699"/>
                <a:gd name="f11" fmla="val 330803"/>
                <a:gd name="f12" fmla="val 322517"/>
                <a:gd name="f13" fmla="val 419100"/>
                <a:gd name="f14" fmla="val 383096"/>
                <a:gd name="f15" fmla="val 512255"/>
                <a:gd name="f16" fmla="val 408051"/>
                <a:gd name="f17" fmla="val 617887"/>
                <a:gd name="f18" fmla="val 430625"/>
                <a:gd name="f19" fmla="val 713613"/>
                <a:gd name="f20" fmla="val 420815"/>
                <a:gd name="f21" fmla="val 812768"/>
                <a:gd name="f22" fmla="val 910781"/>
                <a:gd name="f23" fmla="val 392240"/>
                <a:gd name="f24" fmla="val 1032129"/>
                <a:gd name="f25" fmla="val 376142"/>
                <a:gd name="f26" fmla="val 1154049"/>
                <a:gd name="f27" fmla="val 336233"/>
                <a:gd name="f28" fmla="val 1269683"/>
                <a:gd name="f29" fmla="val 298418"/>
                <a:gd name="f30" fmla="val 1379125"/>
                <a:gd name="f31" fmla="val 246412"/>
                <a:gd name="f32" fmla="val 1483138"/>
                <a:gd name="f33" fmla="val 186881"/>
                <a:gd name="f34" fmla="val 1582674"/>
                <a:gd name="f35" fmla="val 122777"/>
                <a:gd name="f36" fmla="val 1689640"/>
                <a:gd name="f37" fmla="val 1865757"/>
                <a:gd name="f38" fmla="+- 0 0 -90"/>
                <a:gd name="f39" fmla="*/ f3 1 421548"/>
                <a:gd name="f40" fmla="*/ f4 1 1865756"/>
                <a:gd name="f41" fmla="+- f7 0 f5"/>
                <a:gd name="f42" fmla="+- f6 0 f5"/>
                <a:gd name="f43" fmla="*/ f38 f0 1"/>
                <a:gd name="f44" fmla="*/ f42 1 421548"/>
                <a:gd name="f45" fmla="*/ f41 1 1865756"/>
                <a:gd name="f46" fmla="*/ 0 f42 1"/>
                <a:gd name="f47" fmla="*/ 0 f41 1"/>
                <a:gd name="f48" fmla="*/ 258699 f42 1"/>
                <a:gd name="f49" fmla="*/ 330803 f41 1"/>
                <a:gd name="f50" fmla="*/ 408051 f42 1"/>
                <a:gd name="f51" fmla="*/ 617887 f41 1"/>
                <a:gd name="f52" fmla="*/ 910781 f41 1"/>
                <a:gd name="f53" fmla="*/ 336233 f42 1"/>
                <a:gd name="f54" fmla="*/ 1269683 f41 1"/>
                <a:gd name="f55" fmla="*/ 186881 f42 1"/>
                <a:gd name="f56" fmla="*/ 1582674 f41 1"/>
                <a:gd name="f57" fmla="*/ 1865757 f41 1"/>
                <a:gd name="f58" fmla="*/ f43 1 f2"/>
                <a:gd name="f59" fmla="*/ f46 1 421548"/>
                <a:gd name="f60" fmla="*/ f47 1 1865756"/>
                <a:gd name="f61" fmla="*/ f48 1 421548"/>
                <a:gd name="f62" fmla="*/ f49 1 1865756"/>
                <a:gd name="f63" fmla="*/ f50 1 421548"/>
                <a:gd name="f64" fmla="*/ f51 1 1865756"/>
                <a:gd name="f65" fmla="*/ f52 1 1865756"/>
                <a:gd name="f66" fmla="*/ f53 1 421548"/>
                <a:gd name="f67" fmla="*/ f54 1 1865756"/>
                <a:gd name="f68" fmla="*/ f55 1 421548"/>
                <a:gd name="f69" fmla="*/ f56 1 1865756"/>
                <a:gd name="f70" fmla="*/ f57 1 1865756"/>
                <a:gd name="f71" fmla="*/ f5 1 f44"/>
                <a:gd name="f72" fmla="*/ f6 1 f44"/>
                <a:gd name="f73" fmla="*/ f5 1 f45"/>
                <a:gd name="f74" fmla="*/ f7 1 f45"/>
                <a:gd name="f75" fmla="+- f58 0 f1"/>
                <a:gd name="f76" fmla="*/ f59 1 f44"/>
                <a:gd name="f77" fmla="*/ f60 1 f45"/>
                <a:gd name="f78" fmla="*/ f61 1 f44"/>
                <a:gd name="f79" fmla="*/ f62 1 f45"/>
                <a:gd name="f80" fmla="*/ f63 1 f44"/>
                <a:gd name="f81" fmla="*/ f64 1 f45"/>
                <a:gd name="f82" fmla="*/ f65 1 f45"/>
                <a:gd name="f83" fmla="*/ f66 1 f44"/>
                <a:gd name="f84" fmla="*/ f67 1 f45"/>
                <a:gd name="f85" fmla="*/ f68 1 f44"/>
                <a:gd name="f86" fmla="*/ f69 1 f45"/>
                <a:gd name="f87" fmla="*/ f70 1 f45"/>
                <a:gd name="f88" fmla="*/ f71 f39 1"/>
                <a:gd name="f89" fmla="*/ f72 f39 1"/>
                <a:gd name="f90" fmla="*/ f74 f40 1"/>
                <a:gd name="f91" fmla="*/ f73 f40 1"/>
                <a:gd name="f92" fmla="*/ f76 f39 1"/>
                <a:gd name="f93" fmla="*/ f77 f40 1"/>
                <a:gd name="f94" fmla="*/ f78 f39 1"/>
                <a:gd name="f95" fmla="*/ f79 f40 1"/>
                <a:gd name="f96" fmla="*/ f80 f39 1"/>
                <a:gd name="f97" fmla="*/ f81 f40 1"/>
                <a:gd name="f98" fmla="*/ f82 f40 1"/>
                <a:gd name="f99" fmla="*/ f83 f39 1"/>
                <a:gd name="f100" fmla="*/ f84 f40 1"/>
                <a:gd name="f101" fmla="*/ f85 f39 1"/>
                <a:gd name="f102" fmla="*/ f86 f40 1"/>
                <a:gd name="f103" fmla="*/ f87 f40 1"/>
              </a:gdLst>
              <a:ahLst/>
              <a:cxnLst>
                <a:cxn ang="3cd4">
                  <a:pos x="hc" y="t"/>
                </a:cxn>
                <a:cxn ang="0">
                  <a:pos x="r" y="vc"/>
                </a:cxn>
                <a:cxn ang="cd4">
                  <a:pos x="hc" y="b"/>
                </a:cxn>
                <a:cxn ang="cd2">
                  <a:pos x="l" y="vc"/>
                </a:cxn>
                <a:cxn ang="f75">
                  <a:pos x="f92" y="f93"/>
                </a:cxn>
                <a:cxn ang="f75">
                  <a:pos x="f94" y="f95"/>
                </a:cxn>
                <a:cxn ang="f75">
                  <a:pos x="f96" y="f97"/>
                </a:cxn>
                <a:cxn ang="f75">
                  <a:pos x="f96" y="f98"/>
                </a:cxn>
                <a:cxn ang="f75">
                  <a:pos x="f99" y="f100"/>
                </a:cxn>
                <a:cxn ang="f75">
                  <a:pos x="f101" y="f102"/>
                </a:cxn>
                <a:cxn ang="f75">
                  <a:pos x="f92" y="f103"/>
                </a:cxn>
              </a:cxnLst>
              <a:rect l="f88" t="f91" r="f89" b="f90"/>
              <a:pathLst>
                <a:path w="421548" h="1865756">
                  <a:moveTo>
                    <a:pt x="f5" y="f5"/>
                  </a:moveTo>
                  <a:cubicBezTo>
                    <a:pt x="f5" y="f5"/>
                    <a:pt x="f8" y="f9"/>
                    <a:pt x="f10" y="f11"/>
                  </a:cubicBezTo>
                  <a:cubicBezTo>
                    <a:pt x="f12" y="f13"/>
                    <a:pt x="f14" y="f15"/>
                    <a:pt x="f16" y="f17"/>
                  </a:cubicBezTo>
                  <a:cubicBezTo>
                    <a:pt x="f18" y="f19"/>
                    <a:pt x="f20" y="f21"/>
                    <a:pt x="f16" y="f22"/>
                  </a:cubicBezTo>
                  <a:cubicBezTo>
                    <a:pt x="f23" y="f24"/>
                    <a:pt x="f25" y="f26"/>
                    <a:pt x="f27" y="f28"/>
                  </a:cubicBezTo>
                  <a:cubicBezTo>
                    <a:pt x="f29" y="f30"/>
                    <a:pt x="f31" y="f32"/>
                    <a:pt x="f33" y="f34"/>
                  </a:cubicBezTo>
                  <a:cubicBezTo>
                    <a:pt x="f35" y="f36"/>
                    <a:pt x="f5" y="f37"/>
                    <a:pt x="f5" y="f37"/>
                  </a:cubicBezTo>
                </a:path>
              </a:pathLst>
            </a:custGeom>
            <a:noFill/>
            <a:ln w="9528" cap="rnd">
              <a:solidFill>
                <a:srgbClr val="F3F0E9">
                  <a:alpha val="2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31" name="Freeform: Shape 43">
              <a:extLst>
                <a:ext uri="{FF2B5EF4-FFF2-40B4-BE49-F238E27FC236}">
                  <a16:creationId xmlns:a16="http://schemas.microsoft.com/office/drawing/2014/main" id="{58A8F733-EC43-47FD-81E0-80BE79627FC9}"/>
                </a:ext>
              </a:extLst>
            </p:cNvPr>
            <p:cNvSpPr/>
            <p:nvPr/>
          </p:nvSpPr>
          <p:spPr>
            <a:xfrm>
              <a:off x="17099" y="1247515"/>
              <a:ext cx="515227" cy="2438942"/>
            </a:xfrm>
            <a:custGeom>
              <a:avLst/>
              <a:gdLst>
                <a:gd name="f0" fmla="val 10800000"/>
                <a:gd name="f1" fmla="val 5400000"/>
                <a:gd name="f2" fmla="val 180"/>
                <a:gd name="f3" fmla="val w"/>
                <a:gd name="f4" fmla="val h"/>
                <a:gd name="f5" fmla="val 0"/>
                <a:gd name="f6" fmla="val 286935"/>
                <a:gd name="f7" fmla="val 1358264"/>
                <a:gd name="f8" fmla="val 11621"/>
                <a:gd name="f9" fmla="val 1358265"/>
                <a:gd name="f10" fmla="val 104299"/>
                <a:gd name="f11" fmla="val 1269016"/>
                <a:gd name="f12" fmla="val 163830"/>
                <a:gd name="f13" fmla="val 1157287"/>
                <a:gd name="f14" fmla="val 213074"/>
                <a:gd name="f15" fmla="val 1064800"/>
                <a:gd name="f16" fmla="val 237458"/>
                <a:gd name="f17" fmla="val 961453"/>
                <a:gd name="f18" fmla="val 258604"/>
                <a:gd name="f19" fmla="val 858679"/>
                <a:gd name="f20" fmla="val 277749"/>
                <a:gd name="f21" fmla="val 765905"/>
                <a:gd name="f22" fmla="val 293180"/>
                <a:gd name="f23" fmla="val 671512"/>
                <a:gd name="f24" fmla="val 284417"/>
                <a:gd name="f25" fmla="val 577310"/>
                <a:gd name="f26" fmla="val 276511"/>
                <a:gd name="f27" fmla="val 491680"/>
                <a:gd name="f28" fmla="val 250412"/>
                <a:gd name="f29" fmla="val 409099"/>
                <a:gd name="f30" fmla="val 215456"/>
                <a:gd name="f31" fmla="val 330422"/>
                <a:gd name="f32" fmla="val 153353"/>
                <a:gd name="f33" fmla="val 190405"/>
                <a:gd name="f34" fmla="+- 0 0 -90"/>
                <a:gd name="f35" fmla="*/ f3 1 286935"/>
                <a:gd name="f36" fmla="*/ f4 1 1358264"/>
                <a:gd name="f37" fmla="+- f7 0 f5"/>
                <a:gd name="f38" fmla="+- f6 0 f5"/>
                <a:gd name="f39" fmla="*/ f34 f0 1"/>
                <a:gd name="f40" fmla="*/ f38 1 286935"/>
                <a:gd name="f41" fmla="*/ f37 1 1358264"/>
                <a:gd name="f42" fmla="*/ 11621 f38 1"/>
                <a:gd name="f43" fmla="*/ 1358265 f37 1"/>
                <a:gd name="f44" fmla="*/ 163830 f38 1"/>
                <a:gd name="f45" fmla="*/ 1157287 f37 1"/>
                <a:gd name="f46" fmla="*/ 258604 f38 1"/>
                <a:gd name="f47" fmla="*/ 858679 f37 1"/>
                <a:gd name="f48" fmla="*/ 284417 f38 1"/>
                <a:gd name="f49" fmla="*/ 577310 f37 1"/>
                <a:gd name="f50" fmla="*/ 215456 f38 1"/>
                <a:gd name="f51" fmla="*/ 330422 f37 1"/>
                <a:gd name="f52" fmla="*/ 0 f38 1"/>
                <a:gd name="f53" fmla="*/ 0 f37 1"/>
                <a:gd name="f54" fmla="*/ f39 1 f2"/>
                <a:gd name="f55" fmla="*/ f42 1 286935"/>
                <a:gd name="f56" fmla="*/ f43 1 1358264"/>
                <a:gd name="f57" fmla="*/ f44 1 286935"/>
                <a:gd name="f58" fmla="*/ f45 1 1358264"/>
                <a:gd name="f59" fmla="*/ f46 1 286935"/>
                <a:gd name="f60" fmla="*/ f47 1 1358264"/>
                <a:gd name="f61" fmla="*/ f48 1 286935"/>
                <a:gd name="f62" fmla="*/ f49 1 1358264"/>
                <a:gd name="f63" fmla="*/ f50 1 286935"/>
                <a:gd name="f64" fmla="*/ f51 1 1358264"/>
                <a:gd name="f65" fmla="*/ f52 1 286935"/>
                <a:gd name="f66" fmla="*/ f53 1 1358264"/>
                <a:gd name="f67" fmla="*/ f5 1 f40"/>
                <a:gd name="f68" fmla="*/ f6 1 f40"/>
                <a:gd name="f69" fmla="*/ f5 1 f41"/>
                <a:gd name="f70" fmla="*/ f7 1 f41"/>
                <a:gd name="f71" fmla="+- f54 0 f1"/>
                <a:gd name="f72" fmla="*/ f55 1 f40"/>
                <a:gd name="f73" fmla="*/ f56 1 f41"/>
                <a:gd name="f74" fmla="*/ f57 1 f40"/>
                <a:gd name="f75" fmla="*/ f58 1 f41"/>
                <a:gd name="f76" fmla="*/ f59 1 f40"/>
                <a:gd name="f77" fmla="*/ f60 1 f41"/>
                <a:gd name="f78" fmla="*/ f61 1 f40"/>
                <a:gd name="f79" fmla="*/ f62 1 f41"/>
                <a:gd name="f80" fmla="*/ f63 1 f40"/>
                <a:gd name="f81" fmla="*/ f64 1 f41"/>
                <a:gd name="f82" fmla="*/ f65 1 f40"/>
                <a:gd name="f83" fmla="*/ f66 1 f41"/>
                <a:gd name="f84" fmla="*/ f67 f35 1"/>
                <a:gd name="f85" fmla="*/ f68 f35 1"/>
                <a:gd name="f86" fmla="*/ f70 f36 1"/>
                <a:gd name="f87" fmla="*/ f69 f36 1"/>
                <a:gd name="f88" fmla="*/ f72 f35 1"/>
                <a:gd name="f89" fmla="*/ f73 f36 1"/>
                <a:gd name="f90" fmla="*/ f74 f35 1"/>
                <a:gd name="f91" fmla="*/ f75 f36 1"/>
                <a:gd name="f92" fmla="*/ f76 f35 1"/>
                <a:gd name="f93" fmla="*/ f77 f36 1"/>
                <a:gd name="f94" fmla="*/ f78 f35 1"/>
                <a:gd name="f95" fmla="*/ f79 f36 1"/>
                <a:gd name="f96" fmla="*/ f80 f35 1"/>
                <a:gd name="f97" fmla="*/ f81 f36 1"/>
                <a:gd name="f98" fmla="*/ f82 f35 1"/>
                <a:gd name="f99" fmla="*/ f83 f36 1"/>
              </a:gdLst>
              <a:ahLst/>
              <a:cxnLst>
                <a:cxn ang="3cd4">
                  <a:pos x="hc" y="t"/>
                </a:cxn>
                <a:cxn ang="0">
                  <a:pos x="r" y="vc"/>
                </a:cxn>
                <a:cxn ang="cd4">
                  <a:pos x="hc" y="b"/>
                </a:cxn>
                <a:cxn ang="cd2">
                  <a:pos x="l" y="vc"/>
                </a:cxn>
                <a:cxn ang="f71">
                  <a:pos x="f88" y="f89"/>
                </a:cxn>
                <a:cxn ang="f71">
                  <a:pos x="f90" y="f91"/>
                </a:cxn>
                <a:cxn ang="f71">
                  <a:pos x="f92" y="f93"/>
                </a:cxn>
                <a:cxn ang="f71">
                  <a:pos x="f94" y="f95"/>
                </a:cxn>
                <a:cxn ang="f71">
                  <a:pos x="f96" y="f97"/>
                </a:cxn>
                <a:cxn ang="f71">
                  <a:pos x="f98" y="f99"/>
                </a:cxn>
              </a:cxnLst>
              <a:rect l="f84" t="f87" r="f85" b="f86"/>
              <a:pathLst>
                <a:path w="286935" h="1358264">
                  <a:moveTo>
                    <a:pt x="f8" y="f9"/>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5" y="f5"/>
                    <a:pt x="f5" y="f5"/>
                  </a:cubicBezTo>
                </a:path>
              </a:pathLst>
            </a:custGeom>
            <a:noFill/>
            <a:ln w="9528" cap="rnd">
              <a:solidFill>
                <a:srgbClr val="F3F0E9">
                  <a:alpha val="2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32" name="Freeform: Shape 44">
              <a:extLst>
                <a:ext uri="{FF2B5EF4-FFF2-40B4-BE49-F238E27FC236}">
                  <a16:creationId xmlns:a16="http://schemas.microsoft.com/office/drawing/2014/main" id="{B080B4D0-FE73-4945-AFDA-D18D3FDE9EE6}"/>
                </a:ext>
              </a:extLst>
            </p:cNvPr>
            <p:cNvSpPr/>
            <p:nvPr/>
          </p:nvSpPr>
          <p:spPr>
            <a:xfrm>
              <a:off x="17099" y="1752228"/>
              <a:ext cx="300407" cy="1599678"/>
            </a:xfrm>
            <a:custGeom>
              <a:avLst/>
              <a:gdLst>
                <a:gd name="f0" fmla="val 10800000"/>
                <a:gd name="f1" fmla="val 5400000"/>
                <a:gd name="f2" fmla="val 180"/>
                <a:gd name="f3" fmla="val w"/>
                <a:gd name="f4" fmla="val h"/>
                <a:gd name="f5" fmla="val 0"/>
                <a:gd name="f6" fmla="val 167300"/>
                <a:gd name="f7" fmla="val 890873"/>
                <a:gd name="f8" fmla="val 110585"/>
                <a:gd name="f9" fmla="val 127254"/>
                <a:gd name="f10" fmla="val 143732"/>
                <a:gd name="f11" fmla="val 233077"/>
                <a:gd name="f12" fmla="val 168974"/>
                <a:gd name="f13" fmla="val 313563"/>
                <a:gd name="f14" fmla="val 172593"/>
                <a:gd name="f15" fmla="val 399098"/>
                <a:gd name="f16" fmla="val 160973"/>
                <a:gd name="f17" fmla="val 482822"/>
                <a:gd name="f18" fmla="val 136970"/>
                <a:gd name="f19" fmla="val 655892"/>
                <a:gd name="f20" fmla="+- 0 0 -90"/>
                <a:gd name="f21" fmla="*/ f3 1 167300"/>
                <a:gd name="f22" fmla="*/ f4 1 890873"/>
                <a:gd name="f23" fmla="+- f7 0 f5"/>
                <a:gd name="f24" fmla="+- f6 0 f5"/>
                <a:gd name="f25" fmla="*/ f20 f0 1"/>
                <a:gd name="f26" fmla="*/ f24 1 167300"/>
                <a:gd name="f27" fmla="*/ f23 1 890873"/>
                <a:gd name="f28" fmla="*/ 0 f24 1"/>
                <a:gd name="f29" fmla="*/ 0 f23 1"/>
                <a:gd name="f30" fmla="*/ 143732 f24 1"/>
                <a:gd name="f31" fmla="*/ 233077 f23 1"/>
                <a:gd name="f32" fmla="*/ 160973 f24 1"/>
                <a:gd name="f33" fmla="*/ 482822 f23 1"/>
                <a:gd name="f34" fmla="*/ 890873 f23 1"/>
                <a:gd name="f35" fmla="*/ f25 1 f2"/>
                <a:gd name="f36" fmla="*/ f28 1 167300"/>
                <a:gd name="f37" fmla="*/ f29 1 890873"/>
                <a:gd name="f38" fmla="*/ f30 1 167300"/>
                <a:gd name="f39" fmla="*/ f31 1 890873"/>
                <a:gd name="f40" fmla="*/ f32 1 167300"/>
                <a:gd name="f41" fmla="*/ f33 1 890873"/>
                <a:gd name="f42" fmla="*/ f34 1 890873"/>
                <a:gd name="f43" fmla="*/ f5 1 f26"/>
                <a:gd name="f44" fmla="*/ f6 1 f26"/>
                <a:gd name="f45" fmla="*/ f5 1 f27"/>
                <a:gd name="f46" fmla="*/ f7 1 f27"/>
                <a:gd name="f47" fmla="+- f35 0 f1"/>
                <a:gd name="f48" fmla="*/ f36 1 f26"/>
                <a:gd name="f49" fmla="*/ f37 1 f27"/>
                <a:gd name="f50" fmla="*/ f38 1 f26"/>
                <a:gd name="f51" fmla="*/ f39 1 f27"/>
                <a:gd name="f52" fmla="*/ f40 1 f26"/>
                <a:gd name="f53" fmla="*/ f41 1 f27"/>
                <a:gd name="f54" fmla="*/ f42 1 f27"/>
                <a:gd name="f55" fmla="*/ f43 f21 1"/>
                <a:gd name="f56" fmla="*/ f44 f21 1"/>
                <a:gd name="f57" fmla="*/ f46 f22 1"/>
                <a:gd name="f58" fmla="*/ f45 f22 1"/>
                <a:gd name="f59" fmla="*/ f48 f21 1"/>
                <a:gd name="f60" fmla="*/ f49 f22 1"/>
                <a:gd name="f61" fmla="*/ f50 f21 1"/>
                <a:gd name="f62" fmla="*/ f51 f22 1"/>
                <a:gd name="f63" fmla="*/ f52 f21 1"/>
                <a:gd name="f64" fmla="*/ f53 f22 1"/>
                <a:gd name="f65" fmla="*/ f54 f22 1"/>
              </a:gdLst>
              <a:ahLst/>
              <a:cxnLst>
                <a:cxn ang="3cd4">
                  <a:pos x="hc" y="t"/>
                </a:cxn>
                <a:cxn ang="0">
                  <a:pos x="r" y="vc"/>
                </a:cxn>
                <a:cxn ang="cd4">
                  <a:pos x="hc" y="b"/>
                </a:cxn>
                <a:cxn ang="cd2">
                  <a:pos x="l" y="vc"/>
                </a:cxn>
                <a:cxn ang="f47">
                  <a:pos x="f59" y="f60"/>
                </a:cxn>
                <a:cxn ang="f47">
                  <a:pos x="f61" y="f62"/>
                </a:cxn>
                <a:cxn ang="f47">
                  <a:pos x="f63" y="f64"/>
                </a:cxn>
                <a:cxn ang="f47">
                  <a:pos x="f59" y="f65"/>
                </a:cxn>
              </a:cxnLst>
              <a:rect l="f55" t="f58" r="f56" b="f57"/>
              <a:pathLst>
                <a:path w="167300" h="890873">
                  <a:moveTo>
                    <a:pt x="f5" y="f5"/>
                  </a:moveTo>
                  <a:cubicBezTo>
                    <a:pt x="f5" y="f5"/>
                    <a:pt x="f8" y="f9"/>
                    <a:pt x="f10" y="f11"/>
                  </a:cubicBezTo>
                  <a:cubicBezTo>
                    <a:pt x="f12" y="f13"/>
                    <a:pt x="f14" y="f15"/>
                    <a:pt x="f16" y="f17"/>
                  </a:cubicBezTo>
                  <a:cubicBezTo>
                    <a:pt x="f18" y="f19"/>
                    <a:pt x="f5" y="f7"/>
                    <a:pt x="f5" y="f7"/>
                  </a:cubicBezTo>
                </a:path>
              </a:pathLst>
            </a:custGeom>
            <a:noFill/>
            <a:ln w="9528" cap="rnd">
              <a:solidFill>
                <a:srgbClr val="F3F0E9">
                  <a:alpha val="2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33" name="Freeform: Shape 45">
              <a:extLst>
                <a:ext uri="{FF2B5EF4-FFF2-40B4-BE49-F238E27FC236}">
                  <a16:creationId xmlns:a16="http://schemas.microsoft.com/office/drawing/2014/main" id="{38DBBFD6-3116-4AE6-A8EB-6AD4A05EE047}"/>
                </a:ext>
              </a:extLst>
            </p:cNvPr>
            <p:cNvSpPr/>
            <p:nvPr/>
          </p:nvSpPr>
          <p:spPr>
            <a:xfrm>
              <a:off x="2131256" y="14017"/>
              <a:ext cx="5523533" cy="3012563"/>
            </a:xfrm>
            <a:custGeom>
              <a:avLst/>
              <a:gdLst>
                <a:gd name="f0" fmla="val 10800000"/>
                <a:gd name="f1" fmla="val 5400000"/>
                <a:gd name="f2" fmla="val 180"/>
                <a:gd name="f3" fmla="val w"/>
                <a:gd name="f4" fmla="val h"/>
                <a:gd name="f5" fmla="val 0"/>
                <a:gd name="f6" fmla="val 3076098"/>
                <a:gd name="f7" fmla="val 1677721"/>
                <a:gd name="f8" fmla="val 3076099"/>
                <a:gd name="f9" fmla="val 12287"/>
                <a:gd name="f10" fmla="val 3069336"/>
                <a:gd name="f11" fmla="val 183071"/>
                <a:gd name="f12" fmla="val 3053525"/>
                <a:gd name="f13" fmla="val 438150"/>
                <a:gd name="f14" fmla="val 3054287"/>
                <a:gd name="f15" fmla="val 609029"/>
                <a:gd name="f16" fmla="val 3054572"/>
                <a:gd name="f17" fmla="val 680942"/>
                <a:gd name="f18" fmla="val 3056477"/>
                <a:gd name="f19" fmla="val 752856"/>
                <a:gd name="f20" fmla="val 824770"/>
                <a:gd name="f21" fmla="val 3050858"/>
                <a:gd name="f22" fmla="val 937832"/>
                <a:gd name="f23" fmla="val 3038285"/>
                <a:gd name="f24" fmla="val 1051084"/>
                <a:gd name="f25" fmla="val 3002375"/>
                <a:gd name="f26" fmla="val 1158240"/>
                <a:gd name="f27" fmla="val 2988374"/>
                <a:gd name="f28" fmla="val 1200055"/>
                <a:gd name="f29" fmla="val 2969895"/>
                <a:gd name="f30" fmla="val 1240155"/>
                <a:gd name="f31" fmla="val 2945797"/>
                <a:gd name="f32" fmla="val 1277112"/>
                <a:gd name="f33" fmla="val 2886742"/>
                <a:gd name="f34" fmla="val 1367885"/>
                <a:gd name="f35" fmla="val 2798636"/>
                <a:gd name="f36" fmla="val 1434846"/>
                <a:gd name="f37" fmla="val 2706815"/>
                <a:gd name="f38" fmla="val 1492853"/>
                <a:gd name="f39" fmla="val 2626424"/>
                <a:gd name="f40" fmla="val 1543717"/>
                <a:gd name="f41" fmla="val 2541080"/>
                <a:gd name="f42" fmla="val 1586103"/>
                <a:gd name="f43" fmla="val 2451735"/>
                <a:gd name="f44" fmla="val 1618583"/>
                <a:gd name="f45" fmla="val 2347817"/>
                <a:gd name="f46" fmla="val 1656398"/>
                <a:gd name="f47" fmla="val 2238851"/>
                <a:gd name="f48" fmla="val 1680591"/>
                <a:gd name="f49" fmla="val 2128457"/>
                <a:gd name="f50" fmla="val 1677448"/>
                <a:gd name="f51" fmla="val 1962436"/>
                <a:gd name="f52" fmla="val 1672781"/>
                <a:gd name="f53" fmla="val 1804702"/>
                <a:gd name="f54" fmla="val 1606677"/>
                <a:gd name="f55" fmla="val 1672495"/>
                <a:gd name="f56" fmla="val 1505522"/>
                <a:gd name="f57" fmla="val 1576483"/>
                <a:gd name="f58" fmla="val 1432084"/>
                <a:gd name="f59" fmla="val 1493520"/>
                <a:gd name="f60" fmla="val 1341501"/>
                <a:gd name="f61" fmla="val 1445038"/>
                <a:gd name="f62" fmla="val 1230916"/>
                <a:gd name="f63" fmla="val 1418653"/>
                <a:gd name="f64" fmla="val 1170623"/>
                <a:gd name="f65" fmla="val 1401794"/>
                <a:gd name="f66" fmla="val 1106710"/>
                <a:gd name="f67" fmla="val 1381506"/>
                <a:gd name="f68" fmla="val 1044035"/>
                <a:gd name="f69" fmla="val 1356360"/>
                <a:gd name="f70" fmla="val 966026"/>
                <a:gd name="f71" fmla="val 1324261"/>
                <a:gd name="f72" fmla="val 887730"/>
                <a:gd name="f73" fmla="val 1260253"/>
                <a:gd name="f74" fmla="val 837533"/>
                <a:gd name="f75" fmla="val 1216628"/>
                <a:gd name="f76" fmla="val 803243"/>
                <a:gd name="f77" fmla="val 1162717"/>
                <a:gd name="f78" fmla="val 786194"/>
                <a:gd name="f79" fmla="val 1108520"/>
                <a:gd name="f80" fmla="val 772954"/>
                <a:gd name="f81" fmla="val 1058228"/>
                <a:gd name="f82" fmla="val 760667"/>
                <a:gd name="f83" fmla="val 1007078"/>
                <a:gd name="f84" fmla="val 750570"/>
                <a:gd name="f85" fmla="val 955358"/>
                <a:gd name="f86" fmla="val 751427"/>
                <a:gd name="f87" fmla="val 891064"/>
                <a:gd name="f88" fmla="val 752475"/>
                <a:gd name="f89" fmla="val 827818"/>
                <a:gd name="f90" fmla="val 770001"/>
                <a:gd name="f91" fmla="val 763810"/>
                <a:gd name="f92" fmla="val 764762"/>
                <a:gd name="f93" fmla="val 723995"/>
                <a:gd name="f94" fmla="val 761524"/>
                <a:gd name="f95" fmla="val 685514"/>
                <a:gd name="f96" fmla="val 748760"/>
                <a:gd name="f97" fmla="val 651224"/>
                <a:gd name="f98" fmla="val 728186"/>
                <a:gd name="f99" fmla="val 594074"/>
                <a:gd name="f100" fmla="val 693896"/>
                <a:gd name="f101" fmla="val 552545"/>
                <a:gd name="f102" fmla="val 639985"/>
                <a:gd name="f103" fmla="val 510730"/>
                <a:gd name="f104" fmla="val 587788"/>
                <a:gd name="f105" fmla="val 448151"/>
                <a:gd name="f106" fmla="val 509683"/>
                <a:gd name="f107" fmla="val 384524"/>
                <a:gd name="f108" fmla="val 432245"/>
                <a:gd name="f109" fmla="val 323183"/>
                <a:gd name="f110" fmla="val 353187"/>
                <a:gd name="f111" fmla="val 246221"/>
                <a:gd name="f112" fmla="val 253937"/>
                <a:gd name="f113" fmla="val 94202"/>
                <a:gd name="f114" fmla="val 82868"/>
                <a:gd name="f115" fmla="+- 0 0 -90"/>
                <a:gd name="f116" fmla="*/ f3 1 3076098"/>
                <a:gd name="f117" fmla="*/ f4 1 1677721"/>
                <a:gd name="f118" fmla="+- f7 0 f5"/>
                <a:gd name="f119" fmla="+- f6 0 f5"/>
                <a:gd name="f120" fmla="*/ f115 f0 1"/>
                <a:gd name="f121" fmla="*/ f119 1 3076098"/>
                <a:gd name="f122" fmla="*/ f118 1 1677721"/>
                <a:gd name="f123" fmla="*/ 3076099 f119 1"/>
                <a:gd name="f124" fmla="*/ 12287 f118 1"/>
                <a:gd name="f125" fmla="*/ 3054287 f119 1"/>
                <a:gd name="f126" fmla="*/ 609029 f118 1"/>
                <a:gd name="f127" fmla="*/ 824770 f118 1"/>
                <a:gd name="f128" fmla="*/ 3002375 f119 1"/>
                <a:gd name="f129" fmla="*/ 1158240 f118 1"/>
                <a:gd name="f130" fmla="*/ 2945797 f119 1"/>
                <a:gd name="f131" fmla="*/ 1277112 f118 1"/>
                <a:gd name="f132" fmla="*/ 2706815 f119 1"/>
                <a:gd name="f133" fmla="*/ 1492853 f118 1"/>
                <a:gd name="f134" fmla="*/ 2451735 f119 1"/>
                <a:gd name="f135" fmla="*/ 1618583 f118 1"/>
                <a:gd name="f136" fmla="*/ 2128457 f119 1"/>
                <a:gd name="f137" fmla="*/ 1677448 f118 1"/>
                <a:gd name="f138" fmla="*/ 1672495 f119 1"/>
                <a:gd name="f139" fmla="*/ 1505522 f118 1"/>
                <a:gd name="f140" fmla="*/ 1445038 f119 1"/>
                <a:gd name="f141" fmla="*/ 1230916 f118 1"/>
                <a:gd name="f142" fmla="*/ 1381506 f119 1"/>
                <a:gd name="f143" fmla="*/ 1044035 f118 1"/>
                <a:gd name="f144" fmla="*/ 1260253 f119 1"/>
                <a:gd name="f145" fmla="*/ 837533 f118 1"/>
                <a:gd name="f146" fmla="*/ 1108520 f119 1"/>
                <a:gd name="f147" fmla="*/ 772954 f118 1"/>
                <a:gd name="f148" fmla="*/ 955358 f119 1"/>
                <a:gd name="f149" fmla="*/ 751427 f118 1"/>
                <a:gd name="f150" fmla="*/ 763810 f119 1"/>
                <a:gd name="f151" fmla="*/ 764762 f118 1"/>
                <a:gd name="f152" fmla="*/ 651224 f119 1"/>
                <a:gd name="f153" fmla="*/ 728186 f118 1"/>
                <a:gd name="f154" fmla="*/ 510730 f119 1"/>
                <a:gd name="f155" fmla="*/ 587788 f118 1"/>
                <a:gd name="f156" fmla="*/ 323183 f119 1"/>
                <a:gd name="f157" fmla="*/ 353187 f118 1"/>
                <a:gd name="f158" fmla="*/ 0 f119 1"/>
                <a:gd name="f159" fmla="*/ 0 f118 1"/>
                <a:gd name="f160" fmla="*/ f120 1 f2"/>
                <a:gd name="f161" fmla="*/ f123 1 3076098"/>
                <a:gd name="f162" fmla="*/ f124 1 1677721"/>
                <a:gd name="f163" fmla="*/ f125 1 3076098"/>
                <a:gd name="f164" fmla="*/ f126 1 1677721"/>
                <a:gd name="f165" fmla="*/ f127 1 1677721"/>
                <a:gd name="f166" fmla="*/ f128 1 3076098"/>
                <a:gd name="f167" fmla="*/ f129 1 1677721"/>
                <a:gd name="f168" fmla="*/ f130 1 3076098"/>
                <a:gd name="f169" fmla="*/ f131 1 1677721"/>
                <a:gd name="f170" fmla="*/ f132 1 3076098"/>
                <a:gd name="f171" fmla="*/ f133 1 1677721"/>
                <a:gd name="f172" fmla="*/ f134 1 3076098"/>
                <a:gd name="f173" fmla="*/ f135 1 1677721"/>
                <a:gd name="f174" fmla="*/ f136 1 3076098"/>
                <a:gd name="f175" fmla="*/ f137 1 1677721"/>
                <a:gd name="f176" fmla="*/ f138 1 3076098"/>
                <a:gd name="f177" fmla="*/ f139 1 1677721"/>
                <a:gd name="f178" fmla="*/ f140 1 3076098"/>
                <a:gd name="f179" fmla="*/ f141 1 1677721"/>
                <a:gd name="f180" fmla="*/ f142 1 3076098"/>
                <a:gd name="f181" fmla="*/ f143 1 1677721"/>
                <a:gd name="f182" fmla="*/ f144 1 3076098"/>
                <a:gd name="f183" fmla="*/ f145 1 1677721"/>
                <a:gd name="f184" fmla="*/ f146 1 3076098"/>
                <a:gd name="f185" fmla="*/ f147 1 1677721"/>
                <a:gd name="f186" fmla="*/ f148 1 3076098"/>
                <a:gd name="f187" fmla="*/ f149 1 1677721"/>
                <a:gd name="f188" fmla="*/ f150 1 3076098"/>
                <a:gd name="f189" fmla="*/ f151 1 1677721"/>
                <a:gd name="f190" fmla="*/ f152 1 3076098"/>
                <a:gd name="f191" fmla="*/ f153 1 1677721"/>
                <a:gd name="f192" fmla="*/ f154 1 3076098"/>
                <a:gd name="f193" fmla="*/ f155 1 1677721"/>
                <a:gd name="f194" fmla="*/ f156 1 3076098"/>
                <a:gd name="f195" fmla="*/ f157 1 1677721"/>
                <a:gd name="f196" fmla="*/ f158 1 3076098"/>
                <a:gd name="f197" fmla="*/ f159 1 1677721"/>
                <a:gd name="f198" fmla="*/ f5 1 f121"/>
                <a:gd name="f199" fmla="*/ f6 1 f121"/>
                <a:gd name="f200" fmla="*/ f5 1 f122"/>
                <a:gd name="f201" fmla="*/ f7 1 f122"/>
                <a:gd name="f202" fmla="+- f160 0 f1"/>
                <a:gd name="f203" fmla="*/ f161 1 f121"/>
                <a:gd name="f204" fmla="*/ f162 1 f122"/>
                <a:gd name="f205" fmla="*/ f163 1 f121"/>
                <a:gd name="f206" fmla="*/ f164 1 f122"/>
                <a:gd name="f207" fmla="*/ f165 1 f122"/>
                <a:gd name="f208" fmla="*/ f166 1 f121"/>
                <a:gd name="f209" fmla="*/ f167 1 f122"/>
                <a:gd name="f210" fmla="*/ f168 1 f121"/>
                <a:gd name="f211" fmla="*/ f169 1 f122"/>
                <a:gd name="f212" fmla="*/ f170 1 f121"/>
                <a:gd name="f213" fmla="*/ f171 1 f122"/>
                <a:gd name="f214" fmla="*/ f172 1 f121"/>
                <a:gd name="f215" fmla="*/ f173 1 f122"/>
                <a:gd name="f216" fmla="*/ f174 1 f121"/>
                <a:gd name="f217" fmla="*/ f175 1 f122"/>
                <a:gd name="f218" fmla="*/ f176 1 f121"/>
                <a:gd name="f219" fmla="*/ f177 1 f122"/>
                <a:gd name="f220" fmla="*/ f178 1 f121"/>
                <a:gd name="f221" fmla="*/ f179 1 f122"/>
                <a:gd name="f222" fmla="*/ f180 1 f121"/>
                <a:gd name="f223" fmla="*/ f181 1 f122"/>
                <a:gd name="f224" fmla="*/ f182 1 f121"/>
                <a:gd name="f225" fmla="*/ f183 1 f122"/>
                <a:gd name="f226" fmla="*/ f184 1 f121"/>
                <a:gd name="f227" fmla="*/ f185 1 f122"/>
                <a:gd name="f228" fmla="*/ f186 1 f121"/>
                <a:gd name="f229" fmla="*/ f187 1 f122"/>
                <a:gd name="f230" fmla="*/ f188 1 f121"/>
                <a:gd name="f231" fmla="*/ f189 1 f122"/>
                <a:gd name="f232" fmla="*/ f190 1 f121"/>
                <a:gd name="f233" fmla="*/ f191 1 f122"/>
                <a:gd name="f234" fmla="*/ f192 1 f121"/>
                <a:gd name="f235" fmla="*/ f193 1 f122"/>
                <a:gd name="f236" fmla="*/ f194 1 f121"/>
                <a:gd name="f237" fmla="*/ f195 1 f122"/>
                <a:gd name="f238" fmla="*/ f196 1 f121"/>
                <a:gd name="f239" fmla="*/ f197 1 f122"/>
                <a:gd name="f240" fmla="*/ f198 f116 1"/>
                <a:gd name="f241" fmla="*/ f199 f116 1"/>
                <a:gd name="f242" fmla="*/ f201 f117 1"/>
                <a:gd name="f243" fmla="*/ f200 f117 1"/>
                <a:gd name="f244" fmla="*/ f203 f116 1"/>
                <a:gd name="f245" fmla="*/ f204 f117 1"/>
                <a:gd name="f246" fmla="*/ f205 f116 1"/>
                <a:gd name="f247" fmla="*/ f206 f117 1"/>
                <a:gd name="f248" fmla="*/ f207 f117 1"/>
                <a:gd name="f249" fmla="*/ f208 f116 1"/>
                <a:gd name="f250" fmla="*/ f209 f117 1"/>
                <a:gd name="f251" fmla="*/ f210 f116 1"/>
                <a:gd name="f252" fmla="*/ f211 f117 1"/>
                <a:gd name="f253" fmla="*/ f212 f116 1"/>
                <a:gd name="f254" fmla="*/ f213 f117 1"/>
                <a:gd name="f255" fmla="*/ f214 f116 1"/>
                <a:gd name="f256" fmla="*/ f215 f117 1"/>
                <a:gd name="f257" fmla="*/ f216 f116 1"/>
                <a:gd name="f258" fmla="*/ f217 f117 1"/>
                <a:gd name="f259" fmla="*/ f218 f116 1"/>
                <a:gd name="f260" fmla="*/ f219 f117 1"/>
                <a:gd name="f261" fmla="*/ f220 f116 1"/>
                <a:gd name="f262" fmla="*/ f221 f117 1"/>
                <a:gd name="f263" fmla="*/ f222 f116 1"/>
                <a:gd name="f264" fmla="*/ f223 f117 1"/>
                <a:gd name="f265" fmla="*/ f224 f116 1"/>
                <a:gd name="f266" fmla="*/ f225 f117 1"/>
                <a:gd name="f267" fmla="*/ f226 f116 1"/>
                <a:gd name="f268" fmla="*/ f227 f117 1"/>
                <a:gd name="f269" fmla="*/ f228 f116 1"/>
                <a:gd name="f270" fmla="*/ f229 f117 1"/>
                <a:gd name="f271" fmla="*/ f230 f116 1"/>
                <a:gd name="f272" fmla="*/ f231 f117 1"/>
                <a:gd name="f273" fmla="*/ f232 f116 1"/>
                <a:gd name="f274" fmla="*/ f233 f117 1"/>
                <a:gd name="f275" fmla="*/ f234 f116 1"/>
                <a:gd name="f276" fmla="*/ f235 f117 1"/>
                <a:gd name="f277" fmla="*/ f236 f116 1"/>
                <a:gd name="f278" fmla="*/ f237 f117 1"/>
                <a:gd name="f279" fmla="*/ f238 f116 1"/>
                <a:gd name="f280" fmla="*/ f239 f117 1"/>
              </a:gdLst>
              <a:ahLst/>
              <a:cxnLst>
                <a:cxn ang="3cd4">
                  <a:pos x="hc" y="t"/>
                </a:cxn>
                <a:cxn ang="0">
                  <a:pos x="r" y="vc"/>
                </a:cxn>
                <a:cxn ang="cd4">
                  <a:pos x="hc" y="b"/>
                </a:cxn>
                <a:cxn ang="cd2">
                  <a:pos x="l" y="vc"/>
                </a:cxn>
                <a:cxn ang="f202">
                  <a:pos x="f244" y="f245"/>
                </a:cxn>
                <a:cxn ang="f202">
                  <a:pos x="f246" y="f247"/>
                </a:cxn>
                <a:cxn ang="f202">
                  <a:pos x="f246" y="f248"/>
                </a:cxn>
                <a:cxn ang="f202">
                  <a:pos x="f249" y="f250"/>
                </a:cxn>
                <a:cxn ang="f202">
                  <a:pos x="f251" y="f252"/>
                </a:cxn>
                <a:cxn ang="f202">
                  <a:pos x="f253" y="f254"/>
                </a:cxn>
                <a:cxn ang="f202">
                  <a:pos x="f255" y="f256"/>
                </a:cxn>
                <a:cxn ang="f202">
                  <a:pos x="f257" y="f258"/>
                </a:cxn>
                <a:cxn ang="f202">
                  <a:pos x="f259" y="f260"/>
                </a:cxn>
                <a:cxn ang="f202">
                  <a:pos x="f261" y="f262"/>
                </a:cxn>
                <a:cxn ang="f202">
                  <a:pos x="f263" y="f264"/>
                </a:cxn>
                <a:cxn ang="f202">
                  <a:pos x="f265" y="f266"/>
                </a:cxn>
                <a:cxn ang="f202">
                  <a:pos x="f267" y="f268"/>
                </a:cxn>
                <a:cxn ang="f202">
                  <a:pos x="f269" y="f270"/>
                </a:cxn>
                <a:cxn ang="f202">
                  <a:pos x="f271" y="f272"/>
                </a:cxn>
                <a:cxn ang="f202">
                  <a:pos x="f273" y="f274"/>
                </a:cxn>
                <a:cxn ang="f202">
                  <a:pos x="f275" y="f276"/>
                </a:cxn>
                <a:cxn ang="f202">
                  <a:pos x="f277" y="f278"/>
                </a:cxn>
                <a:cxn ang="f202">
                  <a:pos x="f279" y="f280"/>
                </a:cxn>
              </a:cxnLst>
              <a:rect l="f240" t="f243" r="f241" b="f242"/>
              <a:pathLst>
                <a:path w="3076098" h="1677721">
                  <a:moveTo>
                    <a:pt x="f8" y="f9"/>
                  </a:moveTo>
                  <a:cubicBezTo>
                    <a:pt x="f10" y="f11"/>
                    <a:pt x="f12" y="f13"/>
                    <a:pt x="f14" y="f15"/>
                  </a:cubicBezTo>
                  <a:cubicBezTo>
                    <a:pt x="f16" y="f17"/>
                    <a:pt x="f18" y="f19"/>
                    <a:pt x="f14"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cubicBezTo>
                    <a:pt x="f63" y="f64"/>
                    <a:pt x="f65" y="f66"/>
                    <a:pt x="f67" y="f68"/>
                  </a:cubicBezTo>
                  <a:cubicBezTo>
                    <a:pt x="f69" y="f70"/>
                    <a:pt x="f71" y="f72"/>
                    <a:pt x="f73" y="f74"/>
                  </a:cubicBezTo>
                  <a:cubicBezTo>
                    <a:pt x="f75" y="f76"/>
                    <a:pt x="f77" y="f78"/>
                    <a:pt x="f79" y="f80"/>
                  </a:cubicBezTo>
                  <a:cubicBezTo>
                    <a:pt x="f81" y="f82"/>
                    <a:pt x="f83" y="f84"/>
                    <a:pt x="f85" y="f86"/>
                  </a:cubicBezTo>
                  <a:cubicBezTo>
                    <a:pt x="f87" y="f88"/>
                    <a:pt x="f89" y="f90"/>
                    <a:pt x="f91" y="f92"/>
                  </a:cubicBezTo>
                  <a:cubicBezTo>
                    <a:pt x="f93" y="f94"/>
                    <a:pt x="f95" y="f96"/>
                    <a:pt x="f97" y="f98"/>
                  </a:cubicBezTo>
                  <a:cubicBezTo>
                    <a:pt x="f99" y="f100"/>
                    <a:pt x="f101" y="f102"/>
                    <a:pt x="f103" y="f104"/>
                  </a:cubicBezTo>
                  <a:cubicBezTo>
                    <a:pt x="f105" y="f106"/>
                    <a:pt x="f107" y="f108"/>
                    <a:pt x="f109" y="f110"/>
                  </a:cubicBezTo>
                  <a:cubicBezTo>
                    <a:pt x="f111" y="f112"/>
                    <a:pt x="f113" y="f114"/>
                    <a:pt x="f5" y="f5"/>
                  </a:cubicBezTo>
                </a:path>
              </a:pathLst>
            </a:custGeom>
            <a:noFill/>
            <a:ln w="9528" cap="rnd">
              <a:solidFill>
                <a:srgbClr val="F3F0E9">
                  <a:alpha val="2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34" name="Freeform: Shape 46">
              <a:extLst>
                <a:ext uri="{FF2B5EF4-FFF2-40B4-BE49-F238E27FC236}">
                  <a16:creationId xmlns:a16="http://schemas.microsoft.com/office/drawing/2014/main" id="{BB975774-09A2-488E-9EFE-66C8BC06F77B}"/>
                </a:ext>
              </a:extLst>
            </p:cNvPr>
            <p:cNvSpPr/>
            <p:nvPr/>
          </p:nvSpPr>
          <p:spPr>
            <a:xfrm>
              <a:off x="2687458" y="75584"/>
              <a:ext cx="4681673" cy="2637230"/>
            </a:xfrm>
            <a:custGeom>
              <a:avLst/>
              <a:gdLst>
                <a:gd name="f0" fmla="val 10800000"/>
                <a:gd name="f1" fmla="val 5400000"/>
                <a:gd name="f2" fmla="val 180"/>
                <a:gd name="f3" fmla="val w"/>
                <a:gd name="f4" fmla="val h"/>
                <a:gd name="f5" fmla="val 0"/>
                <a:gd name="f6" fmla="val 2607257"/>
                <a:gd name="f7" fmla="val 1468691"/>
                <a:gd name="f8" fmla="val 2568321"/>
                <a:gd name="f9" fmla="val 18002"/>
                <a:gd name="f10" fmla="val 2574989"/>
                <a:gd name="f11" fmla="val 70009"/>
                <a:gd name="f12" fmla="val 2587752"/>
                <a:gd name="f13" fmla="val 206121"/>
                <a:gd name="f14" fmla="val 2590609"/>
                <a:gd name="f15" fmla="val 258509"/>
                <a:gd name="f16" fmla="val 2596134"/>
                <a:gd name="f17" fmla="val 360045"/>
                <a:gd name="f18" fmla="val 2604707"/>
                <a:gd name="f19" fmla="val 461486"/>
                <a:gd name="f20" fmla="val 2606802"/>
                <a:gd name="f21" fmla="val 563118"/>
                <a:gd name="f22" fmla="val 2609088"/>
                <a:gd name="f23" fmla="val 679228"/>
                <a:gd name="f24" fmla="val 2602802"/>
                <a:gd name="f25" fmla="val 795338"/>
                <a:gd name="f26" fmla="val 2587181"/>
                <a:gd name="f27" fmla="val 910400"/>
                <a:gd name="f28" fmla="val 2582990"/>
                <a:gd name="f29" fmla="val 941165"/>
                <a:gd name="f30" fmla="val 2577274"/>
                <a:gd name="f31" fmla="val 971645"/>
                <a:gd name="f32" fmla="val 2568702"/>
                <a:gd name="f33" fmla="val 1001554"/>
                <a:gd name="f34" fmla="val 2540222"/>
                <a:gd name="f35" fmla="val 1101471"/>
                <a:gd name="f36" fmla="val 2482501"/>
                <a:gd name="f37" fmla="val 1190816"/>
                <a:gd name="f38" fmla="val 2407063"/>
                <a:gd name="f39" fmla="val 1262348"/>
                <a:gd name="f40" fmla="val 2350294"/>
                <a:gd name="f41" fmla="val 1316165"/>
                <a:gd name="f42" fmla="val 2283047"/>
                <a:gd name="f43" fmla="val 1357313"/>
                <a:gd name="f44" fmla="val 2211896"/>
                <a:gd name="f45" fmla="val 1390078"/>
                <a:gd name="f46" fmla="val 2124742"/>
                <a:gd name="f47" fmla="val 1430179"/>
                <a:gd name="f48" fmla="val 2032159"/>
                <a:gd name="f49" fmla="val 1458754"/>
                <a:gd name="f50" fmla="val 1936623"/>
                <a:gd name="f51" fmla="val 1466660"/>
                <a:gd name="f52" fmla="val 1873567"/>
                <a:gd name="f53" fmla="val 1471898"/>
                <a:gd name="f54" fmla="val 1809845"/>
                <a:gd name="f55" fmla="val 1467517"/>
                <a:gd name="f56" fmla="val 1749933"/>
                <a:gd name="f57" fmla="val 1447514"/>
                <a:gd name="f58" fmla="val 1691449"/>
                <a:gd name="f59" fmla="val 1428083"/>
                <a:gd name="f60" fmla="val 1638109"/>
                <a:gd name="f61" fmla="val 1395222"/>
                <a:gd name="f62" fmla="val 1594295"/>
                <a:gd name="f63" fmla="val 1351788"/>
                <a:gd name="f64" fmla="val 1558576"/>
                <a:gd name="f65" fmla="val 1316450"/>
                <a:gd name="f66" fmla="val 1530001"/>
                <a:gd name="f67" fmla="val 1274540"/>
                <a:gd name="f68" fmla="val 1512951"/>
                <a:gd name="f69" fmla="val 1227392"/>
                <a:gd name="f70" fmla="val 1485900"/>
                <a:gd name="f71" fmla="val 1152811"/>
                <a:gd name="f72" fmla="val 1487519"/>
                <a:gd name="f73" fmla="val 1071467"/>
                <a:gd name="f74" fmla="val 1500949"/>
                <a:gd name="f75" fmla="val 992886"/>
                <a:gd name="f76" fmla="val 1511808"/>
                <a:gd name="f77" fmla="val 929354"/>
                <a:gd name="f78" fmla="val 1529810"/>
                <a:gd name="f79" fmla="val 867251"/>
                <a:gd name="f80" fmla="val 1541621"/>
                <a:gd name="f81" fmla="val 803910"/>
                <a:gd name="f82" fmla="val 1550194"/>
                <a:gd name="f83" fmla="val 757714"/>
                <a:gd name="f84" fmla="val 1554194"/>
                <a:gd name="f85" fmla="val 710279"/>
                <a:gd name="f86" fmla="val 665131"/>
                <a:gd name="f87" fmla="val 1525143"/>
                <a:gd name="f88" fmla="val 605981"/>
                <a:gd name="f89" fmla="val 1481233"/>
                <a:gd name="f90" fmla="val 559403"/>
                <a:gd name="f91" fmla="val 1429131"/>
                <a:gd name="f92" fmla="val 526352"/>
                <a:gd name="f93" fmla="val 1350455"/>
                <a:gd name="f94" fmla="val 476536"/>
                <a:gd name="f95" fmla="val 1256157"/>
                <a:gd name="f96" fmla="val 461772"/>
                <a:gd name="f97" fmla="val 1163383"/>
                <a:gd name="f98" fmla="val 449771"/>
                <a:gd name="f99" fmla="val 1046131"/>
                <a:gd name="f100" fmla="val 434626"/>
                <a:gd name="f101" fmla="val 928306"/>
                <a:gd name="f102" fmla="val 424720"/>
                <a:gd name="f103" fmla="val 811530"/>
                <a:gd name="f104" fmla="val 406718"/>
                <a:gd name="f105" fmla="val 731425"/>
                <a:gd name="f106" fmla="val 394335"/>
                <a:gd name="f107" fmla="val 652081"/>
                <a:gd name="f108" fmla="val 377571"/>
                <a:gd name="f109" fmla="val 574548"/>
                <a:gd name="f110" fmla="val 354044"/>
                <a:gd name="f111" fmla="val 472916"/>
                <a:gd name="f112" fmla="val 323279"/>
                <a:gd name="f113" fmla="val 375094"/>
                <a:gd name="f114" fmla="val 280702"/>
                <a:gd name="f115" fmla="val 284893"/>
                <a:gd name="f116" fmla="val 224885"/>
                <a:gd name="f117" fmla="val 181832"/>
                <a:gd name="f118" fmla="val 161068"/>
                <a:gd name="f119" fmla="val 90868"/>
                <a:gd name="f120" fmla="val 80296"/>
                <a:gd name="f121" fmla="+- 0 0 -90"/>
                <a:gd name="f122" fmla="*/ f3 1 2607257"/>
                <a:gd name="f123" fmla="*/ f4 1 1468691"/>
                <a:gd name="f124" fmla="+- f7 0 f5"/>
                <a:gd name="f125" fmla="+- f6 0 f5"/>
                <a:gd name="f126" fmla="*/ f121 f0 1"/>
                <a:gd name="f127" fmla="*/ f125 1 2607257"/>
                <a:gd name="f128" fmla="*/ f124 1 1468691"/>
                <a:gd name="f129" fmla="*/ 2568321 f125 1"/>
                <a:gd name="f130" fmla="*/ 18002 f124 1"/>
                <a:gd name="f131" fmla="*/ 2590609 f125 1"/>
                <a:gd name="f132" fmla="*/ 258509 f124 1"/>
                <a:gd name="f133" fmla="*/ 2606802 f125 1"/>
                <a:gd name="f134" fmla="*/ 563118 f124 1"/>
                <a:gd name="f135" fmla="*/ 2587181 f125 1"/>
                <a:gd name="f136" fmla="*/ 910400 f124 1"/>
                <a:gd name="f137" fmla="*/ 2568702 f125 1"/>
                <a:gd name="f138" fmla="*/ 1001554 f124 1"/>
                <a:gd name="f139" fmla="*/ 2407063 f125 1"/>
                <a:gd name="f140" fmla="*/ 1262348 f124 1"/>
                <a:gd name="f141" fmla="*/ 2211896 f125 1"/>
                <a:gd name="f142" fmla="*/ 1390078 f124 1"/>
                <a:gd name="f143" fmla="*/ 1936623 f125 1"/>
                <a:gd name="f144" fmla="*/ 1466660 f124 1"/>
                <a:gd name="f145" fmla="*/ 1749933 f125 1"/>
                <a:gd name="f146" fmla="*/ 1447514 f124 1"/>
                <a:gd name="f147" fmla="*/ 1594295 f125 1"/>
                <a:gd name="f148" fmla="*/ 1351788 f124 1"/>
                <a:gd name="f149" fmla="*/ 1512951 f125 1"/>
                <a:gd name="f150" fmla="*/ 1227392 f124 1"/>
                <a:gd name="f151" fmla="*/ 1500949 f125 1"/>
                <a:gd name="f152" fmla="*/ 992886 f124 1"/>
                <a:gd name="f153" fmla="*/ 1541621 f125 1"/>
                <a:gd name="f154" fmla="*/ 803910 f124 1"/>
                <a:gd name="f155" fmla="*/ 665131 f124 1"/>
                <a:gd name="f156" fmla="*/ 1429131 f125 1"/>
                <a:gd name="f157" fmla="*/ 526352 f124 1"/>
                <a:gd name="f158" fmla="*/ 1163383 f125 1"/>
                <a:gd name="f159" fmla="*/ 449771 f124 1"/>
                <a:gd name="f160" fmla="*/ 811530 f125 1"/>
                <a:gd name="f161" fmla="*/ 406718 f124 1"/>
                <a:gd name="f162" fmla="*/ 574548 f125 1"/>
                <a:gd name="f163" fmla="*/ 354044 f124 1"/>
                <a:gd name="f164" fmla="*/ 284893 f125 1"/>
                <a:gd name="f165" fmla="*/ 224885 f124 1"/>
                <a:gd name="f166" fmla="*/ 0 f125 1"/>
                <a:gd name="f167" fmla="*/ 0 f124 1"/>
                <a:gd name="f168" fmla="*/ f126 1 f2"/>
                <a:gd name="f169" fmla="*/ f129 1 2607257"/>
                <a:gd name="f170" fmla="*/ f130 1 1468691"/>
                <a:gd name="f171" fmla="*/ f131 1 2607257"/>
                <a:gd name="f172" fmla="*/ f132 1 1468691"/>
                <a:gd name="f173" fmla="*/ f133 1 2607257"/>
                <a:gd name="f174" fmla="*/ f134 1 1468691"/>
                <a:gd name="f175" fmla="*/ f135 1 2607257"/>
                <a:gd name="f176" fmla="*/ f136 1 1468691"/>
                <a:gd name="f177" fmla="*/ f137 1 2607257"/>
                <a:gd name="f178" fmla="*/ f138 1 1468691"/>
                <a:gd name="f179" fmla="*/ f139 1 2607257"/>
                <a:gd name="f180" fmla="*/ f140 1 1468691"/>
                <a:gd name="f181" fmla="*/ f141 1 2607257"/>
                <a:gd name="f182" fmla="*/ f142 1 1468691"/>
                <a:gd name="f183" fmla="*/ f143 1 2607257"/>
                <a:gd name="f184" fmla="*/ f144 1 1468691"/>
                <a:gd name="f185" fmla="*/ f145 1 2607257"/>
                <a:gd name="f186" fmla="*/ f146 1 1468691"/>
                <a:gd name="f187" fmla="*/ f147 1 2607257"/>
                <a:gd name="f188" fmla="*/ f148 1 1468691"/>
                <a:gd name="f189" fmla="*/ f149 1 2607257"/>
                <a:gd name="f190" fmla="*/ f150 1 1468691"/>
                <a:gd name="f191" fmla="*/ f151 1 2607257"/>
                <a:gd name="f192" fmla="*/ f152 1 1468691"/>
                <a:gd name="f193" fmla="*/ f153 1 2607257"/>
                <a:gd name="f194" fmla="*/ f154 1 1468691"/>
                <a:gd name="f195" fmla="*/ f155 1 1468691"/>
                <a:gd name="f196" fmla="*/ f156 1 2607257"/>
                <a:gd name="f197" fmla="*/ f157 1 1468691"/>
                <a:gd name="f198" fmla="*/ f158 1 2607257"/>
                <a:gd name="f199" fmla="*/ f159 1 1468691"/>
                <a:gd name="f200" fmla="*/ f160 1 2607257"/>
                <a:gd name="f201" fmla="*/ f161 1 1468691"/>
                <a:gd name="f202" fmla="*/ f162 1 2607257"/>
                <a:gd name="f203" fmla="*/ f163 1 1468691"/>
                <a:gd name="f204" fmla="*/ f164 1 2607257"/>
                <a:gd name="f205" fmla="*/ f165 1 1468691"/>
                <a:gd name="f206" fmla="*/ f166 1 2607257"/>
                <a:gd name="f207" fmla="*/ f167 1 1468691"/>
                <a:gd name="f208" fmla="*/ f5 1 f127"/>
                <a:gd name="f209" fmla="*/ f6 1 f127"/>
                <a:gd name="f210" fmla="*/ f5 1 f128"/>
                <a:gd name="f211" fmla="*/ f7 1 f128"/>
                <a:gd name="f212" fmla="+- f168 0 f1"/>
                <a:gd name="f213" fmla="*/ f169 1 f127"/>
                <a:gd name="f214" fmla="*/ f170 1 f128"/>
                <a:gd name="f215" fmla="*/ f171 1 f127"/>
                <a:gd name="f216" fmla="*/ f172 1 f128"/>
                <a:gd name="f217" fmla="*/ f173 1 f127"/>
                <a:gd name="f218" fmla="*/ f174 1 f128"/>
                <a:gd name="f219" fmla="*/ f175 1 f127"/>
                <a:gd name="f220" fmla="*/ f176 1 f128"/>
                <a:gd name="f221" fmla="*/ f177 1 f127"/>
                <a:gd name="f222" fmla="*/ f178 1 f128"/>
                <a:gd name="f223" fmla="*/ f179 1 f127"/>
                <a:gd name="f224" fmla="*/ f180 1 f128"/>
                <a:gd name="f225" fmla="*/ f181 1 f127"/>
                <a:gd name="f226" fmla="*/ f182 1 f128"/>
                <a:gd name="f227" fmla="*/ f183 1 f127"/>
                <a:gd name="f228" fmla="*/ f184 1 f128"/>
                <a:gd name="f229" fmla="*/ f185 1 f127"/>
                <a:gd name="f230" fmla="*/ f186 1 f128"/>
                <a:gd name="f231" fmla="*/ f187 1 f127"/>
                <a:gd name="f232" fmla="*/ f188 1 f128"/>
                <a:gd name="f233" fmla="*/ f189 1 f127"/>
                <a:gd name="f234" fmla="*/ f190 1 f128"/>
                <a:gd name="f235" fmla="*/ f191 1 f127"/>
                <a:gd name="f236" fmla="*/ f192 1 f128"/>
                <a:gd name="f237" fmla="*/ f193 1 f127"/>
                <a:gd name="f238" fmla="*/ f194 1 f128"/>
                <a:gd name="f239" fmla="*/ f195 1 f128"/>
                <a:gd name="f240" fmla="*/ f196 1 f127"/>
                <a:gd name="f241" fmla="*/ f197 1 f128"/>
                <a:gd name="f242" fmla="*/ f198 1 f127"/>
                <a:gd name="f243" fmla="*/ f199 1 f128"/>
                <a:gd name="f244" fmla="*/ f200 1 f127"/>
                <a:gd name="f245" fmla="*/ f201 1 f128"/>
                <a:gd name="f246" fmla="*/ f202 1 f127"/>
                <a:gd name="f247" fmla="*/ f203 1 f128"/>
                <a:gd name="f248" fmla="*/ f204 1 f127"/>
                <a:gd name="f249" fmla="*/ f205 1 f128"/>
                <a:gd name="f250" fmla="*/ f206 1 f127"/>
                <a:gd name="f251" fmla="*/ f207 1 f128"/>
                <a:gd name="f252" fmla="*/ f208 f122 1"/>
                <a:gd name="f253" fmla="*/ f209 f122 1"/>
                <a:gd name="f254" fmla="*/ f211 f123 1"/>
                <a:gd name="f255" fmla="*/ f210 f123 1"/>
                <a:gd name="f256" fmla="*/ f213 f122 1"/>
                <a:gd name="f257" fmla="*/ f214 f123 1"/>
                <a:gd name="f258" fmla="*/ f215 f122 1"/>
                <a:gd name="f259" fmla="*/ f216 f123 1"/>
                <a:gd name="f260" fmla="*/ f217 f122 1"/>
                <a:gd name="f261" fmla="*/ f218 f123 1"/>
                <a:gd name="f262" fmla="*/ f219 f122 1"/>
                <a:gd name="f263" fmla="*/ f220 f123 1"/>
                <a:gd name="f264" fmla="*/ f221 f122 1"/>
                <a:gd name="f265" fmla="*/ f222 f123 1"/>
                <a:gd name="f266" fmla="*/ f223 f122 1"/>
                <a:gd name="f267" fmla="*/ f224 f123 1"/>
                <a:gd name="f268" fmla="*/ f225 f122 1"/>
                <a:gd name="f269" fmla="*/ f226 f123 1"/>
                <a:gd name="f270" fmla="*/ f227 f122 1"/>
                <a:gd name="f271" fmla="*/ f228 f123 1"/>
                <a:gd name="f272" fmla="*/ f229 f122 1"/>
                <a:gd name="f273" fmla="*/ f230 f123 1"/>
                <a:gd name="f274" fmla="*/ f231 f122 1"/>
                <a:gd name="f275" fmla="*/ f232 f123 1"/>
                <a:gd name="f276" fmla="*/ f233 f122 1"/>
                <a:gd name="f277" fmla="*/ f234 f123 1"/>
                <a:gd name="f278" fmla="*/ f235 f122 1"/>
                <a:gd name="f279" fmla="*/ f236 f123 1"/>
                <a:gd name="f280" fmla="*/ f237 f122 1"/>
                <a:gd name="f281" fmla="*/ f238 f123 1"/>
                <a:gd name="f282" fmla="*/ f239 f123 1"/>
                <a:gd name="f283" fmla="*/ f240 f122 1"/>
                <a:gd name="f284" fmla="*/ f241 f123 1"/>
                <a:gd name="f285" fmla="*/ f242 f122 1"/>
                <a:gd name="f286" fmla="*/ f243 f123 1"/>
                <a:gd name="f287" fmla="*/ f244 f122 1"/>
                <a:gd name="f288" fmla="*/ f245 f123 1"/>
                <a:gd name="f289" fmla="*/ f246 f122 1"/>
                <a:gd name="f290" fmla="*/ f247 f123 1"/>
                <a:gd name="f291" fmla="*/ f248 f122 1"/>
                <a:gd name="f292" fmla="*/ f249 f123 1"/>
                <a:gd name="f293" fmla="*/ f250 f122 1"/>
                <a:gd name="f294" fmla="*/ f251 f123 1"/>
              </a:gdLst>
              <a:ahLst/>
              <a:cxnLst>
                <a:cxn ang="3cd4">
                  <a:pos x="hc" y="t"/>
                </a:cxn>
                <a:cxn ang="0">
                  <a:pos x="r" y="vc"/>
                </a:cxn>
                <a:cxn ang="cd4">
                  <a:pos x="hc" y="b"/>
                </a:cxn>
                <a:cxn ang="cd2">
                  <a:pos x="l" y="vc"/>
                </a:cxn>
                <a:cxn ang="f212">
                  <a:pos x="f256" y="f257"/>
                </a:cxn>
                <a:cxn ang="f212">
                  <a:pos x="f258" y="f259"/>
                </a:cxn>
                <a:cxn ang="f212">
                  <a:pos x="f260" y="f261"/>
                </a:cxn>
                <a:cxn ang="f212">
                  <a:pos x="f262" y="f263"/>
                </a:cxn>
                <a:cxn ang="f212">
                  <a:pos x="f264" y="f265"/>
                </a:cxn>
                <a:cxn ang="f212">
                  <a:pos x="f266" y="f267"/>
                </a:cxn>
                <a:cxn ang="f212">
                  <a:pos x="f268" y="f269"/>
                </a:cxn>
                <a:cxn ang="f212">
                  <a:pos x="f270" y="f271"/>
                </a:cxn>
                <a:cxn ang="f212">
                  <a:pos x="f272" y="f273"/>
                </a:cxn>
                <a:cxn ang="f212">
                  <a:pos x="f274" y="f275"/>
                </a:cxn>
                <a:cxn ang="f212">
                  <a:pos x="f276" y="f277"/>
                </a:cxn>
                <a:cxn ang="f212">
                  <a:pos x="f278" y="f279"/>
                </a:cxn>
                <a:cxn ang="f212">
                  <a:pos x="f280" y="f281"/>
                </a:cxn>
                <a:cxn ang="f212">
                  <a:pos x="f280" y="f282"/>
                </a:cxn>
                <a:cxn ang="f212">
                  <a:pos x="f283" y="f284"/>
                </a:cxn>
                <a:cxn ang="f212">
                  <a:pos x="f285" y="f286"/>
                </a:cxn>
                <a:cxn ang="f212">
                  <a:pos x="f287" y="f288"/>
                </a:cxn>
                <a:cxn ang="f212">
                  <a:pos x="f289" y="f290"/>
                </a:cxn>
                <a:cxn ang="f212">
                  <a:pos x="f291" y="f292"/>
                </a:cxn>
                <a:cxn ang="f212">
                  <a:pos x="f293" y="f294"/>
                </a:cxn>
              </a:cxnLst>
              <a:rect l="f252" t="f255" r="f253" b="f254"/>
              <a:pathLst>
                <a:path w="2607257" h="1468691">
                  <a:moveTo>
                    <a:pt x="f8" y="f9"/>
                  </a:moveTo>
                  <a:cubicBezTo>
                    <a:pt x="f10" y="f11"/>
                    <a:pt x="f12" y="f13"/>
                    <a:pt x="f14" y="f15"/>
                  </a:cubicBezTo>
                  <a:cubicBezTo>
                    <a:pt x="f16" y="f17"/>
                    <a:pt x="f18" y="f19"/>
                    <a:pt x="f20" y="f21"/>
                  </a:cubicBezTo>
                  <a:cubicBezTo>
                    <a:pt x="f22" y="f23"/>
                    <a:pt x="f24" y="f25"/>
                    <a:pt x="f26" y="f27"/>
                  </a:cubicBezTo>
                  <a:cubicBezTo>
                    <a:pt x="f28" y="f29"/>
                    <a:pt x="f30" y="f31"/>
                    <a:pt x="f32" y="f33"/>
                  </a:cubicBezTo>
                  <a:cubicBezTo>
                    <a:pt x="f34" y="f35"/>
                    <a:pt x="f36" y="f37"/>
                    <a:pt x="f38" y="f39"/>
                  </a:cubicBezTo>
                  <a:cubicBezTo>
                    <a:pt x="f40" y="f41"/>
                    <a:pt x="f42" y="f43"/>
                    <a:pt x="f44" y="f45"/>
                  </a:cubicBezTo>
                  <a:cubicBezTo>
                    <a:pt x="f46" y="f47"/>
                    <a:pt x="f48" y="f49"/>
                    <a:pt x="f50" y="f51"/>
                  </a:cubicBezTo>
                  <a:cubicBezTo>
                    <a:pt x="f52" y="f53"/>
                    <a:pt x="f54" y="f55"/>
                    <a:pt x="f56" y="f57"/>
                  </a:cubicBezTo>
                  <a:cubicBezTo>
                    <a:pt x="f58" y="f59"/>
                    <a:pt x="f60" y="f61"/>
                    <a:pt x="f62" y="f63"/>
                  </a:cubicBezTo>
                  <a:cubicBezTo>
                    <a:pt x="f64" y="f65"/>
                    <a:pt x="f66" y="f67"/>
                    <a:pt x="f68" y="f69"/>
                  </a:cubicBezTo>
                  <a:cubicBezTo>
                    <a:pt x="f70" y="f71"/>
                    <a:pt x="f72" y="f73"/>
                    <a:pt x="f74" y="f75"/>
                  </a:cubicBezTo>
                  <a:cubicBezTo>
                    <a:pt x="f76" y="f77"/>
                    <a:pt x="f78" y="f79"/>
                    <a:pt x="f80" y="f81"/>
                  </a:cubicBezTo>
                  <a:cubicBezTo>
                    <a:pt x="f82" y="f83"/>
                    <a:pt x="f84" y="f85"/>
                    <a:pt x="f80" y="f86"/>
                  </a:cubicBezTo>
                  <a:cubicBezTo>
                    <a:pt x="f87" y="f88"/>
                    <a:pt x="f89" y="f90"/>
                    <a:pt x="f91" y="f92"/>
                  </a:cubicBezTo>
                  <a:cubicBezTo>
                    <a:pt x="f93" y="f94"/>
                    <a:pt x="f95" y="f96"/>
                    <a:pt x="f97" y="f98"/>
                  </a:cubicBezTo>
                  <a:cubicBezTo>
                    <a:pt x="f99" y="f100"/>
                    <a:pt x="f101" y="f102"/>
                    <a:pt x="f103" y="f104"/>
                  </a:cubicBezTo>
                  <a:cubicBezTo>
                    <a:pt x="f105" y="f106"/>
                    <a:pt x="f107" y="f108"/>
                    <a:pt x="f109" y="f110"/>
                  </a:cubicBezTo>
                  <a:cubicBezTo>
                    <a:pt x="f111" y="f112"/>
                    <a:pt x="f113" y="f114"/>
                    <a:pt x="f115" y="f116"/>
                  </a:cubicBezTo>
                  <a:cubicBezTo>
                    <a:pt x="f117" y="f118"/>
                    <a:pt x="f119" y="f120"/>
                    <a:pt x="f5" y="f5"/>
                  </a:cubicBezTo>
                </a:path>
              </a:pathLst>
            </a:custGeom>
            <a:noFill/>
            <a:ln w="9528" cap="rnd">
              <a:solidFill>
                <a:srgbClr val="F3F0E9">
                  <a:alpha val="2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35" name="Freeform: Shape 47">
              <a:extLst>
                <a:ext uri="{FF2B5EF4-FFF2-40B4-BE49-F238E27FC236}">
                  <a16:creationId xmlns:a16="http://schemas.microsoft.com/office/drawing/2014/main" id="{C46E0774-B98E-4CA1-97E9-57F8601EC43A}"/>
                </a:ext>
              </a:extLst>
            </p:cNvPr>
            <p:cNvSpPr/>
            <p:nvPr/>
          </p:nvSpPr>
          <p:spPr>
            <a:xfrm>
              <a:off x="3210302" y="31802"/>
              <a:ext cx="3763076" cy="2110197"/>
            </a:xfrm>
            <a:custGeom>
              <a:avLst/>
              <a:gdLst>
                <a:gd name="f0" fmla="val 10800000"/>
                <a:gd name="f1" fmla="val 5400000"/>
                <a:gd name="f2" fmla="val 180"/>
                <a:gd name="f3" fmla="val w"/>
                <a:gd name="f4" fmla="val h"/>
                <a:gd name="f5" fmla="val 0"/>
                <a:gd name="f6" fmla="val 2095685"/>
                <a:gd name="f7" fmla="val 1175182"/>
                <a:gd name="f8" fmla="val 1950434"/>
                <a:gd name="f9" fmla="val 1973485"/>
                <a:gd name="f10" fmla="val 77629"/>
                <a:gd name="f11" fmla="val 2063115"/>
                <a:gd name="f12" fmla="val 399383"/>
                <a:gd name="f13" fmla="val 2077307"/>
                <a:gd name="f14" fmla="val 479108"/>
                <a:gd name="f15" fmla="val 2097786"/>
                <a:gd name="f16" fmla="val 593693"/>
                <a:gd name="f17" fmla="val 2100167"/>
                <a:gd name="f18" fmla="val 710089"/>
                <a:gd name="f19" fmla="val 2089309"/>
                <a:gd name="f20" fmla="val 826008"/>
                <a:gd name="f21" fmla="val 2079784"/>
                <a:gd name="f22" fmla="val 927545"/>
                <a:gd name="f23" fmla="val 2061401"/>
                <a:gd name="f24" fmla="val 1032891"/>
                <a:gd name="f25" fmla="val 1987582"/>
                <a:gd name="f26" fmla="val 1101185"/>
                <a:gd name="f27" fmla="val 1941481"/>
                <a:gd name="f28" fmla="val 1143762"/>
                <a:gd name="f29" fmla="val 1880616"/>
                <a:gd name="f30" fmla="val 1165670"/>
                <a:gd name="f31" fmla="val 1818037"/>
                <a:gd name="f32" fmla="val 1173004"/>
                <a:gd name="f33" fmla="val 1775746"/>
                <a:gd name="f34" fmla="val 1177957"/>
                <a:gd name="f35" fmla="val 1732693"/>
                <a:gd name="f36" fmla="val 1175195"/>
                <a:gd name="f37" fmla="val 1694402"/>
                <a:gd name="f38" fmla="val 1157097"/>
                <a:gd name="f39" fmla="val 1638110"/>
                <a:gd name="f40" fmla="val 1130427"/>
                <a:gd name="f41" fmla="val 1600295"/>
                <a:gd name="f42" fmla="val 1075373"/>
                <a:gd name="f43" fmla="val 1594676"/>
                <a:gd name="f44" fmla="val 1013555"/>
                <a:gd name="f45" fmla="val 1587532"/>
                <a:gd name="f46" fmla="val 934879"/>
                <a:gd name="f47" fmla="val 1635633"/>
                <a:gd name="f48" fmla="val 864870"/>
                <a:gd name="f49" fmla="val 1664494"/>
                <a:gd name="f50" fmla="val 790289"/>
                <a:gd name="f51" fmla="val 1696974"/>
                <a:gd name="f52" fmla="val 706279"/>
                <a:gd name="f53" fmla="val 1708594"/>
                <a:gd name="f54" fmla="val 613791"/>
                <a:gd name="f55" fmla="val 1684401"/>
                <a:gd name="f56" fmla="val 527114"/>
                <a:gd name="f57" fmla="val 1663351"/>
                <a:gd name="f58" fmla="val 451580"/>
                <a:gd name="f59" fmla="val 1616488"/>
                <a:gd name="f60" fmla="val 386620"/>
                <a:gd name="f61" fmla="val 1550765"/>
                <a:gd name="f62" fmla="val 343662"/>
                <a:gd name="f63" fmla="val 1480947"/>
                <a:gd name="f64" fmla="val 298133"/>
                <a:gd name="f65" fmla="val 1397508"/>
                <a:gd name="f66" fmla="val 282131"/>
                <a:gd name="f67" fmla="val 1315402"/>
                <a:gd name="f68" fmla="val 265938"/>
                <a:gd name="f69" fmla="val 1170051"/>
                <a:gd name="f70" fmla="val 237173"/>
                <a:gd name="f71" fmla="val 1024128"/>
                <a:gd name="f72" fmla="val 212027"/>
                <a:gd name="f73" fmla="val 876586"/>
                <a:gd name="f74" fmla="val 200120"/>
                <a:gd name="f75" fmla="val 781717"/>
                <a:gd name="f76" fmla="val 192500"/>
                <a:gd name="f77" fmla="val 686276"/>
                <a:gd name="f78" fmla="val 193643"/>
                <a:gd name="f79" fmla="val 591312"/>
                <a:gd name="f80" fmla="val 186119"/>
                <a:gd name="f81" fmla="val 465296"/>
                <a:gd name="f82" fmla="val 176213"/>
                <a:gd name="f83" fmla="val 160211"/>
                <a:gd name="f84" fmla="val 193453"/>
                <a:gd name="f85" fmla="val 16669"/>
                <a:gd name="f86" fmla="+- 0 0 -90"/>
                <a:gd name="f87" fmla="*/ f3 1 2095685"/>
                <a:gd name="f88" fmla="*/ f4 1 1175182"/>
                <a:gd name="f89" fmla="+- f7 0 f5"/>
                <a:gd name="f90" fmla="+- f6 0 f5"/>
                <a:gd name="f91" fmla="*/ f86 f0 1"/>
                <a:gd name="f92" fmla="*/ f90 1 2095685"/>
                <a:gd name="f93" fmla="*/ f89 1 1175182"/>
                <a:gd name="f94" fmla="*/ 1950434 f90 1"/>
                <a:gd name="f95" fmla="*/ 0 f89 1"/>
                <a:gd name="f96" fmla="*/ 2077307 f90 1"/>
                <a:gd name="f97" fmla="*/ 479108 f89 1"/>
                <a:gd name="f98" fmla="*/ 2089309 f90 1"/>
                <a:gd name="f99" fmla="*/ 826008 f89 1"/>
                <a:gd name="f100" fmla="*/ 1987582 f90 1"/>
                <a:gd name="f101" fmla="*/ 1101185 f89 1"/>
                <a:gd name="f102" fmla="*/ 1818037 f90 1"/>
                <a:gd name="f103" fmla="*/ 1173004 f89 1"/>
                <a:gd name="f104" fmla="*/ 1694402 f90 1"/>
                <a:gd name="f105" fmla="*/ 1157097 f89 1"/>
                <a:gd name="f106" fmla="*/ 1594676 f90 1"/>
                <a:gd name="f107" fmla="*/ 1013555 f89 1"/>
                <a:gd name="f108" fmla="*/ 1664494 f90 1"/>
                <a:gd name="f109" fmla="*/ 790289 f89 1"/>
                <a:gd name="f110" fmla="*/ 1684401 f90 1"/>
                <a:gd name="f111" fmla="*/ 527114 f89 1"/>
                <a:gd name="f112" fmla="*/ 1550765 f90 1"/>
                <a:gd name="f113" fmla="*/ 343662 f89 1"/>
                <a:gd name="f114" fmla="*/ 1315402 f90 1"/>
                <a:gd name="f115" fmla="*/ 265938 f89 1"/>
                <a:gd name="f116" fmla="*/ 876586 f90 1"/>
                <a:gd name="f117" fmla="*/ 200120 f89 1"/>
                <a:gd name="f118" fmla="*/ 591312 f90 1"/>
                <a:gd name="f119" fmla="*/ 186119 f89 1"/>
                <a:gd name="f120" fmla="*/ 0 f90 1"/>
                <a:gd name="f121" fmla="*/ 16669 f89 1"/>
                <a:gd name="f122" fmla="*/ f91 1 f2"/>
                <a:gd name="f123" fmla="*/ f94 1 2095685"/>
                <a:gd name="f124" fmla="*/ f95 1 1175182"/>
                <a:gd name="f125" fmla="*/ f96 1 2095685"/>
                <a:gd name="f126" fmla="*/ f97 1 1175182"/>
                <a:gd name="f127" fmla="*/ f98 1 2095685"/>
                <a:gd name="f128" fmla="*/ f99 1 1175182"/>
                <a:gd name="f129" fmla="*/ f100 1 2095685"/>
                <a:gd name="f130" fmla="*/ f101 1 1175182"/>
                <a:gd name="f131" fmla="*/ f102 1 2095685"/>
                <a:gd name="f132" fmla="*/ f103 1 1175182"/>
                <a:gd name="f133" fmla="*/ f104 1 2095685"/>
                <a:gd name="f134" fmla="*/ f105 1 1175182"/>
                <a:gd name="f135" fmla="*/ f106 1 2095685"/>
                <a:gd name="f136" fmla="*/ f107 1 1175182"/>
                <a:gd name="f137" fmla="*/ f108 1 2095685"/>
                <a:gd name="f138" fmla="*/ f109 1 1175182"/>
                <a:gd name="f139" fmla="*/ f110 1 2095685"/>
                <a:gd name="f140" fmla="*/ f111 1 1175182"/>
                <a:gd name="f141" fmla="*/ f112 1 2095685"/>
                <a:gd name="f142" fmla="*/ f113 1 1175182"/>
                <a:gd name="f143" fmla="*/ f114 1 2095685"/>
                <a:gd name="f144" fmla="*/ f115 1 1175182"/>
                <a:gd name="f145" fmla="*/ f116 1 2095685"/>
                <a:gd name="f146" fmla="*/ f117 1 1175182"/>
                <a:gd name="f147" fmla="*/ f118 1 2095685"/>
                <a:gd name="f148" fmla="*/ f119 1 1175182"/>
                <a:gd name="f149" fmla="*/ f120 1 2095685"/>
                <a:gd name="f150" fmla="*/ f121 1 1175182"/>
                <a:gd name="f151" fmla="*/ f5 1 f92"/>
                <a:gd name="f152" fmla="*/ f6 1 f92"/>
                <a:gd name="f153" fmla="*/ f5 1 f93"/>
                <a:gd name="f154" fmla="*/ f7 1 f93"/>
                <a:gd name="f155" fmla="+- f122 0 f1"/>
                <a:gd name="f156" fmla="*/ f123 1 f92"/>
                <a:gd name="f157" fmla="*/ f124 1 f93"/>
                <a:gd name="f158" fmla="*/ f125 1 f92"/>
                <a:gd name="f159" fmla="*/ f126 1 f93"/>
                <a:gd name="f160" fmla="*/ f127 1 f92"/>
                <a:gd name="f161" fmla="*/ f128 1 f93"/>
                <a:gd name="f162" fmla="*/ f129 1 f92"/>
                <a:gd name="f163" fmla="*/ f130 1 f93"/>
                <a:gd name="f164" fmla="*/ f131 1 f92"/>
                <a:gd name="f165" fmla="*/ f132 1 f93"/>
                <a:gd name="f166" fmla="*/ f133 1 f92"/>
                <a:gd name="f167" fmla="*/ f134 1 f93"/>
                <a:gd name="f168" fmla="*/ f135 1 f92"/>
                <a:gd name="f169" fmla="*/ f136 1 f93"/>
                <a:gd name="f170" fmla="*/ f137 1 f92"/>
                <a:gd name="f171" fmla="*/ f138 1 f93"/>
                <a:gd name="f172" fmla="*/ f139 1 f92"/>
                <a:gd name="f173" fmla="*/ f140 1 f93"/>
                <a:gd name="f174" fmla="*/ f141 1 f92"/>
                <a:gd name="f175" fmla="*/ f142 1 f93"/>
                <a:gd name="f176" fmla="*/ f143 1 f92"/>
                <a:gd name="f177" fmla="*/ f144 1 f93"/>
                <a:gd name="f178" fmla="*/ f145 1 f92"/>
                <a:gd name="f179" fmla="*/ f146 1 f93"/>
                <a:gd name="f180" fmla="*/ f147 1 f92"/>
                <a:gd name="f181" fmla="*/ f148 1 f93"/>
                <a:gd name="f182" fmla="*/ f149 1 f92"/>
                <a:gd name="f183" fmla="*/ f150 1 f93"/>
                <a:gd name="f184" fmla="*/ f151 f87 1"/>
                <a:gd name="f185" fmla="*/ f152 f87 1"/>
                <a:gd name="f186" fmla="*/ f154 f88 1"/>
                <a:gd name="f187" fmla="*/ f153 f88 1"/>
                <a:gd name="f188" fmla="*/ f156 f87 1"/>
                <a:gd name="f189" fmla="*/ f157 f88 1"/>
                <a:gd name="f190" fmla="*/ f158 f87 1"/>
                <a:gd name="f191" fmla="*/ f159 f88 1"/>
                <a:gd name="f192" fmla="*/ f160 f87 1"/>
                <a:gd name="f193" fmla="*/ f161 f88 1"/>
                <a:gd name="f194" fmla="*/ f162 f87 1"/>
                <a:gd name="f195" fmla="*/ f163 f88 1"/>
                <a:gd name="f196" fmla="*/ f164 f87 1"/>
                <a:gd name="f197" fmla="*/ f165 f88 1"/>
                <a:gd name="f198" fmla="*/ f166 f87 1"/>
                <a:gd name="f199" fmla="*/ f167 f88 1"/>
                <a:gd name="f200" fmla="*/ f168 f87 1"/>
                <a:gd name="f201" fmla="*/ f169 f88 1"/>
                <a:gd name="f202" fmla="*/ f170 f87 1"/>
                <a:gd name="f203" fmla="*/ f171 f88 1"/>
                <a:gd name="f204" fmla="*/ f172 f87 1"/>
                <a:gd name="f205" fmla="*/ f173 f88 1"/>
                <a:gd name="f206" fmla="*/ f174 f87 1"/>
                <a:gd name="f207" fmla="*/ f175 f88 1"/>
                <a:gd name="f208" fmla="*/ f176 f87 1"/>
                <a:gd name="f209" fmla="*/ f177 f88 1"/>
                <a:gd name="f210" fmla="*/ f178 f87 1"/>
                <a:gd name="f211" fmla="*/ f179 f88 1"/>
                <a:gd name="f212" fmla="*/ f180 f87 1"/>
                <a:gd name="f213" fmla="*/ f181 f88 1"/>
                <a:gd name="f214" fmla="*/ f182 f87 1"/>
                <a:gd name="f215" fmla="*/ f183 f88 1"/>
              </a:gdLst>
              <a:ahLst/>
              <a:cxnLst>
                <a:cxn ang="3cd4">
                  <a:pos x="hc" y="t"/>
                </a:cxn>
                <a:cxn ang="0">
                  <a:pos x="r" y="vc"/>
                </a:cxn>
                <a:cxn ang="cd4">
                  <a:pos x="hc" y="b"/>
                </a:cxn>
                <a:cxn ang="cd2">
                  <a:pos x="l" y="vc"/>
                </a:cxn>
                <a:cxn ang="f155">
                  <a:pos x="f188" y="f189"/>
                </a:cxn>
                <a:cxn ang="f155">
                  <a:pos x="f190" y="f191"/>
                </a:cxn>
                <a:cxn ang="f155">
                  <a:pos x="f192" y="f193"/>
                </a:cxn>
                <a:cxn ang="f155">
                  <a:pos x="f194" y="f195"/>
                </a:cxn>
                <a:cxn ang="f155">
                  <a:pos x="f196" y="f197"/>
                </a:cxn>
                <a:cxn ang="f155">
                  <a:pos x="f198" y="f199"/>
                </a:cxn>
                <a:cxn ang="f155">
                  <a:pos x="f200" y="f201"/>
                </a:cxn>
                <a:cxn ang="f155">
                  <a:pos x="f202" y="f203"/>
                </a:cxn>
                <a:cxn ang="f155">
                  <a:pos x="f204" y="f205"/>
                </a:cxn>
                <a:cxn ang="f155">
                  <a:pos x="f206" y="f207"/>
                </a:cxn>
                <a:cxn ang="f155">
                  <a:pos x="f208" y="f209"/>
                </a:cxn>
                <a:cxn ang="f155">
                  <a:pos x="f210" y="f211"/>
                </a:cxn>
                <a:cxn ang="f155">
                  <a:pos x="f212" y="f213"/>
                </a:cxn>
                <a:cxn ang="f155">
                  <a:pos x="f214" y="f215"/>
                </a:cxn>
              </a:cxnLst>
              <a:rect l="f184" t="f187" r="f185" b="f186"/>
              <a:pathLst>
                <a:path w="2095685" h="1175182">
                  <a:moveTo>
                    <a:pt x="f8" y="f5"/>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cubicBezTo>
                    <a:pt x="f63" y="f64"/>
                    <a:pt x="f65" y="f66"/>
                    <a:pt x="f67" y="f68"/>
                  </a:cubicBezTo>
                  <a:cubicBezTo>
                    <a:pt x="f69" y="f70"/>
                    <a:pt x="f71" y="f72"/>
                    <a:pt x="f73" y="f74"/>
                  </a:cubicBezTo>
                  <a:cubicBezTo>
                    <a:pt x="f75" y="f76"/>
                    <a:pt x="f77" y="f78"/>
                    <a:pt x="f79" y="f80"/>
                  </a:cubicBezTo>
                  <a:cubicBezTo>
                    <a:pt x="f81" y="f82"/>
                    <a:pt x="f83" y="f84"/>
                    <a:pt x="f5" y="f85"/>
                  </a:cubicBezTo>
                </a:path>
              </a:pathLst>
            </a:custGeom>
            <a:noFill/>
            <a:ln w="9528" cap="rnd">
              <a:solidFill>
                <a:srgbClr val="F3F0E9">
                  <a:alpha val="2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sp>
        <p:nvSpPr>
          <p:cNvPr id="36" name="Titre 1">
            <a:extLst>
              <a:ext uri="{FF2B5EF4-FFF2-40B4-BE49-F238E27FC236}">
                <a16:creationId xmlns:a16="http://schemas.microsoft.com/office/drawing/2014/main" id="{EDA8ED6E-0A22-4907-96BE-F10D98B9C5E7}"/>
              </a:ext>
            </a:extLst>
          </p:cNvPr>
          <p:cNvSpPr txBox="1">
            <a:spLocks noGrp="1"/>
          </p:cNvSpPr>
          <p:nvPr>
            <p:ph type="ctrTitle"/>
          </p:nvPr>
        </p:nvSpPr>
        <p:spPr>
          <a:xfrm>
            <a:off x="994400" y="731044"/>
            <a:ext cx="10191938" cy="3173032"/>
          </a:xfrm>
        </p:spPr>
        <p:txBody>
          <a:bodyPr/>
          <a:lstStyle/>
          <a:p>
            <a:pPr lvl="0">
              <a:lnSpc>
                <a:spcPct val="90000"/>
              </a:lnSpc>
            </a:pPr>
            <a:r>
              <a:rPr lang="fr-FR" sz="5600" dirty="0">
                <a:solidFill>
                  <a:srgbClr val="FFFFFF"/>
                </a:solidFill>
              </a:rPr>
              <a:t>DJERIPERFUM  </a:t>
            </a:r>
            <a:br>
              <a:rPr lang="fr-FR" sz="5600" dirty="0">
                <a:solidFill>
                  <a:srgbClr val="FFFFFF"/>
                </a:solidFill>
              </a:rPr>
            </a:br>
            <a:r>
              <a:rPr lang="fr-FR" sz="5600" dirty="0">
                <a:solidFill>
                  <a:srgbClr val="FFFFFF"/>
                </a:solidFill>
              </a:rPr>
              <a:t>Site de vente de parfum avec Assistant intelligent de recommandation de parfums</a:t>
            </a:r>
          </a:p>
        </p:txBody>
      </p:sp>
      <p:sp>
        <p:nvSpPr>
          <p:cNvPr id="37" name="Sous-titre 2">
            <a:extLst>
              <a:ext uri="{FF2B5EF4-FFF2-40B4-BE49-F238E27FC236}">
                <a16:creationId xmlns:a16="http://schemas.microsoft.com/office/drawing/2014/main" id="{BA346A04-3867-40FD-8A72-54260E33A15D}"/>
              </a:ext>
            </a:extLst>
          </p:cNvPr>
          <p:cNvSpPr txBox="1">
            <a:spLocks noGrp="1"/>
          </p:cNvSpPr>
          <p:nvPr>
            <p:ph type="subTitle" idx="1"/>
          </p:nvPr>
        </p:nvSpPr>
        <p:spPr>
          <a:xfrm>
            <a:off x="1524003" y="4069354"/>
            <a:ext cx="9144000" cy="1265282"/>
          </a:xfrm>
        </p:spPr>
        <p:txBody>
          <a:bodyPr/>
          <a:lstStyle/>
          <a:p>
            <a:pPr lvl="0"/>
            <a:r>
              <a:rPr lang="fr-FR" sz="2200" dirty="0">
                <a:solidFill>
                  <a:srgbClr val="FFFFFF"/>
                </a:solidFill>
              </a:rPr>
              <a:t>Présenté par : </a:t>
            </a:r>
          </a:p>
          <a:p>
            <a:pPr lvl="0"/>
            <a:r>
              <a:rPr lang="fr-FR" sz="2200" dirty="0">
                <a:solidFill>
                  <a:srgbClr val="FFFFFF"/>
                </a:solidFill>
              </a:rPr>
              <a:t>DJERI-ALASSANI OUBENOUPOU</a:t>
            </a:r>
          </a:p>
        </p:txBody>
      </p:sp>
      <p:grpSp>
        <p:nvGrpSpPr>
          <p:cNvPr id="38" name="Cross">
            <a:extLst>
              <a:ext uri="{FF2B5EF4-FFF2-40B4-BE49-F238E27FC236}">
                <a16:creationId xmlns:a16="http://schemas.microsoft.com/office/drawing/2014/main" id="{73815379-A864-4A8B-9B42-47FBE885C369}"/>
              </a:ext>
            </a:extLst>
          </p:cNvPr>
          <p:cNvGrpSpPr/>
          <p:nvPr/>
        </p:nvGrpSpPr>
        <p:grpSpPr>
          <a:xfrm>
            <a:off x="6030943" y="3874230"/>
            <a:ext cx="118872" cy="118872"/>
            <a:chOff x="6030943" y="3874230"/>
            <a:chExt cx="118872" cy="118872"/>
          </a:xfrm>
        </p:grpSpPr>
        <p:cxnSp>
          <p:nvCxnSpPr>
            <p:cNvPr id="39" name="Straight Connector 55">
              <a:extLst>
                <a:ext uri="{FF2B5EF4-FFF2-40B4-BE49-F238E27FC236}">
                  <a16:creationId xmlns:a16="http://schemas.microsoft.com/office/drawing/2014/main" id="{C0177733-1B1E-4294-9BFF-4D51402BCDED}"/>
                </a:ext>
              </a:extLst>
            </p:cNvPr>
            <p:cNvCxnSpPr/>
            <p:nvPr/>
          </p:nvCxnSpPr>
          <p:spPr>
            <a:xfrm>
              <a:off x="6090379" y="3874230"/>
              <a:ext cx="0" cy="118872"/>
            </a:xfrm>
            <a:prstGeom prst="straightConnector1">
              <a:avLst/>
            </a:prstGeom>
            <a:noFill/>
            <a:ln w="12701" cap="flat">
              <a:solidFill>
                <a:srgbClr val="7162FE"/>
              </a:solidFill>
              <a:prstDash val="solid"/>
              <a:miter/>
            </a:ln>
          </p:spPr>
        </p:cxnSp>
        <p:cxnSp>
          <p:nvCxnSpPr>
            <p:cNvPr id="40" name="Straight Connector 56">
              <a:extLst>
                <a:ext uri="{FF2B5EF4-FFF2-40B4-BE49-F238E27FC236}">
                  <a16:creationId xmlns:a16="http://schemas.microsoft.com/office/drawing/2014/main" id="{772E5026-641E-4A89-BBA0-125CBB814488}"/>
                </a:ext>
              </a:extLst>
            </p:cNvPr>
            <p:cNvCxnSpPr/>
            <p:nvPr/>
          </p:nvCxnSpPr>
          <p:spPr>
            <a:xfrm>
              <a:off x="6030943" y="3933666"/>
              <a:ext cx="118872" cy="0"/>
            </a:xfrm>
            <a:prstGeom prst="straightConnector1">
              <a:avLst/>
            </a:prstGeom>
            <a:noFill/>
            <a:ln w="12701" cap="flat">
              <a:solidFill>
                <a:srgbClr val="7162FE"/>
              </a:solidFill>
              <a:prstDash val="solid"/>
              <a:miter/>
            </a:ln>
          </p:spPr>
        </p:cxnSp>
      </p:grpSp>
      <p:pic>
        <p:nvPicPr>
          <p:cNvPr id="41" name="Image 40">
            <a:extLst>
              <a:ext uri="{FF2B5EF4-FFF2-40B4-BE49-F238E27FC236}">
                <a16:creationId xmlns:a16="http://schemas.microsoft.com/office/drawing/2014/main" id="{1B174289-6AC5-1D26-CEF6-56679EED0551}"/>
              </a:ext>
            </a:extLst>
          </p:cNvPr>
          <p:cNvPicPr>
            <a:picLocks noChangeAspect="1"/>
          </p:cNvPicPr>
          <p:nvPr/>
        </p:nvPicPr>
        <p:blipFill>
          <a:blip r:embed="rId4"/>
          <a:stretch>
            <a:fillRect/>
          </a:stretch>
        </p:blipFill>
        <p:spPr>
          <a:xfrm>
            <a:off x="73968" y="45994"/>
            <a:ext cx="4036588" cy="838587"/>
          </a:xfrm>
          <a:prstGeom prst="rect">
            <a:avLst/>
          </a:prstGeom>
        </p:spPr>
      </p:pic>
      <p:sp>
        <p:nvSpPr>
          <p:cNvPr id="42" name="ZoneTexte 41">
            <a:extLst>
              <a:ext uri="{FF2B5EF4-FFF2-40B4-BE49-F238E27FC236}">
                <a16:creationId xmlns:a16="http://schemas.microsoft.com/office/drawing/2014/main" id="{3B12027C-AE9D-CE42-07EC-6513456D0B3F}"/>
              </a:ext>
            </a:extLst>
          </p:cNvPr>
          <p:cNvSpPr txBox="1"/>
          <p:nvPr/>
        </p:nvSpPr>
        <p:spPr>
          <a:xfrm>
            <a:off x="-3044" y="6062901"/>
            <a:ext cx="4314077" cy="923330"/>
          </a:xfrm>
          <a:prstGeom prst="rect">
            <a:avLst/>
          </a:prstGeom>
          <a:noFill/>
        </p:spPr>
        <p:txBody>
          <a:bodyPr wrap="square" rtlCol="0">
            <a:spAutoFit/>
          </a:bodyPr>
          <a:lstStyle/>
          <a:p>
            <a:r>
              <a:rPr lang="fr-FR" dirty="0">
                <a:solidFill>
                  <a:schemeClr val="bg1"/>
                </a:solidFill>
              </a:rPr>
              <a:t>Elément : INTELIGENCE ARTIFICIELLE </a:t>
            </a:r>
          </a:p>
          <a:p>
            <a:r>
              <a:rPr lang="fr-FR" dirty="0">
                <a:solidFill>
                  <a:schemeClr val="bg1"/>
                </a:solidFill>
              </a:rPr>
              <a:t>Encadrant : Idriss Barbara</a:t>
            </a:r>
          </a:p>
          <a:p>
            <a:endParaRPr lang="fr-FR"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B26516-ED46-4507-B8A3-56B88D450D3D}"/>
              </a:ext>
            </a:extLst>
          </p:cNvPr>
          <p:cNvSpPr txBox="1">
            <a:spLocks noGrp="1"/>
          </p:cNvSpPr>
          <p:nvPr>
            <p:ph type="title"/>
          </p:nvPr>
        </p:nvSpPr>
        <p:spPr/>
        <p:txBody>
          <a:bodyPr/>
          <a:lstStyle/>
          <a:p>
            <a:pPr lvl="0"/>
            <a:r>
              <a:rPr lang="fr-FR" sz="4000" dirty="0"/>
              <a:t>DJERIPERFUM – Assistant intelligent de recommandation de parfums</a:t>
            </a:r>
          </a:p>
        </p:txBody>
      </p:sp>
      <p:sp>
        <p:nvSpPr>
          <p:cNvPr id="3" name="Espace réservé du contenu 2">
            <a:extLst>
              <a:ext uri="{FF2B5EF4-FFF2-40B4-BE49-F238E27FC236}">
                <a16:creationId xmlns:a16="http://schemas.microsoft.com/office/drawing/2014/main" id="{BA50DA16-B6E4-4F9E-8AAC-9E77DB3975E0}"/>
              </a:ext>
            </a:extLst>
          </p:cNvPr>
          <p:cNvSpPr txBox="1">
            <a:spLocks noGrp="1"/>
          </p:cNvSpPr>
          <p:nvPr>
            <p:ph idx="1"/>
          </p:nvPr>
        </p:nvSpPr>
        <p:spPr/>
        <p:txBody>
          <a:bodyPr/>
          <a:lstStyle/>
          <a:p>
            <a:pPr lvl="0"/>
            <a:r>
              <a:rPr lang="fr-FR" dirty="0"/>
              <a:t>Dans ce projet, je présente DJERIPERFUM, un assistant intelligent de recommandation de parfums intégré dans une application web .</a:t>
            </a:r>
          </a:p>
          <a:p>
            <a:pPr lvl="0"/>
            <a:r>
              <a:rPr lang="fr-FR" dirty="0"/>
              <a:t>L’objectif est d’aider les clients à choisir plus facilement leur parfum, à partir d’un catalogue de 10, 20 et 30 ml.</a:t>
            </a:r>
            <a:br>
              <a:rPr lang="fr-FR" dirty="0"/>
            </a:br>
            <a:r>
              <a:rPr lang="fr-FR" dirty="0"/>
              <a:t>Le projet est développé avec Python et </a:t>
            </a:r>
            <a:r>
              <a:rPr lang="fr-FR" dirty="0" err="1"/>
              <a:t>Streamlit</a:t>
            </a:r>
            <a:r>
              <a:rPr lang="fr-FR" dirty="0"/>
              <a:t> pour l’application web, et avec </a:t>
            </a:r>
            <a:r>
              <a:rPr lang="fr-FR" dirty="0" err="1"/>
              <a:t>Botpress</a:t>
            </a:r>
            <a:r>
              <a:rPr lang="fr-FR" dirty="0"/>
              <a:t> pour la partie </a:t>
            </a:r>
            <a:r>
              <a:rPr lang="fr-FR" dirty="0" err="1"/>
              <a:t>chatbot</a:t>
            </a:r>
            <a:r>
              <a:rPr lang="fr-FR"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3">
    <p:bg>
      <p:bgPr>
        <a:solidFill>
          <a:srgbClr val="FFFFFF"/>
        </a:solidFill>
        <a:effectLst/>
      </p:bgPr>
    </p:bg>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BCEC3BD5-5DD0-4ABC-8FF9-80FA93F27E5A}"/>
              </a:ext>
            </a:extLst>
          </p:cNvPr>
          <p:cNvSpPr>
            <a:spLocks noMove="1" noResize="1"/>
          </p:cNvSpPr>
          <p:nvPr/>
        </p:nvSpPr>
        <p:spPr>
          <a:xfrm>
            <a:off x="0" y="0"/>
            <a:ext cx="12188952" cy="6858000"/>
          </a:xfrm>
          <a:prstGeom prst="rect">
            <a:avLst/>
          </a:prstGeom>
          <a:solidFill>
            <a:srgbClr val="FFFFFF"/>
          </a:solidFill>
          <a:ln w="12701" cap="flat">
            <a:solidFill>
              <a:srgbClr val="F2F2F2"/>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sp>
        <p:nvSpPr>
          <p:cNvPr id="3" name="Rectangle 13">
            <a:extLst>
              <a:ext uri="{FF2B5EF4-FFF2-40B4-BE49-F238E27FC236}">
                <a16:creationId xmlns:a16="http://schemas.microsoft.com/office/drawing/2014/main" id="{9AF0BFA6-3ADE-4C0E-80D2-A2B1E669291D}"/>
              </a:ext>
            </a:extLst>
          </p:cNvPr>
          <p:cNvSpPr>
            <a:spLocks noMove="1" noResize="1"/>
          </p:cNvSpPr>
          <p:nvPr/>
        </p:nvSpPr>
        <p:spPr>
          <a:xfrm>
            <a:off x="0" y="0"/>
            <a:ext cx="12188952" cy="6858000"/>
          </a:xfrm>
          <a:prstGeom prst="rect">
            <a:avLst/>
          </a:prstGeom>
          <a:solidFill>
            <a:srgbClr val="F3F0E9"/>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grpSp>
        <p:nvGrpSpPr>
          <p:cNvPr id="4" name="Top left">
            <a:extLst>
              <a:ext uri="{FF2B5EF4-FFF2-40B4-BE49-F238E27FC236}">
                <a16:creationId xmlns:a16="http://schemas.microsoft.com/office/drawing/2014/main" id="{F87C54D2-8482-4E7B-BFC1-35AFEF1772A0}"/>
              </a:ext>
            </a:extLst>
          </p:cNvPr>
          <p:cNvGrpSpPr/>
          <p:nvPr/>
        </p:nvGrpSpPr>
        <p:grpSpPr>
          <a:xfrm>
            <a:off x="10844" y="-3101"/>
            <a:ext cx="2198958" cy="3349530"/>
            <a:chOff x="10844" y="-3101"/>
            <a:chExt cx="2198958" cy="3349530"/>
          </a:xfrm>
        </p:grpSpPr>
        <p:sp>
          <p:nvSpPr>
            <p:cNvPr id="5" name="Freeform: Shape 16">
              <a:extLst>
                <a:ext uri="{FF2B5EF4-FFF2-40B4-BE49-F238E27FC236}">
                  <a16:creationId xmlns:a16="http://schemas.microsoft.com/office/drawing/2014/main" id="{958438DA-FF7E-4717-88E3-9D0857954BA4}"/>
                </a:ext>
              </a:extLst>
            </p:cNvPr>
            <p:cNvSpPr/>
            <p:nvPr/>
          </p:nvSpPr>
          <p:spPr>
            <a:xfrm rot="10799991">
              <a:off x="692840" y="-3101"/>
              <a:ext cx="1326108" cy="597606"/>
            </a:xfrm>
            <a:custGeom>
              <a:avLst/>
              <a:gdLst>
                <a:gd name="f0" fmla="val 10800000"/>
                <a:gd name="f1" fmla="val 5400000"/>
                <a:gd name="f2" fmla="val 180"/>
                <a:gd name="f3" fmla="val w"/>
                <a:gd name="f4" fmla="val h"/>
                <a:gd name="f5" fmla="val 0"/>
                <a:gd name="f6" fmla="val 1482102"/>
                <a:gd name="f7" fmla="val 679363"/>
                <a:gd name="f8" fmla="val 741051"/>
                <a:gd name="f9" fmla="val 1102506"/>
                <a:gd name="f10" fmla="val 1404077"/>
                <a:gd name="f11" fmla="val 256390"/>
                <a:gd name="f12" fmla="val 1473822"/>
                <a:gd name="f13" fmla="val 597226"/>
                <a:gd name="f14" fmla="val 8280"/>
                <a:gd name="f15" fmla="val 78025"/>
                <a:gd name="f16" fmla="val 379596"/>
                <a:gd name="f17" fmla="+- 0 0 -90"/>
                <a:gd name="f18" fmla="*/ f3 1 1482102"/>
                <a:gd name="f19" fmla="*/ f4 1 679363"/>
                <a:gd name="f20" fmla="+- f7 0 f5"/>
                <a:gd name="f21" fmla="+- f6 0 f5"/>
                <a:gd name="f22" fmla="*/ f17 f0 1"/>
                <a:gd name="f23" fmla="*/ f21 1 1482102"/>
                <a:gd name="f24" fmla="*/ f20 1 679363"/>
                <a:gd name="f25" fmla="*/ 741051 f21 1"/>
                <a:gd name="f26" fmla="*/ 0 f20 1"/>
                <a:gd name="f27" fmla="*/ 1473822 f21 1"/>
                <a:gd name="f28" fmla="*/ 597226 f20 1"/>
                <a:gd name="f29" fmla="*/ 1482102 f21 1"/>
                <a:gd name="f30" fmla="*/ 679363 f20 1"/>
                <a:gd name="f31" fmla="*/ 0 f21 1"/>
                <a:gd name="f32" fmla="*/ 8280 f21 1"/>
                <a:gd name="f33" fmla="*/ f22 1 f2"/>
                <a:gd name="f34" fmla="*/ f25 1 1482102"/>
                <a:gd name="f35" fmla="*/ f26 1 679363"/>
                <a:gd name="f36" fmla="*/ f27 1 1482102"/>
                <a:gd name="f37" fmla="*/ f28 1 679363"/>
                <a:gd name="f38" fmla="*/ f29 1 1482102"/>
                <a:gd name="f39" fmla="*/ f30 1 679363"/>
                <a:gd name="f40" fmla="*/ f31 1 1482102"/>
                <a:gd name="f41" fmla="*/ f32 1 1482102"/>
                <a:gd name="f42" fmla="*/ f5 1 f23"/>
                <a:gd name="f43" fmla="*/ f6 1 f23"/>
                <a:gd name="f44" fmla="*/ f5 1 f24"/>
                <a:gd name="f45" fmla="*/ f7 1 f24"/>
                <a:gd name="f46" fmla="+- f33 0 f1"/>
                <a:gd name="f47" fmla="*/ f34 1 f23"/>
                <a:gd name="f48" fmla="*/ f35 1 f24"/>
                <a:gd name="f49" fmla="*/ f36 1 f23"/>
                <a:gd name="f50" fmla="*/ f37 1 f24"/>
                <a:gd name="f51" fmla="*/ f38 1 f23"/>
                <a:gd name="f52" fmla="*/ f39 1 f24"/>
                <a:gd name="f53" fmla="*/ f40 1 f23"/>
                <a:gd name="f54" fmla="*/ f41 1 f23"/>
                <a:gd name="f55" fmla="*/ f42 f18 1"/>
                <a:gd name="f56" fmla="*/ f43 f18 1"/>
                <a:gd name="f57" fmla="*/ f45 f19 1"/>
                <a:gd name="f58" fmla="*/ f44 f19 1"/>
                <a:gd name="f59" fmla="*/ f47 f18 1"/>
                <a:gd name="f60" fmla="*/ f48 f19 1"/>
                <a:gd name="f61" fmla="*/ f49 f18 1"/>
                <a:gd name="f62" fmla="*/ f50 f19 1"/>
                <a:gd name="f63" fmla="*/ f51 f18 1"/>
                <a:gd name="f64" fmla="*/ f52 f19 1"/>
                <a:gd name="f65" fmla="*/ f53 f18 1"/>
                <a:gd name="f66" fmla="*/ f54 f18 1"/>
              </a:gdLst>
              <a:ahLst/>
              <a:cxnLst>
                <a:cxn ang="3cd4">
                  <a:pos x="hc" y="t"/>
                </a:cxn>
                <a:cxn ang="0">
                  <a:pos x="r" y="vc"/>
                </a:cxn>
                <a:cxn ang="cd4">
                  <a:pos x="hc" y="b"/>
                </a:cxn>
                <a:cxn ang="cd2">
                  <a:pos x="l" y="vc"/>
                </a:cxn>
                <a:cxn ang="f46">
                  <a:pos x="f59" y="f60"/>
                </a:cxn>
                <a:cxn ang="f46">
                  <a:pos x="f61" y="f62"/>
                </a:cxn>
                <a:cxn ang="f46">
                  <a:pos x="f63" y="f64"/>
                </a:cxn>
                <a:cxn ang="f46">
                  <a:pos x="f65" y="f64"/>
                </a:cxn>
                <a:cxn ang="f46">
                  <a:pos x="f66" y="f62"/>
                </a:cxn>
                <a:cxn ang="f46">
                  <a:pos x="f59" y="f60"/>
                </a:cxn>
              </a:cxnLst>
              <a:rect l="f55" t="f58" r="f56" b="f57"/>
              <a:pathLst>
                <a:path w="1482102" h="679363">
                  <a:moveTo>
                    <a:pt x="f8" y="f5"/>
                  </a:moveTo>
                  <a:cubicBezTo>
                    <a:pt x="f9" y="f5"/>
                    <a:pt x="f10" y="f11"/>
                    <a:pt x="f12" y="f13"/>
                  </a:cubicBezTo>
                  <a:lnTo>
                    <a:pt x="f6" y="f7"/>
                  </a:lnTo>
                  <a:lnTo>
                    <a:pt x="f5" y="f7"/>
                  </a:lnTo>
                  <a:lnTo>
                    <a:pt x="f14" y="f13"/>
                  </a:lnTo>
                  <a:cubicBezTo>
                    <a:pt x="f15" y="f11"/>
                    <a:pt x="f16" y="f5"/>
                    <a:pt x="f8" y="f5"/>
                  </a:cubicBezTo>
                  <a:close/>
                </a:path>
              </a:pathLst>
            </a:cu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sp>
          <p:nvSpPr>
            <p:cNvPr id="6" name="Freeform: Shape 17">
              <a:extLst>
                <a:ext uri="{FF2B5EF4-FFF2-40B4-BE49-F238E27FC236}">
                  <a16:creationId xmlns:a16="http://schemas.microsoft.com/office/drawing/2014/main" id="{C3E3078B-37F5-4EF6-95C2-839FBFA63C03}"/>
                </a:ext>
              </a:extLst>
            </p:cNvPr>
            <p:cNvSpPr/>
            <p:nvPr/>
          </p:nvSpPr>
          <p:spPr>
            <a:xfrm>
              <a:off x="19394" y="15243"/>
              <a:ext cx="2190408" cy="3331186"/>
            </a:xfrm>
            <a:custGeom>
              <a:avLst/>
              <a:gdLst>
                <a:gd name="f0" fmla="val 10800000"/>
                <a:gd name="f1" fmla="val 5400000"/>
                <a:gd name="f2" fmla="val 180"/>
                <a:gd name="f3" fmla="val w"/>
                <a:gd name="f4" fmla="val h"/>
                <a:gd name="f5" fmla="val 0"/>
                <a:gd name="f6" fmla="val 3296088"/>
                <a:gd name="f7" fmla="val 5012722"/>
                <a:gd name="f8" fmla="val 81820"/>
                <a:gd name="f9" fmla="val 4949095"/>
                <a:gd name="f10" fmla="val 163544"/>
                <a:gd name="f11" fmla="val 4885468"/>
                <a:gd name="f12" fmla="val 244031"/>
                <a:gd name="f13" fmla="val 4820222"/>
                <a:gd name="f14" fmla="val 417671"/>
                <a:gd name="f15" fmla="val 4679633"/>
                <a:gd name="f16" fmla="val 589883"/>
                <a:gd name="f17" fmla="val 4535139"/>
                <a:gd name="f18" fmla="val 729234"/>
                <a:gd name="f19" fmla="val 4360641"/>
                <a:gd name="f20" fmla="val 779431"/>
                <a:gd name="f21" fmla="val 4297776"/>
                <a:gd name="f22" fmla="val 825818"/>
                <a:gd name="f23" fmla="val 4231958"/>
                <a:gd name="f24" fmla="val 881444"/>
                <a:gd name="f25" fmla="val 4173950"/>
                <a:gd name="f26" fmla="val 959358"/>
                <a:gd name="f27" fmla="val 4092607"/>
                <a:gd name="f28" fmla="val 1054799"/>
                <a:gd name="f29" fmla="val 4031075"/>
                <a:gd name="f30" fmla="val 1151287"/>
                <a:gd name="f31" fmla="val 3972877"/>
                <a:gd name="f32" fmla="val 1263968"/>
                <a:gd name="f33" fmla="val 3904964"/>
                <a:gd name="f34" fmla="val 1379315"/>
                <a:gd name="f35" fmla="val 3841337"/>
                <a:gd name="f36" fmla="val 1498664"/>
                <a:gd name="f37" fmla="val 3786188"/>
                <a:gd name="f38" fmla="val 1573149"/>
                <a:gd name="f39" fmla="val 3751802"/>
                <a:gd name="f40" fmla="val 1649159"/>
                <a:gd name="f41" fmla="val 3720179"/>
                <a:gd name="f42" fmla="val 1716881"/>
                <a:gd name="f43" fmla="val 3674174"/>
                <a:gd name="f44" fmla="val 1794034"/>
                <a:gd name="f45" fmla="val 3621691"/>
                <a:gd name="f46" fmla="val 1856708"/>
                <a:gd name="f47" fmla="val 3551492"/>
                <a:gd name="f48" fmla="val 1913573"/>
                <a:gd name="f49" fmla="val 3477387"/>
                <a:gd name="f50" fmla="val 2016157"/>
                <a:gd name="f51" fmla="val 3343751"/>
                <a:gd name="f52" fmla="val 2099024"/>
                <a:gd name="f53" fmla="val 3196114"/>
                <a:gd name="f54" fmla="val 2167700"/>
                <a:gd name="f55" fmla="val 3042190"/>
                <a:gd name="f56" fmla="val 2206752"/>
                <a:gd name="f57" fmla="val 2954655"/>
                <a:gd name="f58" fmla="val 2241233"/>
                <a:gd name="f59" fmla="val 2865215"/>
                <a:gd name="f60" fmla="val 2273903"/>
                <a:gd name="f61" fmla="val 2775014"/>
                <a:gd name="f62" fmla="val 2328482"/>
                <a:gd name="f63" fmla="val 2624423"/>
                <a:gd name="f64" fmla="val 2379440"/>
                <a:gd name="f65" fmla="val 2471642"/>
                <a:gd name="f66" fmla="val 2463356"/>
                <a:gd name="f67" fmla="val 2335530"/>
                <a:gd name="f68" fmla="val 2542127"/>
                <a:gd name="f69" fmla="val 2207705"/>
                <a:gd name="f70" fmla="val 2647855"/>
                <a:gd name="f71" fmla="val 2099501"/>
                <a:gd name="f72" fmla="val 2741866"/>
                <a:gd name="f73" fmla="val 1982248"/>
                <a:gd name="f74" fmla="val 2830449"/>
                <a:gd name="f75" fmla="val 1871758"/>
                <a:gd name="f76" fmla="val 2908554"/>
                <a:gd name="f77" fmla="val 1753362"/>
                <a:gd name="f78" fmla="val 2985897"/>
                <a:gd name="f79" fmla="val 1634681"/>
                <a:gd name="f80" fmla="val 3071146"/>
                <a:gd name="f81" fmla="val 1503902"/>
                <a:gd name="f82" fmla="val 3156395"/>
                <a:gd name="f83" fmla="val 1372172"/>
                <a:gd name="f84" fmla="val 3212687"/>
                <a:gd name="f85" fmla="val 1226820"/>
                <a:gd name="f86" fmla="val 3246025"/>
                <a:gd name="f87" fmla="val 1140809"/>
                <a:gd name="f88" fmla="val 3268790"/>
                <a:gd name="f89" fmla="val 1051084"/>
                <a:gd name="f90" fmla="val 3281553"/>
                <a:gd name="f91" fmla="val 959644"/>
                <a:gd name="f92" fmla="val 3293555"/>
                <a:gd name="f93" fmla="val 874014"/>
                <a:gd name="f94" fmla="val 3296888"/>
                <a:gd name="f95" fmla="val 787527"/>
                <a:gd name="f96" fmla="val 3295936"/>
                <a:gd name="f97" fmla="val 701135"/>
                <a:gd name="f98" fmla="val 3294888"/>
                <a:gd name="f99" fmla="val 612172"/>
                <a:gd name="f100" fmla="val 3289268"/>
                <a:gd name="f101" fmla="val 523018"/>
                <a:gd name="f102" fmla="val 3267266"/>
                <a:gd name="f103" fmla="val 436817"/>
                <a:gd name="f104" fmla="val 3227832"/>
                <a:gd name="f105" fmla="val 282416"/>
                <a:gd name="f106" fmla="val 3105341"/>
                <a:gd name="f107" fmla="+- 0 0 -90"/>
                <a:gd name="f108" fmla="*/ f3 1 3296088"/>
                <a:gd name="f109" fmla="*/ f4 1 5012722"/>
                <a:gd name="f110" fmla="+- f7 0 f5"/>
                <a:gd name="f111" fmla="+- f6 0 f5"/>
                <a:gd name="f112" fmla="*/ f107 f0 1"/>
                <a:gd name="f113" fmla="*/ f111 1 3296088"/>
                <a:gd name="f114" fmla="*/ f110 1 5012722"/>
                <a:gd name="f115" fmla="*/ 0 f111 1"/>
                <a:gd name="f116" fmla="*/ 5012722 f110 1"/>
                <a:gd name="f117" fmla="*/ 244031 f111 1"/>
                <a:gd name="f118" fmla="*/ 4820222 f110 1"/>
                <a:gd name="f119" fmla="*/ 729234 f111 1"/>
                <a:gd name="f120" fmla="*/ 4360641 f110 1"/>
                <a:gd name="f121" fmla="*/ 881444 f111 1"/>
                <a:gd name="f122" fmla="*/ 4173950 f110 1"/>
                <a:gd name="f123" fmla="*/ 1151287 f111 1"/>
                <a:gd name="f124" fmla="*/ 3972877 f110 1"/>
                <a:gd name="f125" fmla="*/ 1498664 f111 1"/>
                <a:gd name="f126" fmla="*/ 3786188 f110 1"/>
                <a:gd name="f127" fmla="*/ 1716881 f111 1"/>
                <a:gd name="f128" fmla="*/ 3674174 f110 1"/>
                <a:gd name="f129" fmla="*/ 1913573 f111 1"/>
                <a:gd name="f130" fmla="*/ 3477387 f110 1"/>
                <a:gd name="f131" fmla="*/ 2167700 f111 1"/>
                <a:gd name="f132" fmla="*/ 3042190 f110 1"/>
                <a:gd name="f133" fmla="*/ 2273903 f111 1"/>
                <a:gd name="f134" fmla="*/ 2775014 f110 1"/>
                <a:gd name="f135" fmla="*/ 2463356 f111 1"/>
                <a:gd name="f136" fmla="*/ 2335530 f110 1"/>
                <a:gd name="f137" fmla="*/ 2741866 f111 1"/>
                <a:gd name="f138" fmla="*/ 1982248 f110 1"/>
                <a:gd name="f139" fmla="*/ 2985897 f111 1"/>
                <a:gd name="f140" fmla="*/ 1634681 f110 1"/>
                <a:gd name="f141" fmla="*/ 3212687 f111 1"/>
                <a:gd name="f142" fmla="*/ 1226820 f110 1"/>
                <a:gd name="f143" fmla="*/ 3281553 f111 1"/>
                <a:gd name="f144" fmla="*/ 959644 f110 1"/>
                <a:gd name="f145" fmla="*/ 3295936 f111 1"/>
                <a:gd name="f146" fmla="*/ 701135 f110 1"/>
                <a:gd name="f147" fmla="*/ 3267266 f111 1"/>
                <a:gd name="f148" fmla="*/ 436817 f110 1"/>
                <a:gd name="f149" fmla="*/ 3105341 f111 1"/>
                <a:gd name="f150" fmla="*/ 0 f110 1"/>
                <a:gd name="f151" fmla="*/ f112 1 f2"/>
                <a:gd name="f152" fmla="*/ f115 1 3296088"/>
                <a:gd name="f153" fmla="*/ f116 1 5012722"/>
                <a:gd name="f154" fmla="*/ f117 1 3296088"/>
                <a:gd name="f155" fmla="*/ f118 1 5012722"/>
                <a:gd name="f156" fmla="*/ f119 1 3296088"/>
                <a:gd name="f157" fmla="*/ f120 1 5012722"/>
                <a:gd name="f158" fmla="*/ f121 1 3296088"/>
                <a:gd name="f159" fmla="*/ f122 1 5012722"/>
                <a:gd name="f160" fmla="*/ f123 1 3296088"/>
                <a:gd name="f161" fmla="*/ f124 1 5012722"/>
                <a:gd name="f162" fmla="*/ f125 1 3296088"/>
                <a:gd name="f163" fmla="*/ f126 1 5012722"/>
                <a:gd name="f164" fmla="*/ f127 1 3296088"/>
                <a:gd name="f165" fmla="*/ f128 1 5012722"/>
                <a:gd name="f166" fmla="*/ f129 1 3296088"/>
                <a:gd name="f167" fmla="*/ f130 1 5012722"/>
                <a:gd name="f168" fmla="*/ f131 1 3296088"/>
                <a:gd name="f169" fmla="*/ f132 1 5012722"/>
                <a:gd name="f170" fmla="*/ f133 1 3296088"/>
                <a:gd name="f171" fmla="*/ f134 1 5012722"/>
                <a:gd name="f172" fmla="*/ f135 1 3296088"/>
                <a:gd name="f173" fmla="*/ f136 1 5012722"/>
                <a:gd name="f174" fmla="*/ f137 1 3296088"/>
                <a:gd name="f175" fmla="*/ f138 1 5012722"/>
                <a:gd name="f176" fmla="*/ f139 1 3296088"/>
                <a:gd name="f177" fmla="*/ f140 1 5012722"/>
                <a:gd name="f178" fmla="*/ f141 1 3296088"/>
                <a:gd name="f179" fmla="*/ f142 1 5012722"/>
                <a:gd name="f180" fmla="*/ f143 1 3296088"/>
                <a:gd name="f181" fmla="*/ f144 1 5012722"/>
                <a:gd name="f182" fmla="*/ f145 1 3296088"/>
                <a:gd name="f183" fmla="*/ f146 1 5012722"/>
                <a:gd name="f184" fmla="*/ f147 1 3296088"/>
                <a:gd name="f185" fmla="*/ f148 1 5012722"/>
                <a:gd name="f186" fmla="*/ f149 1 3296088"/>
                <a:gd name="f187" fmla="*/ f150 1 5012722"/>
                <a:gd name="f188" fmla="*/ f5 1 f113"/>
                <a:gd name="f189" fmla="*/ f6 1 f113"/>
                <a:gd name="f190" fmla="*/ f5 1 f114"/>
                <a:gd name="f191" fmla="*/ f7 1 f114"/>
                <a:gd name="f192" fmla="+- f151 0 f1"/>
                <a:gd name="f193" fmla="*/ f152 1 f113"/>
                <a:gd name="f194" fmla="*/ f153 1 f114"/>
                <a:gd name="f195" fmla="*/ f154 1 f113"/>
                <a:gd name="f196" fmla="*/ f155 1 f114"/>
                <a:gd name="f197" fmla="*/ f156 1 f113"/>
                <a:gd name="f198" fmla="*/ f157 1 f114"/>
                <a:gd name="f199" fmla="*/ f158 1 f113"/>
                <a:gd name="f200" fmla="*/ f159 1 f114"/>
                <a:gd name="f201" fmla="*/ f160 1 f113"/>
                <a:gd name="f202" fmla="*/ f161 1 f114"/>
                <a:gd name="f203" fmla="*/ f162 1 f113"/>
                <a:gd name="f204" fmla="*/ f163 1 f114"/>
                <a:gd name="f205" fmla="*/ f164 1 f113"/>
                <a:gd name="f206" fmla="*/ f165 1 f114"/>
                <a:gd name="f207" fmla="*/ f166 1 f113"/>
                <a:gd name="f208" fmla="*/ f167 1 f114"/>
                <a:gd name="f209" fmla="*/ f168 1 f113"/>
                <a:gd name="f210" fmla="*/ f169 1 f114"/>
                <a:gd name="f211" fmla="*/ f170 1 f113"/>
                <a:gd name="f212" fmla="*/ f171 1 f114"/>
                <a:gd name="f213" fmla="*/ f172 1 f113"/>
                <a:gd name="f214" fmla="*/ f173 1 f114"/>
                <a:gd name="f215" fmla="*/ f174 1 f113"/>
                <a:gd name="f216" fmla="*/ f175 1 f114"/>
                <a:gd name="f217" fmla="*/ f176 1 f113"/>
                <a:gd name="f218" fmla="*/ f177 1 f114"/>
                <a:gd name="f219" fmla="*/ f178 1 f113"/>
                <a:gd name="f220" fmla="*/ f179 1 f114"/>
                <a:gd name="f221" fmla="*/ f180 1 f113"/>
                <a:gd name="f222" fmla="*/ f181 1 f114"/>
                <a:gd name="f223" fmla="*/ f182 1 f113"/>
                <a:gd name="f224" fmla="*/ f183 1 f114"/>
                <a:gd name="f225" fmla="*/ f184 1 f113"/>
                <a:gd name="f226" fmla="*/ f185 1 f114"/>
                <a:gd name="f227" fmla="*/ f186 1 f113"/>
                <a:gd name="f228" fmla="*/ f187 1 f114"/>
                <a:gd name="f229" fmla="*/ f188 f108 1"/>
                <a:gd name="f230" fmla="*/ f189 f108 1"/>
                <a:gd name="f231" fmla="*/ f191 f109 1"/>
                <a:gd name="f232" fmla="*/ f190 f109 1"/>
                <a:gd name="f233" fmla="*/ f193 f108 1"/>
                <a:gd name="f234" fmla="*/ f194 f109 1"/>
                <a:gd name="f235" fmla="*/ f195 f108 1"/>
                <a:gd name="f236" fmla="*/ f196 f109 1"/>
                <a:gd name="f237" fmla="*/ f197 f108 1"/>
                <a:gd name="f238" fmla="*/ f198 f109 1"/>
                <a:gd name="f239" fmla="*/ f199 f108 1"/>
                <a:gd name="f240" fmla="*/ f200 f109 1"/>
                <a:gd name="f241" fmla="*/ f201 f108 1"/>
                <a:gd name="f242" fmla="*/ f202 f109 1"/>
                <a:gd name="f243" fmla="*/ f203 f108 1"/>
                <a:gd name="f244" fmla="*/ f204 f109 1"/>
                <a:gd name="f245" fmla="*/ f205 f108 1"/>
                <a:gd name="f246" fmla="*/ f206 f109 1"/>
                <a:gd name="f247" fmla="*/ f207 f108 1"/>
                <a:gd name="f248" fmla="*/ f208 f109 1"/>
                <a:gd name="f249" fmla="*/ f209 f108 1"/>
                <a:gd name="f250" fmla="*/ f210 f109 1"/>
                <a:gd name="f251" fmla="*/ f211 f108 1"/>
                <a:gd name="f252" fmla="*/ f212 f109 1"/>
                <a:gd name="f253" fmla="*/ f213 f108 1"/>
                <a:gd name="f254" fmla="*/ f214 f109 1"/>
                <a:gd name="f255" fmla="*/ f215 f108 1"/>
                <a:gd name="f256" fmla="*/ f216 f109 1"/>
                <a:gd name="f257" fmla="*/ f217 f108 1"/>
                <a:gd name="f258" fmla="*/ f218 f109 1"/>
                <a:gd name="f259" fmla="*/ f219 f108 1"/>
                <a:gd name="f260" fmla="*/ f220 f109 1"/>
                <a:gd name="f261" fmla="*/ f221 f108 1"/>
                <a:gd name="f262" fmla="*/ f222 f109 1"/>
                <a:gd name="f263" fmla="*/ f223 f108 1"/>
                <a:gd name="f264" fmla="*/ f224 f109 1"/>
                <a:gd name="f265" fmla="*/ f225 f108 1"/>
                <a:gd name="f266" fmla="*/ f226 f109 1"/>
                <a:gd name="f267" fmla="*/ f227 f108 1"/>
                <a:gd name="f268" fmla="*/ f228 f109 1"/>
              </a:gdLst>
              <a:ahLst/>
              <a:cxnLst>
                <a:cxn ang="3cd4">
                  <a:pos x="hc" y="t"/>
                </a:cxn>
                <a:cxn ang="0">
                  <a:pos x="r" y="vc"/>
                </a:cxn>
                <a:cxn ang="cd4">
                  <a:pos x="hc" y="b"/>
                </a:cxn>
                <a:cxn ang="cd2">
                  <a:pos x="l" y="vc"/>
                </a:cxn>
                <a:cxn ang="f192">
                  <a:pos x="f233" y="f234"/>
                </a:cxn>
                <a:cxn ang="f192">
                  <a:pos x="f235" y="f236"/>
                </a:cxn>
                <a:cxn ang="f192">
                  <a:pos x="f237" y="f238"/>
                </a:cxn>
                <a:cxn ang="f192">
                  <a:pos x="f239" y="f240"/>
                </a:cxn>
                <a:cxn ang="f192">
                  <a:pos x="f241" y="f242"/>
                </a:cxn>
                <a:cxn ang="f192">
                  <a:pos x="f243" y="f244"/>
                </a:cxn>
                <a:cxn ang="f192">
                  <a:pos x="f245" y="f246"/>
                </a:cxn>
                <a:cxn ang="f192">
                  <a:pos x="f247" y="f248"/>
                </a:cxn>
                <a:cxn ang="f192">
                  <a:pos x="f249" y="f250"/>
                </a:cxn>
                <a:cxn ang="f192">
                  <a:pos x="f251" y="f252"/>
                </a:cxn>
                <a:cxn ang="f192">
                  <a:pos x="f253" y="f254"/>
                </a:cxn>
                <a:cxn ang="f192">
                  <a:pos x="f255" y="f256"/>
                </a:cxn>
                <a:cxn ang="f192">
                  <a:pos x="f257" y="f258"/>
                </a:cxn>
                <a:cxn ang="f192">
                  <a:pos x="f259" y="f260"/>
                </a:cxn>
                <a:cxn ang="f192">
                  <a:pos x="f261" y="f262"/>
                </a:cxn>
                <a:cxn ang="f192">
                  <a:pos x="f263" y="f264"/>
                </a:cxn>
                <a:cxn ang="f192">
                  <a:pos x="f265" y="f266"/>
                </a:cxn>
                <a:cxn ang="f192">
                  <a:pos x="f267" y="f268"/>
                </a:cxn>
              </a:cxnLst>
              <a:rect l="f229" t="f232" r="f230" b="f231"/>
              <a:pathLst>
                <a:path w="3296088" h="5012722">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5"/>
                    <a:pt x="f106"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7" name="Freeform: Shape 18">
              <a:extLst>
                <a:ext uri="{FF2B5EF4-FFF2-40B4-BE49-F238E27FC236}">
                  <a16:creationId xmlns:a16="http://schemas.microsoft.com/office/drawing/2014/main" id="{99F6ED0F-39CF-445B-BE15-3D4199B95F38}"/>
                </a:ext>
              </a:extLst>
            </p:cNvPr>
            <p:cNvSpPr/>
            <p:nvPr/>
          </p:nvSpPr>
          <p:spPr>
            <a:xfrm>
              <a:off x="10844" y="15179"/>
              <a:ext cx="1978670" cy="3074962"/>
            </a:xfrm>
            <a:custGeom>
              <a:avLst/>
              <a:gdLst>
                <a:gd name="f0" fmla="val 10800000"/>
                <a:gd name="f1" fmla="val 5400000"/>
                <a:gd name="f2" fmla="val 180"/>
                <a:gd name="f3" fmla="val w"/>
                <a:gd name="f4" fmla="val h"/>
                <a:gd name="f5" fmla="val 0"/>
                <a:gd name="f6" fmla="val 2977477"/>
                <a:gd name="f7" fmla="val 4627149"/>
                <a:gd name="f8" fmla="val 4627150"/>
                <a:gd name="f9" fmla="val 79820"/>
                <a:gd name="f10" fmla="val 4552283"/>
                <a:gd name="f11" fmla="val 203835"/>
                <a:gd name="f12" fmla="val 4424648"/>
                <a:gd name="f13" fmla="val 275082"/>
                <a:gd name="f14" fmla="val 4341590"/>
                <a:gd name="f15" fmla="val 354711"/>
                <a:gd name="f16" fmla="val 4248722"/>
                <a:gd name="f17" fmla="val 421005"/>
                <a:gd name="f18" fmla="val 4145090"/>
                <a:gd name="f19" fmla="val 502825"/>
                <a:gd name="f20" fmla="val 4054126"/>
                <a:gd name="f21" fmla="val 554355"/>
                <a:gd name="f22" fmla="val 3996881"/>
                <a:gd name="f23" fmla="val 612362"/>
                <a:gd name="f24" fmla="val 3945827"/>
                <a:gd name="f25" fmla="val 666179"/>
                <a:gd name="f26" fmla="val 3890677"/>
                <a:gd name="f27" fmla="val 734187"/>
                <a:gd name="f28" fmla="val 3821049"/>
                <a:gd name="f29" fmla="val 796671"/>
                <a:gd name="f30" fmla="val 3746183"/>
                <a:gd name="f31" fmla="val 864203"/>
                <a:gd name="f32" fmla="val 3675983"/>
                <a:gd name="f33" fmla="val 902875"/>
                <a:gd name="f34" fmla="val 3635788"/>
                <a:gd name="f35" fmla="val 943642"/>
                <a:gd name="f36" fmla="val 3597593"/>
                <a:gd name="f37" fmla="val 982599"/>
                <a:gd name="f38" fmla="val 3557492"/>
                <a:gd name="f39" fmla="val 1053941"/>
                <a:gd name="f40" fmla="val 3484150"/>
                <a:gd name="f41" fmla="val 1121378"/>
                <a:gd name="f42" fmla="val 3407093"/>
                <a:gd name="f43" fmla="val 1188244"/>
                <a:gd name="f44" fmla="val 3329654"/>
                <a:gd name="f45" fmla="val 1240631"/>
                <a:gd name="f46" fmla="val 3268885"/>
                <a:gd name="f47" fmla="val 1293495"/>
                <a:gd name="f48" fmla="val 3208496"/>
                <a:gd name="f49" fmla="val 1344740"/>
                <a:gd name="f50" fmla="val 3146774"/>
                <a:gd name="f51" fmla="val 1388459"/>
                <a:gd name="f52" fmla="val 3094101"/>
                <a:gd name="f53" fmla="val 1431512"/>
                <a:gd name="f54" fmla="val 3040761"/>
                <a:gd name="f55" fmla="val 1470755"/>
                <a:gd name="f56" fmla="val 2984659"/>
                <a:gd name="f57" fmla="val 1540764"/>
                <a:gd name="f58" fmla="val 2884646"/>
                <a:gd name="f59" fmla="val 1598771"/>
                <a:gd name="f60" fmla="val 2777109"/>
                <a:gd name="f61" fmla="val 1657636"/>
                <a:gd name="f62" fmla="val 2670239"/>
                <a:gd name="f63" fmla="val 1693545"/>
                <a:gd name="f64" fmla="val 2605088"/>
                <a:gd name="f65" fmla="val 1728502"/>
                <a:gd name="f66" fmla="val 2539460"/>
                <a:gd name="f67" fmla="val 1762887"/>
                <a:gd name="f68" fmla="val 2473547"/>
                <a:gd name="f69" fmla="val 1795367"/>
                <a:gd name="f70" fmla="val 2411349"/>
                <a:gd name="f71" fmla="val 1826419"/>
                <a:gd name="f72" fmla="val 2348103"/>
                <a:gd name="f73" fmla="val 1866710"/>
                <a:gd name="f74" fmla="val 2290667"/>
                <a:gd name="f75" fmla="val 1934623"/>
                <a:gd name="f76" fmla="val 2193893"/>
                <a:gd name="f77" fmla="val 2022729"/>
                <a:gd name="f78" fmla="val 2114169"/>
                <a:gd name="f79" fmla="val 2106263"/>
                <a:gd name="f80" fmla="val 2030254"/>
                <a:gd name="f81" fmla="val 2163128"/>
                <a:gd name="f82" fmla="val 1973104"/>
                <a:gd name="f83" fmla="val 2218182"/>
                <a:gd name="f84" fmla="val 1914049"/>
                <a:gd name="f85" fmla="val 2277237"/>
                <a:gd name="f86" fmla="val 1859185"/>
                <a:gd name="f87" fmla="val 2350770"/>
                <a:gd name="f88" fmla="val 1790891"/>
                <a:gd name="f89" fmla="val 2430304"/>
                <a:gd name="f90" fmla="val 1728978"/>
                <a:gd name="f91" fmla="val 2499455"/>
                <a:gd name="f92" fmla="val 1656207"/>
                <a:gd name="f93" fmla="val 2576989"/>
                <a:gd name="f94" fmla="val 1574578"/>
                <a:gd name="f95" fmla="val 2641568"/>
                <a:gd name="f96" fmla="val 1481900"/>
                <a:gd name="f97" fmla="val 2707100"/>
                <a:gd name="f98" fmla="val 1390269"/>
                <a:gd name="f99" fmla="val 2744153"/>
                <a:gd name="f100" fmla="val 1338453"/>
                <a:gd name="f101" fmla="val 2781586"/>
                <a:gd name="f102" fmla="val 1286732"/>
                <a:gd name="f103" fmla="val 2812352"/>
                <a:gd name="f104" fmla="val 1230916"/>
                <a:gd name="f105" fmla="val 2846546"/>
                <a:gd name="f106" fmla="val 1168908"/>
                <a:gd name="f107" fmla="val 2872550"/>
                <a:gd name="f108" fmla="val 1102900"/>
                <a:gd name="f109" fmla="val 2898172"/>
                <a:gd name="f110" fmla="val 1036987"/>
                <a:gd name="f111" fmla="val 2922175"/>
                <a:gd name="f112" fmla="val 975455"/>
                <a:gd name="f113" fmla="val 2948273"/>
                <a:gd name="f114" fmla="val 914305"/>
                <a:gd name="f115" fmla="val 2963228"/>
                <a:gd name="f116" fmla="val 850011"/>
                <a:gd name="f117" fmla="val 2971229"/>
                <a:gd name="f118" fmla="val 815626"/>
                <a:gd name="f119" fmla="val 2976563"/>
                <a:gd name="f120" fmla="val 780764"/>
                <a:gd name="f121" fmla="val 2977325"/>
                <a:gd name="f122" fmla="val 745427"/>
                <a:gd name="f123" fmla="val 2979230"/>
                <a:gd name="f124" fmla="val 654844"/>
                <a:gd name="f125" fmla="val 2963323"/>
                <a:gd name="f126" fmla="val 564261"/>
                <a:gd name="f127" fmla="val 2929509"/>
                <a:gd name="f128" fmla="val 480155"/>
                <a:gd name="f129" fmla="val 2851309"/>
                <a:gd name="f130" fmla="val 285655"/>
                <a:gd name="f131" fmla="val 2563082"/>
                <a:gd name="f132" fmla="+- 0 0 -90"/>
                <a:gd name="f133" fmla="*/ f3 1 2977477"/>
                <a:gd name="f134" fmla="*/ f4 1 4627149"/>
                <a:gd name="f135" fmla="+- f7 0 f5"/>
                <a:gd name="f136" fmla="+- f6 0 f5"/>
                <a:gd name="f137" fmla="*/ f132 f0 1"/>
                <a:gd name="f138" fmla="*/ f136 1 2977477"/>
                <a:gd name="f139" fmla="*/ f135 1 4627149"/>
                <a:gd name="f140" fmla="*/ 0 f136 1"/>
                <a:gd name="f141" fmla="*/ 4627150 f135 1"/>
                <a:gd name="f142" fmla="*/ 275082 f136 1"/>
                <a:gd name="f143" fmla="*/ 4341590 f135 1"/>
                <a:gd name="f144" fmla="*/ 502825 f136 1"/>
                <a:gd name="f145" fmla="*/ 4054126 f135 1"/>
                <a:gd name="f146" fmla="*/ 666179 f136 1"/>
                <a:gd name="f147" fmla="*/ 3890677 f135 1"/>
                <a:gd name="f148" fmla="*/ 864203 f136 1"/>
                <a:gd name="f149" fmla="*/ 3675983 f135 1"/>
                <a:gd name="f150" fmla="*/ 982599 f136 1"/>
                <a:gd name="f151" fmla="*/ 3557492 f135 1"/>
                <a:gd name="f152" fmla="*/ 1188244 f136 1"/>
                <a:gd name="f153" fmla="*/ 3329654 f135 1"/>
                <a:gd name="f154" fmla="*/ 1344740 f136 1"/>
                <a:gd name="f155" fmla="*/ 3146774 f135 1"/>
                <a:gd name="f156" fmla="*/ 1470755 f136 1"/>
                <a:gd name="f157" fmla="*/ 2984659 f135 1"/>
                <a:gd name="f158" fmla="*/ 1657636 f136 1"/>
                <a:gd name="f159" fmla="*/ 2670239 f135 1"/>
                <a:gd name="f160" fmla="*/ 1762887 f136 1"/>
                <a:gd name="f161" fmla="*/ 2473547 f135 1"/>
                <a:gd name="f162" fmla="*/ 1866710 f136 1"/>
                <a:gd name="f163" fmla="*/ 2290667 f135 1"/>
                <a:gd name="f164" fmla="*/ 2106263 f136 1"/>
                <a:gd name="f165" fmla="*/ 2030254 f135 1"/>
                <a:gd name="f166" fmla="*/ 2277237 f136 1"/>
                <a:gd name="f167" fmla="*/ 1859185 f135 1"/>
                <a:gd name="f168" fmla="*/ 2499455 f136 1"/>
                <a:gd name="f169" fmla="*/ 1656207 f135 1"/>
                <a:gd name="f170" fmla="*/ 2707100 f136 1"/>
                <a:gd name="f171" fmla="*/ 1390269 f135 1"/>
                <a:gd name="f172" fmla="*/ 2812352 f136 1"/>
                <a:gd name="f173" fmla="*/ 1230916 f135 1"/>
                <a:gd name="f174" fmla="*/ 2898172 f136 1"/>
                <a:gd name="f175" fmla="*/ 1036987 f135 1"/>
                <a:gd name="f176" fmla="*/ 2963228 f136 1"/>
                <a:gd name="f177" fmla="*/ 850011 f135 1"/>
                <a:gd name="f178" fmla="*/ 2977325 f136 1"/>
                <a:gd name="f179" fmla="*/ 745427 f135 1"/>
                <a:gd name="f180" fmla="*/ 2929509 f136 1"/>
                <a:gd name="f181" fmla="*/ 480155 f135 1"/>
                <a:gd name="f182" fmla="*/ 2563082 f136 1"/>
                <a:gd name="f183" fmla="*/ 0 f135 1"/>
                <a:gd name="f184" fmla="*/ f137 1 f2"/>
                <a:gd name="f185" fmla="*/ f140 1 2977477"/>
                <a:gd name="f186" fmla="*/ f141 1 4627149"/>
                <a:gd name="f187" fmla="*/ f142 1 2977477"/>
                <a:gd name="f188" fmla="*/ f143 1 4627149"/>
                <a:gd name="f189" fmla="*/ f144 1 2977477"/>
                <a:gd name="f190" fmla="*/ f145 1 4627149"/>
                <a:gd name="f191" fmla="*/ f146 1 2977477"/>
                <a:gd name="f192" fmla="*/ f147 1 4627149"/>
                <a:gd name="f193" fmla="*/ f148 1 2977477"/>
                <a:gd name="f194" fmla="*/ f149 1 4627149"/>
                <a:gd name="f195" fmla="*/ f150 1 2977477"/>
                <a:gd name="f196" fmla="*/ f151 1 4627149"/>
                <a:gd name="f197" fmla="*/ f152 1 2977477"/>
                <a:gd name="f198" fmla="*/ f153 1 4627149"/>
                <a:gd name="f199" fmla="*/ f154 1 2977477"/>
                <a:gd name="f200" fmla="*/ f155 1 4627149"/>
                <a:gd name="f201" fmla="*/ f156 1 2977477"/>
                <a:gd name="f202" fmla="*/ f157 1 4627149"/>
                <a:gd name="f203" fmla="*/ f158 1 2977477"/>
                <a:gd name="f204" fmla="*/ f159 1 4627149"/>
                <a:gd name="f205" fmla="*/ f160 1 2977477"/>
                <a:gd name="f206" fmla="*/ f161 1 4627149"/>
                <a:gd name="f207" fmla="*/ f162 1 2977477"/>
                <a:gd name="f208" fmla="*/ f163 1 4627149"/>
                <a:gd name="f209" fmla="*/ f164 1 2977477"/>
                <a:gd name="f210" fmla="*/ f165 1 4627149"/>
                <a:gd name="f211" fmla="*/ f166 1 2977477"/>
                <a:gd name="f212" fmla="*/ f167 1 4627149"/>
                <a:gd name="f213" fmla="*/ f168 1 2977477"/>
                <a:gd name="f214" fmla="*/ f169 1 4627149"/>
                <a:gd name="f215" fmla="*/ f170 1 2977477"/>
                <a:gd name="f216" fmla="*/ f171 1 4627149"/>
                <a:gd name="f217" fmla="*/ f172 1 2977477"/>
                <a:gd name="f218" fmla="*/ f173 1 4627149"/>
                <a:gd name="f219" fmla="*/ f174 1 2977477"/>
                <a:gd name="f220" fmla="*/ f175 1 4627149"/>
                <a:gd name="f221" fmla="*/ f176 1 2977477"/>
                <a:gd name="f222" fmla="*/ f177 1 4627149"/>
                <a:gd name="f223" fmla="*/ f178 1 2977477"/>
                <a:gd name="f224" fmla="*/ f179 1 4627149"/>
                <a:gd name="f225" fmla="*/ f180 1 2977477"/>
                <a:gd name="f226" fmla="*/ f181 1 4627149"/>
                <a:gd name="f227" fmla="*/ f182 1 2977477"/>
                <a:gd name="f228" fmla="*/ f183 1 4627149"/>
                <a:gd name="f229" fmla="*/ f5 1 f138"/>
                <a:gd name="f230" fmla="*/ f6 1 f138"/>
                <a:gd name="f231" fmla="*/ f5 1 f139"/>
                <a:gd name="f232" fmla="*/ f7 1 f139"/>
                <a:gd name="f233" fmla="+- f184 0 f1"/>
                <a:gd name="f234" fmla="*/ f185 1 f138"/>
                <a:gd name="f235" fmla="*/ f186 1 f139"/>
                <a:gd name="f236" fmla="*/ f187 1 f138"/>
                <a:gd name="f237" fmla="*/ f188 1 f139"/>
                <a:gd name="f238" fmla="*/ f189 1 f138"/>
                <a:gd name="f239" fmla="*/ f190 1 f139"/>
                <a:gd name="f240" fmla="*/ f191 1 f138"/>
                <a:gd name="f241" fmla="*/ f192 1 f139"/>
                <a:gd name="f242" fmla="*/ f193 1 f138"/>
                <a:gd name="f243" fmla="*/ f194 1 f139"/>
                <a:gd name="f244" fmla="*/ f195 1 f138"/>
                <a:gd name="f245" fmla="*/ f196 1 f139"/>
                <a:gd name="f246" fmla="*/ f197 1 f138"/>
                <a:gd name="f247" fmla="*/ f198 1 f139"/>
                <a:gd name="f248" fmla="*/ f199 1 f138"/>
                <a:gd name="f249" fmla="*/ f200 1 f139"/>
                <a:gd name="f250" fmla="*/ f201 1 f138"/>
                <a:gd name="f251" fmla="*/ f202 1 f139"/>
                <a:gd name="f252" fmla="*/ f203 1 f138"/>
                <a:gd name="f253" fmla="*/ f204 1 f139"/>
                <a:gd name="f254" fmla="*/ f205 1 f138"/>
                <a:gd name="f255" fmla="*/ f206 1 f139"/>
                <a:gd name="f256" fmla="*/ f207 1 f138"/>
                <a:gd name="f257" fmla="*/ f208 1 f139"/>
                <a:gd name="f258" fmla="*/ f209 1 f138"/>
                <a:gd name="f259" fmla="*/ f210 1 f139"/>
                <a:gd name="f260" fmla="*/ f211 1 f138"/>
                <a:gd name="f261" fmla="*/ f212 1 f139"/>
                <a:gd name="f262" fmla="*/ f213 1 f138"/>
                <a:gd name="f263" fmla="*/ f214 1 f139"/>
                <a:gd name="f264" fmla="*/ f215 1 f138"/>
                <a:gd name="f265" fmla="*/ f216 1 f139"/>
                <a:gd name="f266" fmla="*/ f217 1 f138"/>
                <a:gd name="f267" fmla="*/ f218 1 f139"/>
                <a:gd name="f268" fmla="*/ f219 1 f138"/>
                <a:gd name="f269" fmla="*/ f220 1 f139"/>
                <a:gd name="f270" fmla="*/ f221 1 f138"/>
                <a:gd name="f271" fmla="*/ f222 1 f139"/>
                <a:gd name="f272" fmla="*/ f223 1 f138"/>
                <a:gd name="f273" fmla="*/ f224 1 f139"/>
                <a:gd name="f274" fmla="*/ f225 1 f138"/>
                <a:gd name="f275" fmla="*/ f226 1 f139"/>
                <a:gd name="f276" fmla="*/ f227 1 f138"/>
                <a:gd name="f277" fmla="*/ f228 1 f139"/>
                <a:gd name="f278" fmla="*/ f229 f133 1"/>
                <a:gd name="f279" fmla="*/ f230 f133 1"/>
                <a:gd name="f280" fmla="*/ f232 f134 1"/>
                <a:gd name="f281" fmla="*/ f231 f134 1"/>
                <a:gd name="f282" fmla="*/ f234 f133 1"/>
                <a:gd name="f283" fmla="*/ f235 f134 1"/>
                <a:gd name="f284" fmla="*/ f236 f133 1"/>
                <a:gd name="f285" fmla="*/ f237 f134 1"/>
                <a:gd name="f286" fmla="*/ f238 f133 1"/>
                <a:gd name="f287" fmla="*/ f239 f134 1"/>
                <a:gd name="f288" fmla="*/ f240 f133 1"/>
                <a:gd name="f289" fmla="*/ f241 f134 1"/>
                <a:gd name="f290" fmla="*/ f242 f133 1"/>
                <a:gd name="f291" fmla="*/ f243 f134 1"/>
                <a:gd name="f292" fmla="*/ f244 f133 1"/>
                <a:gd name="f293" fmla="*/ f245 f134 1"/>
                <a:gd name="f294" fmla="*/ f246 f133 1"/>
                <a:gd name="f295" fmla="*/ f247 f134 1"/>
                <a:gd name="f296" fmla="*/ f248 f133 1"/>
                <a:gd name="f297" fmla="*/ f249 f134 1"/>
                <a:gd name="f298" fmla="*/ f250 f133 1"/>
                <a:gd name="f299" fmla="*/ f251 f134 1"/>
                <a:gd name="f300" fmla="*/ f252 f133 1"/>
                <a:gd name="f301" fmla="*/ f253 f134 1"/>
                <a:gd name="f302" fmla="*/ f254 f133 1"/>
                <a:gd name="f303" fmla="*/ f255 f134 1"/>
                <a:gd name="f304" fmla="*/ f256 f133 1"/>
                <a:gd name="f305" fmla="*/ f257 f134 1"/>
                <a:gd name="f306" fmla="*/ f258 f133 1"/>
                <a:gd name="f307" fmla="*/ f259 f134 1"/>
                <a:gd name="f308" fmla="*/ f260 f133 1"/>
                <a:gd name="f309" fmla="*/ f261 f134 1"/>
                <a:gd name="f310" fmla="*/ f262 f133 1"/>
                <a:gd name="f311" fmla="*/ f263 f134 1"/>
                <a:gd name="f312" fmla="*/ f264 f133 1"/>
                <a:gd name="f313" fmla="*/ f265 f134 1"/>
                <a:gd name="f314" fmla="*/ f266 f133 1"/>
                <a:gd name="f315" fmla="*/ f267 f134 1"/>
                <a:gd name="f316" fmla="*/ f268 f133 1"/>
                <a:gd name="f317" fmla="*/ f269 f134 1"/>
                <a:gd name="f318" fmla="*/ f270 f133 1"/>
                <a:gd name="f319" fmla="*/ f271 f134 1"/>
                <a:gd name="f320" fmla="*/ f272 f133 1"/>
                <a:gd name="f321" fmla="*/ f273 f134 1"/>
                <a:gd name="f322" fmla="*/ f274 f133 1"/>
                <a:gd name="f323" fmla="*/ f275 f134 1"/>
                <a:gd name="f324" fmla="*/ f276 f133 1"/>
                <a:gd name="f325" fmla="*/ f277 f134 1"/>
              </a:gdLst>
              <a:ahLst/>
              <a:cxnLst>
                <a:cxn ang="3cd4">
                  <a:pos x="hc" y="t"/>
                </a:cxn>
                <a:cxn ang="0">
                  <a:pos x="r" y="vc"/>
                </a:cxn>
                <a:cxn ang="cd4">
                  <a:pos x="hc" y="b"/>
                </a:cxn>
                <a:cxn ang="cd2">
                  <a:pos x="l" y="vc"/>
                </a:cxn>
                <a:cxn ang="f233">
                  <a:pos x="f282" y="f283"/>
                </a:cxn>
                <a:cxn ang="f233">
                  <a:pos x="f284" y="f285"/>
                </a:cxn>
                <a:cxn ang="f233">
                  <a:pos x="f286" y="f287"/>
                </a:cxn>
                <a:cxn ang="f233">
                  <a:pos x="f288" y="f289"/>
                </a:cxn>
                <a:cxn ang="f233">
                  <a:pos x="f290" y="f291"/>
                </a:cxn>
                <a:cxn ang="f233">
                  <a:pos x="f292" y="f293"/>
                </a:cxn>
                <a:cxn ang="f233">
                  <a:pos x="f294" y="f295"/>
                </a:cxn>
                <a:cxn ang="f233">
                  <a:pos x="f296" y="f297"/>
                </a:cxn>
                <a:cxn ang="f233">
                  <a:pos x="f298" y="f299"/>
                </a:cxn>
                <a:cxn ang="f233">
                  <a:pos x="f300" y="f301"/>
                </a:cxn>
                <a:cxn ang="f233">
                  <a:pos x="f302" y="f303"/>
                </a:cxn>
                <a:cxn ang="f233">
                  <a:pos x="f304" y="f305"/>
                </a:cxn>
                <a:cxn ang="f233">
                  <a:pos x="f306" y="f307"/>
                </a:cxn>
                <a:cxn ang="f233">
                  <a:pos x="f308" y="f309"/>
                </a:cxn>
                <a:cxn ang="f233">
                  <a:pos x="f310" y="f311"/>
                </a:cxn>
                <a:cxn ang="f233">
                  <a:pos x="f312" y="f313"/>
                </a:cxn>
                <a:cxn ang="f233">
                  <a:pos x="f314" y="f315"/>
                </a:cxn>
                <a:cxn ang="f233">
                  <a:pos x="f316" y="f317"/>
                </a:cxn>
                <a:cxn ang="f233">
                  <a:pos x="f318" y="f319"/>
                </a:cxn>
                <a:cxn ang="f233">
                  <a:pos x="f320" y="f321"/>
                </a:cxn>
                <a:cxn ang="f233">
                  <a:pos x="f322" y="f323"/>
                </a:cxn>
                <a:cxn ang="f233">
                  <a:pos x="f324" y="f325"/>
                </a:cxn>
              </a:cxnLst>
              <a:rect l="f278" t="f281" r="f279" b="f280"/>
              <a:pathLst>
                <a:path w="2977477" h="4627149">
                  <a:moveTo>
                    <a:pt x="f5" y="f8"/>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cubicBezTo>
                    <a:pt x="f63" y="f64"/>
                    <a:pt x="f65" y="f66"/>
                    <a:pt x="f67" y="f68"/>
                  </a:cubicBezTo>
                  <a:cubicBezTo>
                    <a:pt x="f69" y="f70"/>
                    <a:pt x="f71" y="f72"/>
                    <a:pt x="f73" y="f74"/>
                  </a:cubicBezTo>
                  <a:cubicBezTo>
                    <a:pt x="f75" y="f76"/>
                    <a:pt x="f77" y="f78"/>
                    <a:pt x="f79" y="f80"/>
                  </a:cubicBezTo>
                  <a:cubicBezTo>
                    <a:pt x="f81" y="f82"/>
                    <a:pt x="f83" y="f84"/>
                    <a:pt x="f85" y="f86"/>
                  </a:cubicBezTo>
                  <a:cubicBezTo>
                    <a:pt x="f87" y="f88"/>
                    <a:pt x="f89" y="f90"/>
                    <a:pt x="f91" y="f92"/>
                  </a:cubicBezTo>
                  <a:cubicBezTo>
                    <a:pt x="f93" y="f94"/>
                    <a:pt x="f95" y="f96"/>
                    <a:pt x="f97" y="f98"/>
                  </a:cubicBezTo>
                  <a:cubicBezTo>
                    <a:pt x="f99" y="f100"/>
                    <a:pt x="f101" y="f102"/>
                    <a:pt x="f103" y="f104"/>
                  </a:cubicBezTo>
                  <a:cubicBezTo>
                    <a:pt x="f105" y="f106"/>
                    <a:pt x="f107" y="f108"/>
                    <a:pt x="f109" y="f110"/>
                  </a:cubicBezTo>
                  <a:cubicBezTo>
                    <a:pt x="f111" y="f112"/>
                    <a:pt x="f113" y="f114"/>
                    <a:pt x="f115" y="f116"/>
                  </a:cubicBezTo>
                  <a:cubicBezTo>
                    <a:pt x="f117" y="f118"/>
                    <a:pt x="f119" y="f120"/>
                    <a:pt x="f121" y="f122"/>
                  </a:cubicBezTo>
                  <a:cubicBezTo>
                    <a:pt x="f123" y="f124"/>
                    <a:pt x="f125" y="f126"/>
                    <a:pt x="f127" y="f128"/>
                  </a:cubicBezTo>
                  <a:cubicBezTo>
                    <a:pt x="f129" y="f130"/>
                    <a:pt x="f131" y="f5"/>
                    <a:pt x="f131"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8" name="Freeform: Shape 19">
              <a:extLst>
                <a:ext uri="{FF2B5EF4-FFF2-40B4-BE49-F238E27FC236}">
                  <a16:creationId xmlns:a16="http://schemas.microsoft.com/office/drawing/2014/main" id="{A46273B2-15F0-4BFC-8255-56279A24AAFC}"/>
                </a:ext>
              </a:extLst>
            </p:cNvPr>
            <p:cNvSpPr/>
            <p:nvPr/>
          </p:nvSpPr>
          <p:spPr>
            <a:xfrm>
              <a:off x="25091" y="15179"/>
              <a:ext cx="1566147" cy="2737265"/>
            </a:xfrm>
            <a:custGeom>
              <a:avLst/>
              <a:gdLst>
                <a:gd name="f0" fmla="val 10800000"/>
                <a:gd name="f1" fmla="val 5400000"/>
                <a:gd name="f2" fmla="val 180"/>
                <a:gd name="f3" fmla="val w"/>
                <a:gd name="f4" fmla="val h"/>
                <a:gd name="f5" fmla="val 0"/>
                <a:gd name="f6" fmla="val 2356712"/>
                <a:gd name="f7" fmla="val 4118991"/>
                <a:gd name="f8" fmla="val 1707071"/>
                <a:gd name="f9" fmla="val 1715357"/>
                <a:gd name="f10" fmla="val 22098"/>
                <a:gd name="f11" fmla="val 1812608"/>
                <a:gd name="f12" fmla="val 224409"/>
                <a:gd name="f13" fmla="val 1824514"/>
                <a:gd name="f14" fmla="val 244697"/>
                <a:gd name="f15" fmla="val 1844802"/>
                <a:gd name="f16" fmla="val 279273"/>
                <a:gd name="f17" fmla="val 1876996"/>
                <a:gd name="f18" fmla="val 304324"/>
                <a:gd name="f19" fmla="val 1908715"/>
                <a:gd name="f20" fmla="val 328994"/>
                <a:gd name="f21" fmla="val 2019967"/>
                <a:gd name="f22" fmla="val 415195"/>
                <a:gd name="f23" fmla="val 2137886"/>
                <a:gd name="f24" fmla="val 494633"/>
                <a:gd name="f25" fmla="val 2226469"/>
                <a:gd name="f26" fmla="val 603695"/>
                <a:gd name="f27" fmla="val 2296287"/>
                <a:gd name="f28" fmla="val 689610"/>
                <a:gd name="f29" fmla="val 2347817"/>
                <a:gd name="f30" fmla="val 790480"/>
                <a:gd name="f31" fmla="val 2355628"/>
                <a:gd name="f32" fmla="val 900494"/>
                <a:gd name="f33" fmla="val 2363248"/>
                <a:gd name="f34" fmla="val 1007078"/>
                <a:gd name="f35" fmla="val 2329910"/>
                <a:gd name="f36" fmla="val 1111187"/>
                <a:gd name="f37" fmla="val 2281428"/>
                <a:gd name="f38" fmla="val 1206913"/>
                <a:gd name="f39" fmla="val 2233422"/>
                <a:gd name="f40" fmla="val 1301877"/>
                <a:gd name="f41" fmla="val 2170938"/>
                <a:gd name="f42" fmla="val 1388936"/>
                <a:gd name="f43" fmla="val 2092452"/>
                <a:gd name="f44" fmla="val 1460659"/>
                <a:gd name="f45" fmla="val 2016538"/>
                <a:gd name="f46" fmla="val 1530001"/>
                <a:gd name="f47" fmla="val 1927765"/>
                <a:gd name="f48" fmla="val 1583436"/>
                <a:gd name="f49" fmla="val 1834039"/>
                <a:gd name="f50" fmla="val 1625822"/>
                <a:gd name="f51" fmla="val 1743075"/>
                <a:gd name="f52" fmla="val 1666970"/>
                <a:gd name="f53" fmla="val 1647730"/>
                <a:gd name="f54" fmla="val 1697736"/>
                <a:gd name="f55" fmla="val 1558862"/>
                <a:gd name="f56" fmla="val 1494758"/>
                <a:gd name="f57" fmla="val 1775841"/>
                <a:gd name="f58" fmla="val 1434275"/>
                <a:gd name="f59" fmla="val 1816132"/>
                <a:gd name="f60" fmla="val 1386554"/>
                <a:gd name="f61" fmla="val 1869948"/>
                <a:gd name="f62" fmla="val 1334548"/>
                <a:gd name="f63" fmla="val 1928622"/>
                <a:gd name="f64" fmla="val 1300544"/>
                <a:gd name="f65" fmla="val 2000345"/>
                <a:gd name="f66" fmla="val 1271683"/>
                <a:gd name="f67" fmla="val 2073402"/>
                <a:gd name="f68" fmla="val 1235202"/>
                <a:gd name="f69" fmla="val 2165699"/>
                <a:gd name="f70" fmla="val 1206722"/>
                <a:gd name="f71" fmla="val 2260759"/>
                <a:gd name="f72" fmla="val 1178338"/>
                <a:gd name="f73" fmla="val 2355914"/>
                <a:gd name="f74" fmla="val 1156240"/>
                <a:gd name="f75" fmla="val 2429923"/>
                <a:gd name="f76" fmla="val 1134237"/>
                <a:gd name="f77" fmla="val 2504028"/>
                <a:gd name="f78" fmla="val 1113758"/>
                <a:gd name="f79" fmla="val 2578513"/>
                <a:gd name="f80" fmla="val 1090041"/>
                <a:gd name="f81" fmla="val 2664714"/>
                <a:gd name="f82" fmla="val 1068134"/>
                <a:gd name="f83" fmla="val 2751678"/>
                <a:gd name="f84" fmla="val 1034796"/>
                <a:gd name="f85" fmla="val 2834640"/>
                <a:gd name="f86" fmla="val 1000125"/>
                <a:gd name="f87" fmla="val 2920841"/>
                <a:gd name="f88" fmla="val 953643"/>
                <a:gd name="f89" fmla="val 3001613"/>
                <a:gd name="f90" fmla="val 905637"/>
                <a:gd name="f91" fmla="val 3081242"/>
                <a:gd name="f92" fmla="val 869442"/>
                <a:gd name="f93" fmla="val 3141155"/>
                <a:gd name="f94" fmla="val 832295"/>
                <a:gd name="f95" fmla="val 3200400"/>
                <a:gd name="f96" fmla="val 793147"/>
                <a:gd name="f97" fmla="val 3258407"/>
                <a:gd name="f98" fmla="val 718661"/>
                <a:gd name="f99" fmla="val 3368802"/>
                <a:gd name="f100" fmla="val 637223"/>
                <a:gd name="f101" fmla="val 3474434"/>
                <a:gd name="f102" fmla="val 546735"/>
                <a:gd name="f103" fmla="val 3571970"/>
                <a:gd name="f104" fmla="val 482632"/>
                <a:gd name="f105" fmla="val 3641027"/>
                <a:gd name="f106" fmla="val 414147"/>
                <a:gd name="f107" fmla="val 3705797"/>
                <a:gd name="f108" fmla="val 346996"/>
                <a:gd name="f109" fmla="val 3771900"/>
                <a:gd name="f110" fmla="val 288989"/>
                <a:gd name="f111" fmla="val 3828764"/>
                <a:gd name="f112" fmla="val 232029"/>
                <a:gd name="f113" fmla="val 3886676"/>
                <a:gd name="f114" fmla="val 174689"/>
                <a:gd name="f115" fmla="val 3944207"/>
                <a:gd name="f116" fmla="val 116586"/>
                <a:gd name="f117" fmla="val 4002596"/>
                <a:gd name="f118" fmla="val 58293"/>
                <a:gd name="f119" fmla="val 4060698"/>
                <a:gd name="f120" fmla="+- 0 0 -90"/>
                <a:gd name="f121" fmla="*/ f3 1 2356712"/>
                <a:gd name="f122" fmla="*/ f4 1 4118991"/>
                <a:gd name="f123" fmla="+- f7 0 f5"/>
                <a:gd name="f124" fmla="+- f6 0 f5"/>
                <a:gd name="f125" fmla="*/ f120 f0 1"/>
                <a:gd name="f126" fmla="*/ f124 1 2356712"/>
                <a:gd name="f127" fmla="*/ f123 1 4118991"/>
                <a:gd name="f128" fmla="*/ 1707071 f124 1"/>
                <a:gd name="f129" fmla="*/ 0 f123 1"/>
                <a:gd name="f130" fmla="*/ 1824514 f124 1"/>
                <a:gd name="f131" fmla="*/ 244697 f123 1"/>
                <a:gd name="f132" fmla="*/ 1908715 f124 1"/>
                <a:gd name="f133" fmla="*/ 328994 f123 1"/>
                <a:gd name="f134" fmla="*/ 2226469 f124 1"/>
                <a:gd name="f135" fmla="*/ 603695 f123 1"/>
                <a:gd name="f136" fmla="*/ 2355628 f124 1"/>
                <a:gd name="f137" fmla="*/ 900494 f123 1"/>
                <a:gd name="f138" fmla="*/ 2281428 f124 1"/>
                <a:gd name="f139" fmla="*/ 1206913 f123 1"/>
                <a:gd name="f140" fmla="*/ 2092452 f124 1"/>
                <a:gd name="f141" fmla="*/ 1460659 f123 1"/>
                <a:gd name="f142" fmla="*/ 1834039 f124 1"/>
                <a:gd name="f143" fmla="*/ 1625822 f123 1"/>
                <a:gd name="f144" fmla="*/ 1558862 f124 1"/>
                <a:gd name="f145" fmla="*/ 1743075 f123 1"/>
                <a:gd name="f146" fmla="*/ 1386554 f124 1"/>
                <a:gd name="f147" fmla="*/ 1869948 f123 1"/>
                <a:gd name="f148" fmla="*/ 1271683 f124 1"/>
                <a:gd name="f149" fmla="*/ 2073402 f123 1"/>
                <a:gd name="f150" fmla="*/ 1178338 f124 1"/>
                <a:gd name="f151" fmla="*/ 2355914 f123 1"/>
                <a:gd name="f152" fmla="*/ 1113758 f124 1"/>
                <a:gd name="f153" fmla="*/ 2578513 f123 1"/>
                <a:gd name="f154" fmla="*/ 1034796 f124 1"/>
                <a:gd name="f155" fmla="*/ 2834640 f123 1"/>
                <a:gd name="f156" fmla="*/ 905637 f124 1"/>
                <a:gd name="f157" fmla="*/ 3081242 f123 1"/>
                <a:gd name="f158" fmla="*/ 793147 f124 1"/>
                <a:gd name="f159" fmla="*/ 3258407 f123 1"/>
                <a:gd name="f160" fmla="*/ 546735 f124 1"/>
                <a:gd name="f161" fmla="*/ 3571970 f123 1"/>
                <a:gd name="f162" fmla="*/ 346996 f124 1"/>
                <a:gd name="f163" fmla="*/ 3771900 f123 1"/>
                <a:gd name="f164" fmla="*/ 174689 f124 1"/>
                <a:gd name="f165" fmla="*/ 3944207 f123 1"/>
                <a:gd name="f166" fmla="*/ 0 f124 1"/>
                <a:gd name="f167" fmla="*/ 4118991 f123 1"/>
                <a:gd name="f168" fmla="*/ f125 1 f2"/>
                <a:gd name="f169" fmla="*/ f128 1 2356712"/>
                <a:gd name="f170" fmla="*/ f129 1 4118991"/>
                <a:gd name="f171" fmla="*/ f130 1 2356712"/>
                <a:gd name="f172" fmla="*/ f131 1 4118991"/>
                <a:gd name="f173" fmla="*/ f132 1 2356712"/>
                <a:gd name="f174" fmla="*/ f133 1 4118991"/>
                <a:gd name="f175" fmla="*/ f134 1 2356712"/>
                <a:gd name="f176" fmla="*/ f135 1 4118991"/>
                <a:gd name="f177" fmla="*/ f136 1 2356712"/>
                <a:gd name="f178" fmla="*/ f137 1 4118991"/>
                <a:gd name="f179" fmla="*/ f138 1 2356712"/>
                <a:gd name="f180" fmla="*/ f139 1 4118991"/>
                <a:gd name="f181" fmla="*/ f140 1 2356712"/>
                <a:gd name="f182" fmla="*/ f141 1 4118991"/>
                <a:gd name="f183" fmla="*/ f142 1 2356712"/>
                <a:gd name="f184" fmla="*/ f143 1 4118991"/>
                <a:gd name="f185" fmla="*/ f144 1 2356712"/>
                <a:gd name="f186" fmla="*/ f145 1 4118991"/>
                <a:gd name="f187" fmla="*/ f146 1 2356712"/>
                <a:gd name="f188" fmla="*/ f147 1 4118991"/>
                <a:gd name="f189" fmla="*/ f148 1 2356712"/>
                <a:gd name="f190" fmla="*/ f149 1 4118991"/>
                <a:gd name="f191" fmla="*/ f150 1 2356712"/>
                <a:gd name="f192" fmla="*/ f151 1 4118991"/>
                <a:gd name="f193" fmla="*/ f152 1 2356712"/>
                <a:gd name="f194" fmla="*/ f153 1 4118991"/>
                <a:gd name="f195" fmla="*/ f154 1 2356712"/>
                <a:gd name="f196" fmla="*/ f155 1 4118991"/>
                <a:gd name="f197" fmla="*/ f156 1 2356712"/>
                <a:gd name="f198" fmla="*/ f157 1 4118991"/>
                <a:gd name="f199" fmla="*/ f158 1 2356712"/>
                <a:gd name="f200" fmla="*/ f159 1 4118991"/>
                <a:gd name="f201" fmla="*/ f160 1 2356712"/>
                <a:gd name="f202" fmla="*/ f161 1 4118991"/>
                <a:gd name="f203" fmla="*/ f162 1 2356712"/>
                <a:gd name="f204" fmla="*/ f163 1 4118991"/>
                <a:gd name="f205" fmla="*/ f164 1 2356712"/>
                <a:gd name="f206" fmla="*/ f165 1 4118991"/>
                <a:gd name="f207" fmla="*/ f166 1 2356712"/>
                <a:gd name="f208" fmla="*/ f167 1 4118991"/>
                <a:gd name="f209" fmla="*/ f5 1 f126"/>
                <a:gd name="f210" fmla="*/ f6 1 f126"/>
                <a:gd name="f211" fmla="*/ f5 1 f127"/>
                <a:gd name="f212" fmla="*/ f7 1 f127"/>
                <a:gd name="f213" fmla="+- f168 0 f1"/>
                <a:gd name="f214" fmla="*/ f169 1 f126"/>
                <a:gd name="f215" fmla="*/ f170 1 f127"/>
                <a:gd name="f216" fmla="*/ f171 1 f126"/>
                <a:gd name="f217" fmla="*/ f172 1 f127"/>
                <a:gd name="f218" fmla="*/ f173 1 f126"/>
                <a:gd name="f219" fmla="*/ f174 1 f127"/>
                <a:gd name="f220" fmla="*/ f175 1 f126"/>
                <a:gd name="f221" fmla="*/ f176 1 f127"/>
                <a:gd name="f222" fmla="*/ f177 1 f126"/>
                <a:gd name="f223" fmla="*/ f178 1 f127"/>
                <a:gd name="f224" fmla="*/ f179 1 f126"/>
                <a:gd name="f225" fmla="*/ f180 1 f127"/>
                <a:gd name="f226" fmla="*/ f181 1 f126"/>
                <a:gd name="f227" fmla="*/ f182 1 f127"/>
                <a:gd name="f228" fmla="*/ f183 1 f126"/>
                <a:gd name="f229" fmla="*/ f184 1 f127"/>
                <a:gd name="f230" fmla="*/ f185 1 f126"/>
                <a:gd name="f231" fmla="*/ f186 1 f127"/>
                <a:gd name="f232" fmla="*/ f187 1 f126"/>
                <a:gd name="f233" fmla="*/ f188 1 f127"/>
                <a:gd name="f234" fmla="*/ f189 1 f126"/>
                <a:gd name="f235" fmla="*/ f190 1 f127"/>
                <a:gd name="f236" fmla="*/ f191 1 f126"/>
                <a:gd name="f237" fmla="*/ f192 1 f127"/>
                <a:gd name="f238" fmla="*/ f193 1 f126"/>
                <a:gd name="f239" fmla="*/ f194 1 f127"/>
                <a:gd name="f240" fmla="*/ f195 1 f126"/>
                <a:gd name="f241" fmla="*/ f196 1 f127"/>
                <a:gd name="f242" fmla="*/ f197 1 f126"/>
                <a:gd name="f243" fmla="*/ f198 1 f127"/>
                <a:gd name="f244" fmla="*/ f199 1 f126"/>
                <a:gd name="f245" fmla="*/ f200 1 f127"/>
                <a:gd name="f246" fmla="*/ f201 1 f126"/>
                <a:gd name="f247" fmla="*/ f202 1 f127"/>
                <a:gd name="f248" fmla="*/ f203 1 f126"/>
                <a:gd name="f249" fmla="*/ f204 1 f127"/>
                <a:gd name="f250" fmla="*/ f205 1 f126"/>
                <a:gd name="f251" fmla="*/ f206 1 f127"/>
                <a:gd name="f252" fmla="*/ f207 1 f126"/>
                <a:gd name="f253" fmla="*/ f208 1 f127"/>
                <a:gd name="f254" fmla="*/ f209 f121 1"/>
                <a:gd name="f255" fmla="*/ f210 f121 1"/>
                <a:gd name="f256" fmla="*/ f212 f122 1"/>
                <a:gd name="f257" fmla="*/ f211 f122 1"/>
                <a:gd name="f258" fmla="*/ f214 f121 1"/>
                <a:gd name="f259" fmla="*/ f215 f122 1"/>
                <a:gd name="f260" fmla="*/ f216 f121 1"/>
                <a:gd name="f261" fmla="*/ f217 f122 1"/>
                <a:gd name="f262" fmla="*/ f218 f121 1"/>
                <a:gd name="f263" fmla="*/ f219 f122 1"/>
                <a:gd name="f264" fmla="*/ f220 f121 1"/>
                <a:gd name="f265" fmla="*/ f221 f122 1"/>
                <a:gd name="f266" fmla="*/ f222 f121 1"/>
                <a:gd name="f267" fmla="*/ f223 f122 1"/>
                <a:gd name="f268" fmla="*/ f224 f121 1"/>
                <a:gd name="f269" fmla="*/ f225 f122 1"/>
                <a:gd name="f270" fmla="*/ f226 f121 1"/>
                <a:gd name="f271" fmla="*/ f227 f122 1"/>
                <a:gd name="f272" fmla="*/ f228 f121 1"/>
                <a:gd name="f273" fmla="*/ f229 f122 1"/>
                <a:gd name="f274" fmla="*/ f230 f121 1"/>
                <a:gd name="f275" fmla="*/ f231 f122 1"/>
                <a:gd name="f276" fmla="*/ f232 f121 1"/>
                <a:gd name="f277" fmla="*/ f233 f122 1"/>
                <a:gd name="f278" fmla="*/ f234 f121 1"/>
                <a:gd name="f279" fmla="*/ f235 f122 1"/>
                <a:gd name="f280" fmla="*/ f236 f121 1"/>
                <a:gd name="f281" fmla="*/ f237 f122 1"/>
                <a:gd name="f282" fmla="*/ f238 f121 1"/>
                <a:gd name="f283" fmla="*/ f239 f122 1"/>
                <a:gd name="f284" fmla="*/ f240 f121 1"/>
                <a:gd name="f285" fmla="*/ f241 f122 1"/>
                <a:gd name="f286" fmla="*/ f242 f121 1"/>
                <a:gd name="f287" fmla="*/ f243 f122 1"/>
                <a:gd name="f288" fmla="*/ f244 f121 1"/>
                <a:gd name="f289" fmla="*/ f245 f122 1"/>
                <a:gd name="f290" fmla="*/ f246 f121 1"/>
                <a:gd name="f291" fmla="*/ f247 f122 1"/>
                <a:gd name="f292" fmla="*/ f248 f121 1"/>
                <a:gd name="f293" fmla="*/ f249 f122 1"/>
                <a:gd name="f294" fmla="*/ f250 f121 1"/>
                <a:gd name="f295" fmla="*/ f251 f122 1"/>
                <a:gd name="f296" fmla="*/ f252 f121 1"/>
                <a:gd name="f297" fmla="*/ f253 f122 1"/>
              </a:gdLst>
              <a:ahLst/>
              <a:cxnLst>
                <a:cxn ang="3cd4">
                  <a:pos x="hc" y="t"/>
                </a:cxn>
                <a:cxn ang="0">
                  <a:pos x="r" y="vc"/>
                </a:cxn>
                <a:cxn ang="cd4">
                  <a:pos x="hc" y="b"/>
                </a:cxn>
                <a:cxn ang="cd2">
                  <a:pos x="l" y="vc"/>
                </a:cxn>
                <a:cxn ang="f213">
                  <a:pos x="f258" y="f259"/>
                </a:cxn>
                <a:cxn ang="f213">
                  <a:pos x="f260" y="f261"/>
                </a:cxn>
                <a:cxn ang="f213">
                  <a:pos x="f262" y="f263"/>
                </a:cxn>
                <a:cxn ang="f213">
                  <a:pos x="f264" y="f265"/>
                </a:cxn>
                <a:cxn ang="f213">
                  <a:pos x="f266" y="f267"/>
                </a:cxn>
                <a:cxn ang="f213">
                  <a:pos x="f268" y="f269"/>
                </a:cxn>
                <a:cxn ang="f213">
                  <a:pos x="f270" y="f271"/>
                </a:cxn>
                <a:cxn ang="f213">
                  <a:pos x="f272" y="f273"/>
                </a:cxn>
                <a:cxn ang="f213">
                  <a:pos x="f274" y="f275"/>
                </a:cxn>
                <a:cxn ang="f213">
                  <a:pos x="f276" y="f277"/>
                </a:cxn>
                <a:cxn ang="f213">
                  <a:pos x="f278" y="f279"/>
                </a:cxn>
                <a:cxn ang="f213">
                  <a:pos x="f280" y="f281"/>
                </a:cxn>
                <a:cxn ang="f213">
                  <a:pos x="f282" y="f283"/>
                </a:cxn>
                <a:cxn ang="f213">
                  <a:pos x="f284" y="f285"/>
                </a:cxn>
                <a:cxn ang="f213">
                  <a:pos x="f286" y="f287"/>
                </a:cxn>
                <a:cxn ang="f213">
                  <a:pos x="f288" y="f289"/>
                </a:cxn>
                <a:cxn ang="f213">
                  <a:pos x="f290" y="f291"/>
                </a:cxn>
                <a:cxn ang="f213">
                  <a:pos x="f292" y="f293"/>
                </a:cxn>
                <a:cxn ang="f213">
                  <a:pos x="f294" y="f295"/>
                </a:cxn>
                <a:cxn ang="f213">
                  <a:pos x="f296" y="f297"/>
                </a:cxn>
              </a:cxnLst>
              <a:rect l="f254" t="f257" r="f255" b="f256"/>
              <a:pathLst>
                <a:path w="2356712" h="4118991">
                  <a:moveTo>
                    <a:pt x="f8" y="f5"/>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1"/>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107"/>
                    <a:pt x="f108" y="f109"/>
                  </a:cubicBezTo>
                  <a:cubicBezTo>
                    <a:pt x="f110" y="f111"/>
                    <a:pt x="f112" y="f113"/>
                    <a:pt x="f114" y="f115"/>
                  </a:cubicBezTo>
                  <a:cubicBezTo>
                    <a:pt x="f116" y="f117"/>
                    <a:pt x="f118" y="f119"/>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9" name="Freeform: Shape 20">
              <a:extLst>
                <a:ext uri="{FF2B5EF4-FFF2-40B4-BE49-F238E27FC236}">
                  <a16:creationId xmlns:a16="http://schemas.microsoft.com/office/drawing/2014/main" id="{D4ADA817-297B-4F76-8AFF-69B83DCC0466}"/>
                </a:ext>
              </a:extLst>
            </p:cNvPr>
            <p:cNvSpPr/>
            <p:nvPr/>
          </p:nvSpPr>
          <p:spPr>
            <a:xfrm>
              <a:off x="10844" y="15179"/>
              <a:ext cx="1368427" cy="2644975"/>
            </a:xfrm>
            <a:custGeom>
              <a:avLst/>
              <a:gdLst>
                <a:gd name="f0" fmla="val 10800000"/>
                <a:gd name="f1" fmla="val 5400000"/>
                <a:gd name="f2" fmla="val 180"/>
                <a:gd name="f3" fmla="val w"/>
                <a:gd name="f4" fmla="val h"/>
                <a:gd name="f5" fmla="val 0"/>
                <a:gd name="f6" fmla="val 2059193"/>
                <a:gd name="f7" fmla="val 3980116"/>
                <a:gd name="f8" fmla="val 91345"/>
                <a:gd name="f9" fmla="val 3889534"/>
                <a:gd name="f10" fmla="val 382715"/>
                <a:gd name="f11" fmla="val 3608737"/>
                <a:gd name="f12" fmla="val 471583"/>
                <a:gd name="f13" fmla="val 3515678"/>
                <a:gd name="f14" fmla="val 576358"/>
                <a:gd name="f15" fmla="val 3405949"/>
                <a:gd name="f16" fmla="val 675989"/>
                <a:gd name="f17" fmla="val 3290983"/>
                <a:gd name="f18" fmla="val 758666"/>
                <a:gd name="f19" fmla="val 3163824"/>
                <a:gd name="f20" fmla="val 836105"/>
                <a:gd name="f21" fmla="val 3044857"/>
                <a:gd name="f22" fmla="val 897445"/>
                <a:gd name="f23" fmla="val 2916079"/>
                <a:gd name="f24" fmla="val 940499"/>
                <a:gd name="f25" fmla="val 2780824"/>
                <a:gd name="f26" fmla="val 996315"/>
                <a:gd name="f27" fmla="val 2605754"/>
                <a:gd name="f28" fmla="val 1020985"/>
                <a:gd name="f29" fmla="val 2422874"/>
                <a:gd name="f30" fmla="val 1055370"/>
                <a:gd name="f31" fmla="val 2242185"/>
                <a:gd name="f32" fmla="val 1078611"/>
                <a:gd name="f33" fmla="val 2120075"/>
                <a:gd name="f34" fmla="val 1107472"/>
                <a:gd name="f35" fmla="val 1999107"/>
                <a:gd name="f36" fmla="val 1136714"/>
                <a:gd name="f37" fmla="val 1878330"/>
                <a:gd name="f38" fmla="val 1163098"/>
                <a:gd name="f39" fmla="val 1769174"/>
                <a:gd name="f40" fmla="val 1189482"/>
                <a:gd name="f41" fmla="val 1658588"/>
                <a:gd name="f42" fmla="val 1246727"/>
                <a:gd name="f43" fmla="val 1562386"/>
                <a:gd name="f44" fmla="val 1279208"/>
                <a:gd name="f45" fmla="val 1507808"/>
                <a:gd name="f46" fmla="val 1321689"/>
                <a:gd name="f47" fmla="val 1459039"/>
                <a:gd name="f48" fmla="val 1378363"/>
                <a:gd name="f49" fmla="val 1430750"/>
                <a:gd name="f50" fmla="val 1473327"/>
                <a:gd name="f51" fmla="val 1383221"/>
                <a:gd name="f52" fmla="val 1584865"/>
                <a:gd name="f53" fmla="val 1402652"/>
                <a:gd name="f54" fmla="val 1691831"/>
                <a:gd name="f55" fmla="val 1394841"/>
                <a:gd name="f56" fmla="val 1771079"/>
                <a:gd name="f57" fmla="val 1389031"/>
                <a:gd name="f58" fmla="val 1849279"/>
                <a:gd name="f59" fmla="val 1368266"/>
                <a:gd name="f60" fmla="val 1914335"/>
                <a:gd name="f61" fmla="val 1323023"/>
                <a:gd name="f62" fmla="val 1989963"/>
                <a:gd name="f63" fmla="val 1270445"/>
                <a:gd name="f64" fmla="val 2041493"/>
                <a:gd name="f65" fmla="val 1189101"/>
                <a:gd name="f66" fmla="val 2055495"/>
                <a:gd name="f67" fmla="val 1098042"/>
                <a:gd name="f68" fmla="val 2064258"/>
                <a:gd name="f69" fmla="val 1041178"/>
                <a:gd name="f70" fmla="val 2057591"/>
                <a:gd name="f71" fmla="val 982980"/>
                <a:gd name="f72" fmla="val 2033969"/>
                <a:gd name="f73" fmla="val 930497"/>
                <a:gd name="f74" fmla="val 2002727"/>
                <a:gd name="f75" fmla="val 861060"/>
                <a:gd name="f76" fmla="val 1945958"/>
                <a:gd name="f77" fmla="val 807625"/>
                <a:gd name="f78" fmla="val 1885664"/>
                <a:gd name="f79" fmla="val 760571"/>
                <a:gd name="f80" fmla="val 1809179"/>
                <a:gd name="f81" fmla="val 700945"/>
                <a:gd name="f82" fmla="val 1725549"/>
                <a:gd name="f83" fmla="val 651415"/>
                <a:gd name="f84" fmla="val 1636871"/>
                <a:gd name="f85" fmla="val 612172"/>
                <a:gd name="f86" fmla="val 1532763"/>
                <a:gd name="f87" fmla="val 566071"/>
                <a:gd name="f88" fmla="val 1421606"/>
                <a:gd name="f89" fmla="val 532543"/>
                <a:gd name="f90" fmla="val 1335405"/>
                <a:gd name="f91" fmla="val 459010"/>
                <a:gd name="f92" fmla="val 1277969"/>
                <a:gd name="f93" fmla="val 409956"/>
                <a:gd name="f94" fmla="val 1232059"/>
                <a:gd name="f95" fmla="val 344615"/>
                <a:gd name="f96" fmla="val 1234916"/>
                <a:gd name="f97" fmla="val 269939"/>
                <a:gd name="f98" fmla="val 1237012"/>
                <a:gd name="f99" fmla="val 211741"/>
                <a:gd name="f100" fmla="val 1386935"/>
                <a:gd name="f101" fmla="+- 0 0 -90"/>
                <a:gd name="f102" fmla="*/ f3 1 2059193"/>
                <a:gd name="f103" fmla="*/ f4 1 3980116"/>
                <a:gd name="f104" fmla="+- f7 0 f5"/>
                <a:gd name="f105" fmla="+- f6 0 f5"/>
                <a:gd name="f106" fmla="*/ f101 f0 1"/>
                <a:gd name="f107" fmla="*/ f105 1 2059193"/>
                <a:gd name="f108" fmla="*/ f104 1 3980116"/>
                <a:gd name="f109" fmla="*/ 0 f105 1"/>
                <a:gd name="f110" fmla="*/ 3980116 f104 1"/>
                <a:gd name="f111" fmla="*/ 471583 f105 1"/>
                <a:gd name="f112" fmla="*/ 3515678 f104 1"/>
                <a:gd name="f113" fmla="*/ 758666 f105 1"/>
                <a:gd name="f114" fmla="*/ 3163824 f104 1"/>
                <a:gd name="f115" fmla="*/ 940499 f105 1"/>
                <a:gd name="f116" fmla="*/ 2780824 f104 1"/>
                <a:gd name="f117" fmla="*/ 1055370 f105 1"/>
                <a:gd name="f118" fmla="*/ 2242185 f104 1"/>
                <a:gd name="f119" fmla="*/ 1136714 f105 1"/>
                <a:gd name="f120" fmla="*/ 1878330 f104 1"/>
                <a:gd name="f121" fmla="*/ 1246727 f105 1"/>
                <a:gd name="f122" fmla="*/ 1562386 f104 1"/>
                <a:gd name="f123" fmla="*/ 1378363 f105 1"/>
                <a:gd name="f124" fmla="*/ 1430750 f104 1"/>
                <a:gd name="f125" fmla="*/ 1691831 f105 1"/>
                <a:gd name="f126" fmla="*/ 1394841 f104 1"/>
                <a:gd name="f127" fmla="*/ 1914335 f105 1"/>
                <a:gd name="f128" fmla="*/ 1323023 f104 1"/>
                <a:gd name="f129" fmla="*/ 2055495 f105 1"/>
                <a:gd name="f130" fmla="*/ 1098042 f104 1"/>
                <a:gd name="f131" fmla="*/ 2033969 f105 1"/>
                <a:gd name="f132" fmla="*/ 930497 f104 1"/>
                <a:gd name="f133" fmla="*/ 1885664 f105 1"/>
                <a:gd name="f134" fmla="*/ 760571 f104 1"/>
                <a:gd name="f135" fmla="*/ 1636871 f105 1"/>
                <a:gd name="f136" fmla="*/ 612172 f104 1"/>
                <a:gd name="f137" fmla="*/ 1335405 f105 1"/>
                <a:gd name="f138" fmla="*/ 459010 f104 1"/>
                <a:gd name="f139" fmla="*/ 1234916 f105 1"/>
                <a:gd name="f140" fmla="*/ 269939 f104 1"/>
                <a:gd name="f141" fmla="*/ 1386935 f105 1"/>
                <a:gd name="f142" fmla="*/ 0 f104 1"/>
                <a:gd name="f143" fmla="*/ f106 1 f2"/>
                <a:gd name="f144" fmla="*/ f109 1 2059193"/>
                <a:gd name="f145" fmla="*/ f110 1 3980116"/>
                <a:gd name="f146" fmla="*/ f111 1 2059193"/>
                <a:gd name="f147" fmla="*/ f112 1 3980116"/>
                <a:gd name="f148" fmla="*/ f113 1 2059193"/>
                <a:gd name="f149" fmla="*/ f114 1 3980116"/>
                <a:gd name="f150" fmla="*/ f115 1 2059193"/>
                <a:gd name="f151" fmla="*/ f116 1 3980116"/>
                <a:gd name="f152" fmla="*/ f117 1 2059193"/>
                <a:gd name="f153" fmla="*/ f118 1 3980116"/>
                <a:gd name="f154" fmla="*/ f119 1 2059193"/>
                <a:gd name="f155" fmla="*/ f120 1 3980116"/>
                <a:gd name="f156" fmla="*/ f121 1 2059193"/>
                <a:gd name="f157" fmla="*/ f122 1 3980116"/>
                <a:gd name="f158" fmla="*/ f123 1 2059193"/>
                <a:gd name="f159" fmla="*/ f124 1 3980116"/>
                <a:gd name="f160" fmla="*/ f125 1 2059193"/>
                <a:gd name="f161" fmla="*/ f126 1 3980116"/>
                <a:gd name="f162" fmla="*/ f127 1 2059193"/>
                <a:gd name="f163" fmla="*/ f128 1 3980116"/>
                <a:gd name="f164" fmla="*/ f129 1 2059193"/>
                <a:gd name="f165" fmla="*/ f130 1 3980116"/>
                <a:gd name="f166" fmla="*/ f131 1 2059193"/>
                <a:gd name="f167" fmla="*/ f132 1 3980116"/>
                <a:gd name="f168" fmla="*/ f133 1 2059193"/>
                <a:gd name="f169" fmla="*/ f134 1 3980116"/>
                <a:gd name="f170" fmla="*/ f135 1 2059193"/>
                <a:gd name="f171" fmla="*/ f136 1 3980116"/>
                <a:gd name="f172" fmla="*/ f137 1 2059193"/>
                <a:gd name="f173" fmla="*/ f138 1 3980116"/>
                <a:gd name="f174" fmla="*/ f139 1 2059193"/>
                <a:gd name="f175" fmla="*/ f140 1 3980116"/>
                <a:gd name="f176" fmla="*/ f141 1 2059193"/>
                <a:gd name="f177" fmla="*/ f142 1 3980116"/>
                <a:gd name="f178" fmla="*/ f5 1 f107"/>
                <a:gd name="f179" fmla="*/ f6 1 f107"/>
                <a:gd name="f180" fmla="*/ f5 1 f108"/>
                <a:gd name="f181" fmla="*/ f7 1 f108"/>
                <a:gd name="f182" fmla="+- f143 0 f1"/>
                <a:gd name="f183" fmla="*/ f144 1 f107"/>
                <a:gd name="f184" fmla="*/ f145 1 f108"/>
                <a:gd name="f185" fmla="*/ f146 1 f107"/>
                <a:gd name="f186" fmla="*/ f147 1 f108"/>
                <a:gd name="f187" fmla="*/ f148 1 f107"/>
                <a:gd name="f188" fmla="*/ f149 1 f108"/>
                <a:gd name="f189" fmla="*/ f150 1 f107"/>
                <a:gd name="f190" fmla="*/ f151 1 f108"/>
                <a:gd name="f191" fmla="*/ f152 1 f107"/>
                <a:gd name="f192" fmla="*/ f153 1 f108"/>
                <a:gd name="f193" fmla="*/ f154 1 f107"/>
                <a:gd name="f194" fmla="*/ f155 1 f108"/>
                <a:gd name="f195" fmla="*/ f156 1 f107"/>
                <a:gd name="f196" fmla="*/ f157 1 f108"/>
                <a:gd name="f197" fmla="*/ f158 1 f107"/>
                <a:gd name="f198" fmla="*/ f159 1 f108"/>
                <a:gd name="f199" fmla="*/ f160 1 f107"/>
                <a:gd name="f200" fmla="*/ f161 1 f108"/>
                <a:gd name="f201" fmla="*/ f162 1 f107"/>
                <a:gd name="f202" fmla="*/ f163 1 f108"/>
                <a:gd name="f203" fmla="*/ f164 1 f107"/>
                <a:gd name="f204" fmla="*/ f165 1 f108"/>
                <a:gd name="f205" fmla="*/ f166 1 f107"/>
                <a:gd name="f206" fmla="*/ f167 1 f108"/>
                <a:gd name="f207" fmla="*/ f168 1 f107"/>
                <a:gd name="f208" fmla="*/ f169 1 f108"/>
                <a:gd name="f209" fmla="*/ f170 1 f107"/>
                <a:gd name="f210" fmla="*/ f171 1 f108"/>
                <a:gd name="f211" fmla="*/ f172 1 f107"/>
                <a:gd name="f212" fmla="*/ f173 1 f108"/>
                <a:gd name="f213" fmla="*/ f174 1 f107"/>
                <a:gd name="f214" fmla="*/ f175 1 f108"/>
                <a:gd name="f215" fmla="*/ f176 1 f107"/>
                <a:gd name="f216" fmla="*/ f177 1 f108"/>
                <a:gd name="f217" fmla="*/ f178 f102 1"/>
                <a:gd name="f218" fmla="*/ f179 f102 1"/>
                <a:gd name="f219" fmla="*/ f181 f103 1"/>
                <a:gd name="f220" fmla="*/ f180 f103 1"/>
                <a:gd name="f221" fmla="*/ f183 f102 1"/>
                <a:gd name="f222" fmla="*/ f184 f103 1"/>
                <a:gd name="f223" fmla="*/ f185 f102 1"/>
                <a:gd name="f224" fmla="*/ f186 f103 1"/>
                <a:gd name="f225" fmla="*/ f187 f102 1"/>
                <a:gd name="f226" fmla="*/ f188 f103 1"/>
                <a:gd name="f227" fmla="*/ f189 f102 1"/>
                <a:gd name="f228" fmla="*/ f190 f103 1"/>
                <a:gd name="f229" fmla="*/ f191 f102 1"/>
                <a:gd name="f230" fmla="*/ f192 f103 1"/>
                <a:gd name="f231" fmla="*/ f193 f102 1"/>
                <a:gd name="f232" fmla="*/ f194 f103 1"/>
                <a:gd name="f233" fmla="*/ f195 f102 1"/>
                <a:gd name="f234" fmla="*/ f196 f103 1"/>
                <a:gd name="f235" fmla="*/ f197 f102 1"/>
                <a:gd name="f236" fmla="*/ f198 f103 1"/>
                <a:gd name="f237" fmla="*/ f199 f102 1"/>
                <a:gd name="f238" fmla="*/ f200 f103 1"/>
                <a:gd name="f239" fmla="*/ f201 f102 1"/>
                <a:gd name="f240" fmla="*/ f202 f103 1"/>
                <a:gd name="f241" fmla="*/ f203 f102 1"/>
                <a:gd name="f242" fmla="*/ f204 f103 1"/>
                <a:gd name="f243" fmla="*/ f205 f102 1"/>
                <a:gd name="f244" fmla="*/ f206 f103 1"/>
                <a:gd name="f245" fmla="*/ f207 f102 1"/>
                <a:gd name="f246" fmla="*/ f208 f103 1"/>
                <a:gd name="f247" fmla="*/ f209 f102 1"/>
                <a:gd name="f248" fmla="*/ f210 f103 1"/>
                <a:gd name="f249" fmla="*/ f211 f102 1"/>
                <a:gd name="f250" fmla="*/ f212 f103 1"/>
                <a:gd name="f251" fmla="*/ f213 f102 1"/>
                <a:gd name="f252" fmla="*/ f214 f103 1"/>
                <a:gd name="f253" fmla="*/ f215 f102 1"/>
                <a:gd name="f254" fmla="*/ f216 f103 1"/>
              </a:gdLst>
              <a:ahLst/>
              <a:cxnLst>
                <a:cxn ang="3cd4">
                  <a:pos x="hc" y="t"/>
                </a:cxn>
                <a:cxn ang="0">
                  <a:pos x="r" y="vc"/>
                </a:cxn>
                <a:cxn ang="cd4">
                  <a:pos x="hc" y="b"/>
                </a:cxn>
                <a:cxn ang="cd2">
                  <a:pos x="l" y="vc"/>
                </a:cxn>
                <a:cxn ang="f182">
                  <a:pos x="f221" y="f222"/>
                </a:cxn>
                <a:cxn ang="f182">
                  <a:pos x="f223" y="f224"/>
                </a:cxn>
                <a:cxn ang="f182">
                  <a:pos x="f225" y="f226"/>
                </a:cxn>
                <a:cxn ang="f182">
                  <a:pos x="f227" y="f228"/>
                </a:cxn>
                <a:cxn ang="f182">
                  <a:pos x="f229" y="f230"/>
                </a:cxn>
                <a:cxn ang="f182">
                  <a:pos x="f231" y="f232"/>
                </a:cxn>
                <a:cxn ang="f182">
                  <a:pos x="f233" y="f234"/>
                </a:cxn>
                <a:cxn ang="f182">
                  <a:pos x="f235" y="f236"/>
                </a:cxn>
                <a:cxn ang="f182">
                  <a:pos x="f237" y="f238"/>
                </a:cxn>
                <a:cxn ang="f182">
                  <a:pos x="f239" y="f240"/>
                </a:cxn>
                <a:cxn ang="f182">
                  <a:pos x="f241" y="f242"/>
                </a:cxn>
                <a:cxn ang="f182">
                  <a:pos x="f243" y="f244"/>
                </a:cxn>
                <a:cxn ang="f182">
                  <a:pos x="f245" y="f246"/>
                </a:cxn>
                <a:cxn ang="f182">
                  <a:pos x="f247" y="f248"/>
                </a:cxn>
                <a:cxn ang="f182">
                  <a:pos x="f249" y="f250"/>
                </a:cxn>
                <a:cxn ang="f182">
                  <a:pos x="f251" y="f252"/>
                </a:cxn>
                <a:cxn ang="f182">
                  <a:pos x="f253" y="f254"/>
                </a:cxn>
              </a:cxnLst>
              <a:rect l="f217" t="f220" r="f218" b="f219"/>
              <a:pathLst>
                <a:path w="2059193" h="3980116">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5"/>
                    <a:pt x="f100"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0" name="Freeform: Shape 21">
              <a:extLst>
                <a:ext uri="{FF2B5EF4-FFF2-40B4-BE49-F238E27FC236}">
                  <a16:creationId xmlns:a16="http://schemas.microsoft.com/office/drawing/2014/main" id="{7C213AB2-A0EA-47C3-9B1A-8B77D62D454F}"/>
                </a:ext>
              </a:extLst>
            </p:cNvPr>
            <p:cNvSpPr/>
            <p:nvPr/>
          </p:nvSpPr>
          <p:spPr>
            <a:xfrm>
              <a:off x="18827" y="543784"/>
              <a:ext cx="494288" cy="1905591"/>
            </a:xfrm>
            <a:custGeom>
              <a:avLst/>
              <a:gdLst>
                <a:gd name="f0" fmla="val 10800000"/>
                <a:gd name="f1" fmla="val 5400000"/>
                <a:gd name="f2" fmla="val 180"/>
                <a:gd name="f3" fmla="val w"/>
                <a:gd name="f4" fmla="val h"/>
                <a:gd name="f5" fmla="val 0"/>
                <a:gd name="f6" fmla="val 743796"/>
                <a:gd name="f7" fmla="val 2867501"/>
                <a:gd name="f8" fmla="val 11144"/>
                <a:gd name="f9" fmla="val 101060"/>
                <a:gd name="f10" fmla="val 2953"/>
                <a:gd name="f11" fmla="val 268796"/>
                <a:gd name="f12" fmla="val 25146"/>
                <a:gd name="f13" fmla="val 353663"/>
                <a:gd name="f14" fmla="val 55245"/>
                <a:gd name="f15" fmla="val 433483"/>
                <a:gd name="f16" fmla="val 83534"/>
                <a:gd name="f17" fmla="val 510635"/>
                <a:gd name="f18" fmla="val 120967"/>
                <a:gd name="f19" fmla="val 571405"/>
                <a:gd name="f20" fmla="val 179737"/>
                <a:gd name="f21" fmla="val 625412"/>
                <a:gd name="f22" fmla="val 231934"/>
                <a:gd name="f23" fmla="val 663607"/>
                <a:gd name="f24" fmla="val 297942"/>
                <a:gd name="f25" fmla="val 688658"/>
                <a:gd name="f26" fmla="val 368808"/>
                <a:gd name="f27" fmla="val 716375"/>
                <a:gd name="f28" fmla="val 447103"/>
                <a:gd name="f29" fmla="val 727996"/>
                <a:gd name="f30" fmla="val 529876"/>
                <a:gd name="f31" fmla="val 731711"/>
                <a:gd name="f32" fmla="val 612934"/>
                <a:gd name="f33" fmla="val 737426"/>
                <a:gd name="f34" fmla="val 740474"/>
                <a:gd name="f35" fmla="val 724948"/>
                <a:gd name="f36" fmla="val 867918"/>
                <a:gd name="f37" fmla="val 725233"/>
                <a:gd name="f38" fmla="val 995648"/>
                <a:gd name="f39" fmla="val 725710"/>
                <a:gd name="f40" fmla="val 1163765"/>
                <a:gd name="f41" fmla="val 748665"/>
                <a:gd name="f42" fmla="val 1331309"/>
                <a:gd name="f43" fmla="val 742855"/>
                <a:gd name="f44" fmla="val 1499330"/>
                <a:gd name="f45" fmla="val 739426"/>
                <a:gd name="f46" fmla="val 1598009"/>
                <a:gd name="f47" fmla="val 725996"/>
                <a:gd name="f48" fmla="val 1696022"/>
                <a:gd name="f49" fmla="val 707898"/>
                <a:gd name="f50" fmla="val 1793081"/>
                <a:gd name="f51" fmla="val 690086"/>
                <a:gd name="f52" fmla="val 1888426"/>
                <a:gd name="f53" fmla="val 666845"/>
                <a:gd name="f54" fmla="val 1982724"/>
                <a:gd name="f55" fmla="val 633222"/>
                <a:gd name="f56" fmla="val 2073592"/>
                <a:gd name="f57" fmla="val 579692"/>
                <a:gd name="f58" fmla="val 2218182"/>
                <a:gd name="f59" fmla="val 499682"/>
                <a:gd name="f60" fmla="val 2351056"/>
                <a:gd name="f61" fmla="val 404527"/>
                <a:gd name="f62" fmla="val 2472404"/>
                <a:gd name="f63" fmla="val 266033"/>
                <a:gd name="f64" fmla="val 2648902"/>
                <a:gd name="f65" fmla="val 179642"/>
                <a:gd name="f66" fmla="val 2732818"/>
                <a:gd name="f67" fmla="+- 0 0 -90"/>
                <a:gd name="f68" fmla="*/ f3 1 743796"/>
                <a:gd name="f69" fmla="*/ f4 1 2867501"/>
                <a:gd name="f70" fmla="+- f7 0 f5"/>
                <a:gd name="f71" fmla="+- f6 0 f5"/>
                <a:gd name="f72" fmla="*/ f67 f0 1"/>
                <a:gd name="f73" fmla="*/ f71 1 743796"/>
                <a:gd name="f74" fmla="*/ f70 1 2867501"/>
                <a:gd name="f75" fmla="*/ 11144 f71 1"/>
                <a:gd name="f76" fmla="*/ 0 f70 1"/>
                <a:gd name="f77" fmla="*/ 353663 f71 1"/>
                <a:gd name="f78" fmla="*/ 55245 f70 1"/>
                <a:gd name="f79" fmla="*/ 571405 f71 1"/>
                <a:gd name="f80" fmla="*/ 179737 f70 1"/>
                <a:gd name="f81" fmla="*/ 688658 f71 1"/>
                <a:gd name="f82" fmla="*/ 368808 f70 1"/>
                <a:gd name="f83" fmla="*/ 731711 f71 1"/>
                <a:gd name="f84" fmla="*/ 612934 f70 1"/>
                <a:gd name="f85" fmla="*/ 725233 f71 1"/>
                <a:gd name="f86" fmla="*/ 995648 f70 1"/>
                <a:gd name="f87" fmla="*/ 742855 f71 1"/>
                <a:gd name="f88" fmla="*/ 1499330 f70 1"/>
                <a:gd name="f89" fmla="*/ 707898 f71 1"/>
                <a:gd name="f90" fmla="*/ 1793081 f70 1"/>
                <a:gd name="f91" fmla="*/ 633222 f71 1"/>
                <a:gd name="f92" fmla="*/ 2073592 f70 1"/>
                <a:gd name="f93" fmla="*/ 404527 f71 1"/>
                <a:gd name="f94" fmla="*/ 2472404 f70 1"/>
                <a:gd name="f95" fmla="*/ 0 f71 1"/>
                <a:gd name="f96" fmla="*/ 2867501 f70 1"/>
                <a:gd name="f97" fmla="*/ f72 1 f2"/>
                <a:gd name="f98" fmla="*/ f75 1 743796"/>
                <a:gd name="f99" fmla="*/ f76 1 2867501"/>
                <a:gd name="f100" fmla="*/ f77 1 743796"/>
                <a:gd name="f101" fmla="*/ f78 1 2867501"/>
                <a:gd name="f102" fmla="*/ f79 1 743796"/>
                <a:gd name="f103" fmla="*/ f80 1 2867501"/>
                <a:gd name="f104" fmla="*/ f81 1 743796"/>
                <a:gd name="f105" fmla="*/ f82 1 2867501"/>
                <a:gd name="f106" fmla="*/ f83 1 743796"/>
                <a:gd name="f107" fmla="*/ f84 1 2867501"/>
                <a:gd name="f108" fmla="*/ f85 1 743796"/>
                <a:gd name="f109" fmla="*/ f86 1 2867501"/>
                <a:gd name="f110" fmla="*/ f87 1 743796"/>
                <a:gd name="f111" fmla="*/ f88 1 2867501"/>
                <a:gd name="f112" fmla="*/ f89 1 743796"/>
                <a:gd name="f113" fmla="*/ f90 1 2867501"/>
                <a:gd name="f114" fmla="*/ f91 1 743796"/>
                <a:gd name="f115" fmla="*/ f92 1 2867501"/>
                <a:gd name="f116" fmla="*/ f93 1 743796"/>
                <a:gd name="f117" fmla="*/ f94 1 2867501"/>
                <a:gd name="f118" fmla="*/ f95 1 743796"/>
                <a:gd name="f119" fmla="*/ f96 1 2867501"/>
                <a:gd name="f120" fmla="*/ f5 1 f73"/>
                <a:gd name="f121" fmla="*/ f6 1 f73"/>
                <a:gd name="f122" fmla="*/ f5 1 f74"/>
                <a:gd name="f123" fmla="*/ f7 1 f74"/>
                <a:gd name="f124" fmla="+- f97 0 f1"/>
                <a:gd name="f125" fmla="*/ f98 1 f73"/>
                <a:gd name="f126" fmla="*/ f99 1 f74"/>
                <a:gd name="f127" fmla="*/ f100 1 f73"/>
                <a:gd name="f128" fmla="*/ f101 1 f74"/>
                <a:gd name="f129" fmla="*/ f102 1 f73"/>
                <a:gd name="f130" fmla="*/ f103 1 f74"/>
                <a:gd name="f131" fmla="*/ f104 1 f73"/>
                <a:gd name="f132" fmla="*/ f105 1 f74"/>
                <a:gd name="f133" fmla="*/ f106 1 f73"/>
                <a:gd name="f134" fmla="*/ f107 1 f74"/>
                <a:gd name="f135" fmla="*/ f108 1 f73"/>
                <a:gd name="f136" fmla="*/ f109 1 f74"/>
                <a:gd name="f137" fmla="*/ f110 1 f73"/>
                <a:gd name="f138" fmla="*/ f111 1 f74"/>
                <a:gd name="f139" fmla="*/ f112 1 f73"/>
                <a:gd name="f140" fmla="*/ f113 1 f74"/>
                <a:gd name="f141" fmla="*/ f114 1 f73"/>
                <a:gd name="f142" fmla="*/ f115 1 f74"/>
                <a:gd name="f143" fmla="*/ f116 1 f73"/>
                <a:gd name="f144" fmla="*/ f117 1 f74"/>
                <a:gd name="f145" fmla="*/ f118 1 f73"/>
                <a:gd name="f146" fmla="*/ f119 1 f74"/>
                <a:gd name="f147" fmla="*/ f120 f68 1"/>
                <a:gd name="f148" fmla="*/ f121 f68 1"/>
                <a:gd name="f149" fmla="*/ f123 f69 1"/>
                <a:gd name="f150" fmla="*/ f122 f69 1"/>
                <a:gd name="f151" fmla="*/ f125 f68 1"/>
                <a:gd name="f152" fmla="*/ f126 f69 1"/>
                <a:gd name="f153" fmla="*/ f127 f68 1"/>
                <a:gd name="f154" fmla="*/ f128 f69 1"/>
                <a:gd name="f155" fmla="*/ f129 f68 1"/>
                <a:gd name="f156" fmla="*/ f130 f69 1"/>
                <a:gd name="f157" fmla="*/ f131 f68 1"/>
                <a:gd name="f158" fmla="*/ f132 f69 1"/>
                <a:gd name="f159" fmla="*/ f133 f68 1"/>
                <a:gd name="f160" fmla="*/ f134 f69 1"/>
                <a:gd name="f161" fmla="*/ f135 f68 1"/>
                <a:gd name="f162" fmla="*/ f136 f69 1"/>
                <a:gd name="f163" fmla="*/ f137 f68 1"/>
                <a:gd name="f164" fmla="*/ f138 f69 1"/>
                <a:gd name="f165" fmla="*/ f139 f68 1"/>
                <a:gd name="f166" fmla="*/ f140 f69 1"/>
                <a:gd name="f167" fmla="*/ f141 f68 1"/>
                <a:gd name="f168" fmla="*/ f142 f69 1"/>
                <a:gd name="f169" fmla="*/ f143 f68 1"/>
                <a:gd name="f170" fmla="*/ f144 f69 1"/>
                <a:gd name="f171" fmla="*/ f145 f68 1"/>
                <a:gd name="f172" fmla="*/ f146 f69 1"/>
              </a:gdLst>
              <a:ahLst/>
              <a:cxnLst>
                <a:cxn ang="3cd4">
                  <a:pos x="hc" y="t"/>
                </a:cxn>
                <a:cxn ang="0">
                  <a:pos x="r" y="vc"/>
                </a:cxn>
                <a:cxn ang="cd4">
                  <a:pos x="hc" y="b"/>
                </a:cxn>
                <a:cxn ang="cd2">
                  <a:pos x="l" y="vc"/>
                </a:cxn>
                <a:cxn ang="f124">
                  <a:pos x="f151" y="f152"/>
                </a:cxn>
                <a:cxn ang="f124">
                  <a:pos x="f153" y="f154"/>
                </a:cxn>
                <a:cxn ang="f124">
                  <a:pos x="f155" y="f156"/>
                </a:cxn>
                <a:cxn ang="f124">
                  <a:pos x="f157" y="f158"/>
                </a:cxn>
                <a:cxn ang="f124">
                  <a:pos x="f159" y="f160"/>
                </a:cxn>
                <a:cxn ang="f124">
                  <a:pos x="f161" y="f162"/>
                </a:cxn>
                <a:cxn ang="f124">
                  <a:pos x="f163" y="f164"/>
                </a:cxn>
                <a:cxn ang="f124">
                  <a:pos x="f165" y="f166"/>
                </a:cxn>
                <a:cxn ang="f124">
                  <a:pos x="f167" y="f168"/>
                </a:cxn>
                <a:cxn ang="f124">
                  <a:pos x="f169" y="f170"/>
                </a:cxn>
                <a:cxn ang="f124">
                  <a:pos x="f171" y="f172"/>
                </a:cxn>
              </a:cxnLst>
              <a:rect l="f147" t="f150" r="f148" b="f149"/>
              <a:pathLst>
                <a:path w="743796" h="2867501">
                  <a:moveTo>
                    <a:pt x="f8" y="f5"/>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cubicBezTo>
                    <a:pt x="f63" y="f64"/>
                    <a:pt x="f65" y="f66"/>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1" name="Freeform: Shape 22">
              <a:extLst>
                <a:ext uri="{FF2B5EF4-FFF2-40B4-BE49-F238E27FC236}">
                  <a16:creationId xmlns:a16="http://schemas.microsoft.com/office/drawing/2014/main" id="{86D56577-B16E-4FC6-9826-5EA15651A8F6}"/>
                </a:ext>
              </a:extLst>
            </p:cNvPr>
            <p:cNvSpPr/>
            <p:nvPr/>
          </p:nvSpPr>
          <p:spPr>
            <a:xfrm>
              <a:off x="10844" y="672285"/>
              <a:ext cx="396931" cy="1690304"/>
            </a:xfrm>
            <a:custGeom>
              <a:avLst/>
              <a:gdLst>
                <a:gd name="f0" fmla="val 10800000"/>
                <a:gd name="f1" fmla="val 5400000"/>
                <a:gd name="f2" fmla="val 180"/>
                <a:gd name="f3" fmla="val w"/>
                <a:gd name="f4" fmla="val h"/>
                <a:gd name="f5" fmla="val 0"/>
                <a:gd name="f6" fmla="val 597294"/>
                <a:gd name="f7" fmla="val 2543540"/>
                <a:gd name="f8" fmla="val 16478"/>
                <a:gd name="f9" fmla="val 2079"/>
                <a:gd name="f10" fmla="val 101441"/>
                <a:gd name="f11" fmla="+- 0 0 6684"/>
                <a:gd name="f12" fmla="val 224885"/>
                <a:gd name="f13" fmla="val 12557"/>
                <a:gd name="f14" fmla="val 299847"/>
                <a:gd name="f15" fmla="val 53991"/>
                <a:gd name="f16" fmla="val 394240"/>
                <a:gd name="f17" fmla="val 106092"/>
                <a:gd name="f18" fmla="val 468440"/>
                <a:gd name="f19" fmla="val 189341"/>
                <a:gd name="f20" fmla="val 503206"/>
                <a:gd name="f21" fmla="val 291354"/>
                <a:gd name="f22" fmla="val 550069"/>
                <a:gd name="f23" fmla="val 429085"/>
                <a:gd name="f24" fmla="val 520827"/>
                <a:gd name="f25" fmla="val 577770"/>
                <a:gd name="f26" fmla="val 525113"/>
                <a:gd name="f27" fmla="val 724265"/>
                <a:gd name="f28" fmla="val 529019"/>
                <a:gd name="f29" fmla="val 856472"/>
                <a:gd name="f30" fmla="val 561118"/>
                <a:gd name="f31" fmla="val 986012"/>
                <a:gd name="f32" fmla="val 578930"/>
                <a:gd name="f33" fmla="val 1117267"/>
                <a:gd name="f34" fmla="val 595122"/>
                <a:gd name="f35" fmla="val 1236234"/>
                <a:gd name="f36" fmla="val 602742"/>
                <a:gd name="f37" fmla="val 1356630"/>
                <a:gd name="f38" fmla="val 592931"/>
                <a:gd name="f39" fmla="val 1476359"/>
                <a:gd name="f40" fmla="val 582073"/>
                <a:gd name="f41" fmla="val 1607709"/>
                <a:gd name="f42" fmla="val 549783"/>
                <a:gd name="f43" fmla="val 1736011"/>
                <a:gd name="f44" fmla="val 1859359"/>
                <a:gd name="f45" fmla="val 450628"/>
                <a:gd name="f46" fmla="val 1998710"/>
                <a:gd name="f47" fmla="val 383857"/>
                <a:gd name="f48" fmla="val 2133298"/>
                <a:gd name="f49" fmla="val 291846"/>
                <a:gd name="f50" fmla="val 2250361"/>
                <a:gd name="f51" fmla="val 231553"/>
                <a:gd name="f52" fmla="val 2327132"/>
                <a:gd name="f53" fmla="val 73819"/>
                <a:gd name="f54" fmla="val 2479532"/>
                <a:gd name="f55" fmla="+- 0 0 -90"/>
                <a:gd name="f56" fmla="*/ f3 1 597294"/>
                <a:gd name="f57" fmla="*/ f4 1 2543540"/>
                <a:gd name="f58" fmla="+- f7 0 f5"/>
                <a:gd name="f59" fmla="+- f6 0 f5"/>
                <a:gd name="f60" fmla="*/ f55 f0 1"/>
                <a:gd name="f61" fmla="*/ f59 1 597294"/>
                <a:gd name="f62" fmla="*/ f58 1 2543540"/>
                <a:gd name="f63" fmla="*/ 16478 f59 1"/>
                <a:gd name="f64" fmla="*/ 2079 f58 1"/>
                <a:gd name="f65" fmla="*/ 299847 f59 1"/>
                <a:gd name="f66" fmla="*/ 53991 f58 1"/>
                <a:gd name="f67" fmla="*/ 503206 f59 1"/>
                <a:gd name="f68" fmla="*/ 291354 f58 1"/>
                <a:gd name="f69" fmla="*/ 525113 f59 1"/>
                <a:gd name="f70" fmla="*/ 724265 f58 1"/>
                <a:gd name="f71" fmla="*/ 578930 f59 1"/>
                <a:gd name="f72" fmla="*/ 1117267 f58 1"/>
                <a:gd name="f73" fmla="*/ 592931 f59 1"/>
                <a:gd name="f74" fmla="*/ 1476359 f58 1"/>
                <a:gd name="f75" fmla="*/ 1859359 f58 1"/>
                <a:gd name="f76" fmla="*/ 291846 f59 1"/>
                <a:gd name="f77" fmla="*/ 2250361 f58 1"/>
                <a:gd name="f78" fmla="*/ 0 f59 1"/>
                <a:gd name="f79" fmla="*/ 2543540 f58 1"/>
                <a:gd name="f80" fmla="*/ f60 1 f2"/>
                <a:gd name="f81" fmla="*/ f63 1 597294"/>
                <a:gd name="f82" fmla="*/ f64 1 2543540"/>
                <a:gd name="f83" fmla="*/ f65 1 597294"/>
                <a:gd name="f84" fmla="*/ f66 1 2543540"/>
                <a:gd name="f85" fmla="*/ f67 1 597294"/>
                <a:gd name="f86" fmla="*/ f68 1 2543540"/>
                <a:gd name="f87" fmla="*/ f69 1 597294"/>
                <a:gd name="f88" fmla="*/ f70 1 2543540"/>
                <a:gd name="f89" fmla="*/ f71 1 597294"/>
                <a:gd name="f90" fmla="*/ f72 1 2543540"/>
                <a:gd name="f91" fmla="*/ f73 1 597294"/>
                <a:gd name="f92" fmla="*/ f74 1 2543540"/>
                <a:gd name="f93" fmla="*/ f75 1 2543540"/>
                <a:gd name="f94" fmla="*/ f76 1 597294"/>
                <a:gd name="f95" fmla="*/ f77 1 2543540"/>
                <a:gd name="f96" fmla="*/ f78 1 597294"/>
                <a:gd name="f97" fmla="*/ f79 1 2543540"/>
                <a:gd name="f98" fmla="*/ f5 1 f61"/>
                <a:gd name="f99" fmla="*/ f6 1 f61"/>
                <a:gd name="f100" fmla="*/ f5 1 f62"/>
                <a:gd name="f101" fmla="*/ f7 1 f62"/>
                <a:gd name="f102" fmla="+- f80 0 f1"/>
                <a:gd name="f103" fmla="*/ f81 1 f61"/>
                <a:gd name="f104" fmla="*/ f82 1 f62"/>
                <a:gd name="f105" fmla="*/ f83 1 f61"/>
                <a:gd name="f106" fmla="*/ f84 1 f62"/>
                <a:gd name="f107" fmla="*/ f85 1 f61"/>
                <a:gd name="f108" fmla="*/ f86 1 f62"/>
                <a:gd name="f109" fmla="*/ f87 1 f61"/>
                <a:gd name="f110" fmla="*/ f88 1 f62"/>
                <a:gd name="f111" fmla="*/ f89 1 f61"/>
                <a:gd name="f112" fmla="*/ f90 1 f62"/>
                <a:gd name="f113" fmla="*/ f91 1 f61"/>
                <a:gd name="f114" fmla="*/ f92 1 f62"/>
                <a:gd name="f115" fmla="*/ f93 1 f62"/>
                <a:gd name="f116" fmla="*/ f94 1 f61"/>
                <a:gd name="f117" fmla="*/ f95 1 f62"/>
                <a:gd name="f118" fmla="*/ f96 1 f61"/>
                <a:gd name="f119" fmla="*/ f97 1 f62"/>
                <a:gd name="f120" fmla="*/ f98 f56 1"/>
                <a:gd name="f121" fmla="*/ f99 f56 1"/>
                <a:gd name="f122" fmla="*/ f101 f57 1"/>
                <a:gd name="f123" fmla="*/ f100 f57 1"/>
                <a:gd name="f124" fmla="*/ f103 f56 1"/>
                <a:gd name="f125" fmla="*/ f104 f57 1"/>
                <a:gd name="f126" fmla="*/ f105 f56 1"/>
                <a:gd name="f127" fmla="*/ f106 f57 1"/>
                <a:gd name="f128" fmla="*/ f107 f56 1"/>
                <a:gd name="f129" fmla="*/ f108 f57 1"/>
                <a:gd name="f130" fmla="*/ f109 f56 1"/>
                <a:gd name="f131" fmla="*/ f110 f57 1"/>
                <a:gd name="f132" fmla="*/ f111 f56 1"/>
                <a:gd name="f133" fmla="*/ f112 f57 1"/>
                <a:gd name="f134" fmla="*/ f113 f56 1"/>
                <a:gd name="f135" fmla="*/ f114 f57 1"/>
                <a:gd name="f136" fmla="*/ f115 f57 1"/>
                <a:gd name="f137" fmla="*/ f116 f56 1"/>
                <a:gd name="f138" fmla="*/ f117 f57 1"/>
                <a:gd name="f139" fmla="*/ f118 f56 1"/>
                <a:gd name="f140" fmla="*/ f119 f57 1"/>
              </a:gdLst>
              <a:ahLst/>
              <a:cxnLst>
                <a:cxn ang="3cd4">
                  <a:pos x="hc" y="t"/>
                </a:cxn>
                <a:cxn ang="0">
                  <a:pos x="r" y="vc"/>
                </a:cxn>
                <a:cxn ang="cd4">
                  <a:pos x="hc" y="b"/>
                </a:cxn>
                <a:cxn ang="cd2">
                  <a:pos x="l" y="vc"/>
                </a:cxn>
                <a:cxn ang="f102">
                  <a:pos x="f124" y="f125"/>
                </a:cxn>
                <a:cxn ang="f102">
                  <a:pos x="f126" y="f127"/>
                </a:cxn>
                <a:cxn ang="f102">
                  <a:pos x="f128" y="f129"/>
                </a:cxn>
                <a:cxn ang="f102">
                  <a:pos x="f130" y="f131"/>
                </a:cxn>
                <a:cxn ang="f102">
                  <a:pos x="f132" y="f133"/>
                </a:cxn>
                <a:cxn ang="f102">
                  <a:pos x="f134" y="f135"/>
                </a:cxn>
                <a:cxn ang="f102">
                  <a:pos x="f128" y="f136"/>
                </a:cxn>
                <a:cxn ang="f102">
                  <a:pos x="f137" y="f138"/>
                </a:cxn>
                <a:cxn ang="f102">
                  <a:pos x="f139" y="f140"/>
                </a:cxn>
              </a:cxnLst>
              <a:rect l="f120" t="f123" r="f121" b="f122"/>
              <a:pathLst>
                <a:path w="597294" h="2543540">
                  <a:moveTo>
                    <a:pt x="f8" y="f9"/>
                  </a:moveTo>
                  <a:cubicBezTo>
                    <a:pt x="f10" y="f11"/>
                    <a:pt x="f12" y="f13"/>
                    <a:pt x="f14" y="f15"/>
                  </a:cubicBezTo>
                  <a:cubicBezTo>
                    <a:pt x="f16" y="f17"/>
                    <a:pt x="f18" y="f19"/>
                    <a:pt x="f20" y="f21"/>
                  </a:cubicBezTo>
                  <a:cubicBezTo>
                    <a:pt x="f22" y="f23"/>
                    <a:pt x="f24" y="f25"/>
                    <a:pt x="f26" y="f27"/>
                  </a:cubicBezTo>
                  <a:cubicBezTo>
                    <a:pt x="f28" y="f29"/>
                    <a:pt x="f30" y="f31"/>
                    <a:pt x="f32" y="f33"/>
                  </a:cubicBezTo>
                  <a:cubicBezTo>
                    <a:pt x="f34" y="f35"/>
                    <a:pt x="f36" y="f37"/>
                    <a:pt x="f38" y="f39"/>
                  </a:cubicBezTo>
                  <a:cubicBezTo>
                    <a:pt x="f40" y="f41"/>
                    <a:pt x="f42" y="f43"/>
                    <a:pt x="f20" y="f44"/>
                  </a:cubicBezTo>
                  <a:cubicBezTo>
                    <a:pt x="f45" y="f46"/>
                    <a:pt x="f47" y="f48"/>
                    <a:pt x="f49" y="f50"/>
                  </a:cubicBezTo>
                  <a:cubicBezTo>
                    <a:pt x="f51" y="f52"/>
                    <a:pt x="f53" y="f54"/>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2" name="Freeform: Shape 23">
              <a:extLst>
                <a:ext uri="{FF2B5EF4-FFF2-40B4-BE49-F238E27FC236}">
                  <a16:creationId xmlns:a16="http://schemas.microsoft.com/office/drawing/2014/main" id="{BCDA360B-E62B-4447-9CF9-8BA9B4084AED}"/>
                </a:ext>
              </a:extLst>
            </p:cNvPr>
            <p:cNvSpPr/>
            <p:nvPr/>
          </p:nvSpPr>
          <p:spPr>
            <a:xfrm>
              <a:off x="23006" y="881262"/>
              <a:ext cx="258793" cy="1336560"/>
            </a:xfrm>
            <a:custGeom>
              <a:avLst/>
              <a:gdLst>
                <a:gd name="f0" fmla="val 10800000"/>
                <a:gd name="f1" fmla="val 5400000"/>
                <a:gd name="f2" fmla="val 180"/>
                <a:gd name="f3" fmla="val w"/>
                <a:gd name="f4" fmla="val h"/>
                <a:gd name="f5" fmla="val 0"/>
                <a:gd name="f6" fmla="val 389425"/>
                <a:gd name="f7" fmla="val 2011236"/>
                <a:gd name="f8" fmla="val 33"/>
                <a:gd name="f9" fmla="val 57912"/>
                <a:gd name="f10" fmla="+- 0 0 824"/>
                <a:gd name="f11" fmla="val 136112"/>
                <a:gd name="f12" fmla="val 14892"/>
                <a:gd name="f13" fmla="val 171260"/>
                <a:gd name="f14" fmla="val 60326"/>
                <a:gd name="f15" fmla="val 205645"/>
                <a:gd name="f16" fmla="val 104903"/>
                <a:gd name="f17" fmla="val 207740"/>
                <a:gd name="f18" fmla="val 164244"/>
                <a:gd name="f19" fmla="val 211455"/>
                <a:gd name="f20" fmla="val 221204"/>
                <a:gd name="f21" fmla="val 216408"/>
                <a:gd name="f22" fmla="val 297594"/>
                <a:gd name="f23" fmla="val 225838"/>
                <a:gd name="f24" fmla="val 373604"/>
                <a:gd name="f25" fmla="val 243078"/>
                <a:gd name="f26" fmla="val 448089"/>
                <a:gd name="f27" fmla="val 269939"/>
                <a:gd name="f28" fmla="val 564199"/>
                <a:gd name="f29" fmla="val 319183"/>
                <a:gd name="f30" fmla="val 673927"/>
                <a:gd name="f31" fmla="val 346424"/>
                <a:gd name="f32" fmla="val 789941"/>
                <a:gd name="f33" fmla="val 358235"/>
                <a:gd name="f34" fmla="val 840043"/>
                <a:gd name="f35" fmla="val 365951"/>
                <a:gd name="f36" fmla="val 891097"/>
                <a:gd name="f37" fmla="val 372237"/>
                <a:gd name="f38" fmla="val 942151"/>
                <a:gd name="f39" fmla="val 385858"/>
                <a:gd name="f40" fmla="val 1051784"/>
                <a:gd name="f41" fmla="val 394049"/>
                <a:gd name="f42" fmla="val 1162274"/>
                <a:gd name="f43" fmla="val 386620"/>
                <a:gd name="f44" fmla="val 1272478"/>
                <a:gd name="f45" fmla="val 377476"/>
                <a:gd name="f46" fmla="val 1407828"/>
                <a:gd name="f47" fmla="val 344996"/>
                <a:gd name="f48" fmla="val 1541178"/>
                <a:gd name="f49" fmla="val 280416"/>
                <a:gd name="f50" fmla="val 1660241"/>
                <a:gd name="f51" fmla="val 244602"/>
                <a:gd name="f52" fmla="val 1726249"/>
                <a:gd name="f53" fmla="val 199358"/>
                <a:gd name="f54" fmla="val 1786352"/>
                <a:gd name="f55" fmla="val 151257"/>
                <a:gd name="f56" fmla="val 1844073"/>
                <a:gd name="f57" fmla="val 79534"/>
                <a:gd name="f58" fmla="val 1930084"/>
                <a:gd name="f59" fmla="val 89345"/>
                <a:gd name="f60" fmla="val 1941419"/>
                <a:gd name="f61" fmla="val 1905"/>
                <a:gd name="f62" fmla="val 2011237"/>
                <a:gd name="f63" fmla="+- 0 0 -90"/>
                <a:gd name="f64" fmla="*/ f3 1 389425"/>
                <a:gd name="f65" fmla="*/ f4 1 2011236"/>
                <a:gd name="f66" fmla="+- f7 0 f5"/>
                <a:gd name="f67" fmla="+- f6 0 f5"/>
                <a:gd name="f68" fmla="*/ f63 f0 1"/>
                <a:gd name="f69" fmla="*/ f67 1 389425"/>
                <a:gd name="f70" fmla="*/ f66 1 2011236"/>
                <a:gd name="f71" fmla="*/ 0 f67 1"/>
                <a:gd name="f72" fmla="*/ 33 f66 1"/>
                <a:gd name="f73" fmla="*/ 171260 f67 1"/>
                <a:gd name="f74" fmla="*/ 60326 f66 1"/>
                <a:gd name="f75" fmla="*/ 211455 f67 1"/>
                <a:gd name="f76" fmla="*/ 221204 f66 1"/>
                <a:gd name="f77" fmla="*/ 243078 f67 1"/>
                <a:gd name="f78" fmla="*/ 448089 f66 1"/>
                <a:gd name="f79" fmla="*/ 346424 f67 1"/>
                <a:gd name="f80" fmla="*/ 789941 f66 1"/>
                <a:gd name="f81" fmla="*/ 372237 f67 1"/>
                <a:gd name="f82" fmla="*/ 942151 f66 1"/>
                <a:gd name="f83" fmla="*/ 386620 f67 1"/>
                <a:gd name="f84" fmla="*/ 1272478 f66 1"/>
                <a:gd name="f85" fmla="*/ 280416 f67 1"/>
                <a:gd name="f86" fmla="*/ 1660241 f66 1"/>
                <a:gd name="f87" fmla="*/ 151257 f67 1"/>
                <a:gd name="f88" fmla="*/ 1844073 f66 1"/>
                <a:gd name="f89" fmla="*/ 1905 f67 1"/>
                <a:gd name="f90" fmla="*/ 2011237 f66 1"/>
                <a:gd name="f91" fmla="*/ f68 1 f2"/>
                <a:gd name="f92" fmla="*/ f71 1 389425"/>
                <a:gd name="f93" fmla="*/ f72 1 2011236"/>
                <a:gd name="f94" fmla="*/ f73 1 389425"/>
                <a:gd name="f95" fmla="*/ f74 1 2011236"/>
                <a:gd name="f96" fmla="*/ f75 1 389425"/>
                <a:gd name="f97" fmla="*/ f76 1 2011236"/>
                <a:gd name="f98" fmla="*/ f77 1 389425"/>
                <a:gd name="f99" fmla="*/ f78 1 2011236"/>
                <a:gd name="f100" fmla="*/ f79 1 389425"/>
                <a:gd name="f101" fmla="*/ f80 1 2011236"/>
                <a:gd name="f102" fmla="*/ f81 1 389425"/>
                <a:gd name="f103" fmla="*/ f82 1 2011236"/>
                <a:gd name="f104" fmla="*/ f83 1 389425"/>
                <a:gd name="f105" fmla="*/ f84 1 2011236"/>
                <a:gd name="f106" fmla="*/ f85 1 389425"/>
                <a:gd name="f107" fmla="*/ f86 1 2011236"/>
                <a:gd name="f108" fmla="*/ f87 1 389425"/>
                <a:gd name="f109" fmla="*/ f88 1 2011236"/>
                <a:gd name="f110" fmla="*/ f89 1 389425"/>
                <a:gd name="f111" fmla="*/ f90 1 2011236"/>
                <a:gd name="f112" fmla="*/ f5 1 f69"/>
                <a:gd name="f113" fmla="*/ f6 1 f69"/>
                <a:gd name="f114" fmla="*/ f5 1 f70"/>
                <a:gd name="f115" fmla="*/ f7 1 f70"/>
                <a:gd name="f116" fmla="+- f91 0 f1"/>
                <a:gd name="f117" fmla="*/ f92 1 f69"/>
                <a:gd name="f118" fmla="*/ f93 1 f70"/>
                <a:gd name="f119" fmla="*/ f94 1 f69"/>
                <a:gd name="f120" fmla="*/ f95 1 f70"/>
                <a:gd name="f121" fmla="*/ f96 1 f69"/>
                <a:gd name="f122" fmla="*/ f97 1 f70"/>
                <a:gd name="f123" fmla="*/ f98 1 f69"/>
                <a:gd name="f124" fmla="*/ f99 1 f70"/>
                <a:gd name="f125" fmla="*/ f100 1 f69"/>
                <a:gd name="f126" fmla="*/ f101 1 f70"/>
                <a:gd name="f127" fmla="*/ f102 1 f69"/>
                <a:gd name="f128" fmla="*/ f103 1 f70"/>
                <a:gd name="f129" fmla="*/ f104 1 f69"/>
                <a:gd name="f130" fmla="*/ f105 1 f70"/>
                <a:gd name="f131" fmla="*/ f106 1 f69"/>
                <a:gd name="f132" fmla="*/ f107 1 f70"/>
                <a:gd name="f133" fmla="*/ f108 1 f69"/>
                <a:gd name="f134" fmla="*/ f109 1 f70"/>
                <a:gd name="f135" fmla="*/ f110 1 f69"/>
                <a:gd name="f136" fmla="*/ f111 1 f70"/>
                <a:gd name="f137" fmla="*/ f112 f64 1"/>
                <a:gd name="f138" fmla="*/ f113 f64 1"/>
                <a:gd name="f139" fmla="*/ f115 f65 1"/>
                <a:gd name="f140" fmla="*/ f114 f65 1"/>
                <a:gd name="f141" fmla="*/ f117 f64 1"/>
                <a:gd name="f142" fmla="*/ f118 f65 1"/>
                <a:gd name="f143" fmla="*/ f119 f64 1"/>
                <a:gd name="f144" fmla="*/ f120 f65 1"/>
                <a:gd name="f145" fmla="*/ f121 f64 1"/>
                <a:gd name="f146" fmla="*/ f122 f65 1"/>
                <a:gd name="f147" fmla="*/ f123 f64 1"/>
                <a:gd name="f148" fmla="*/ f124 f65 1"/>
                <a:gd name="f149" fmla="*/ f125 f64 1"/>
                <a:gd name="f150" fmla="*/ f126 f65 1"/>
                <a:gd name="f151" fmla="*/ f127 f64 1"/>
                <a:gd name="f152" fmla="*/ f128 f65 1"/>
                <a:gd name="f153" fmla="*/ f129 f64 1"/>
                <a:gd name="f154" fmla="*/ f130 f65 1"/>
                <a:gd name="f155" fmla="*/ f131 f64 1"/>
                <a:gd name="f156" fmla="*/ f132 f65 1"/>
                <a:gd name="f157" fmla="*/ f133 f64 1"/>
                <a:gd name="f158" fmla="*/ f134 f65 1"/>
                <a:gd name="f159" fmla="*/ f135 f64 1"/>
                <a:gd name="f160" fmla="*/ f136 f65 1"/>
              </a:gdLst>
              <a:ahLst/>
              <a:cxnLst>
                <a:cxn ang="3cd4">
                  <a:pos x="hc" y="t"/>
                </a:cxn>
                <a:cxn ang="0">
                  <a:pos x="r" y="vc"/>
                </a:cxn>
                <a:cxn ang="cd4">
                  <a:pos x="hc" y="b"/>
                </a:cxn>
                <a:cxn ang="cd2">
                  <a:pos x="l" y="vc"/>
                </a:cxn>
                <a:cxn ang="f116">
                  <a:pos x="f141" y="f142"/>
                </a:cxn>
                <a:cxn ang="f116">
                  <a:pos x="f143" y="f144"/>
                </a:cxn>
                <a:cxn ang="f116">
                  <a:pos x="f145" y="f146"/>
                </a:cxn>
                <a:cxn ang="f116">
                  <a:pos x="f147" y="f148"/>
                </a:cxn>
                <a:cxn ang="f116">
                  <a:pos x="f149" y="f150"/>
                </a:cxn>
                <a:cxn ang="f116">
                  <a:pos x="f151" y="f152"/>
                </a:cxn>
                <a:cxn ang="f116">
                  <a:pos x="f153" y="f154"/>
                </a:cxn>
                <a:cxn ang="f116">
                  <a:pos x="f155" y="f156"/>
                </a:cxn>
                <a:cxn ang="f116">
                  <a:pos x="f157" y="f158"/>
                </a:cxn>
                <a:cxn ang="f116">
                  <a:pos x="f159" y="f160"/>
                </a:cxn>
              </a:cxnLst>
              <a:rect l="f137" t="f140" r="f138" b="f139"/>
              <a:pathLst>
                <a:path w="389425" h="2011236">
                  <a:moveTo>
                    <a:pt x="f5" y="f8"/>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sp>
        <p:nvSpPr>
          <p:cNvPr id="13" name="Titre 1">
            <a:extLst>
              <a:ext uri="{FF2B5EF4-FFF2-40B4-BE49-F238E27FC236}">
                <a16:creationId xmlns:a16="http://schemas.microsoft.com/office/drawing/2014/main" id="{A1C8629F-9ACC-4CF6-9853-F646810E88B4}"/>
              </a:ext>
            </a:extLst>
          </p:cNvPr>
          <p:cNvSpPr txBox="1">
            <a:spLocks noGrp="1"/>
          </p:cNvSpPr>
          <p:nvPr>
            <p:ph type="title"/>
          </p:nvPr>
        </p:nvSpPr>
        <p:spPr>
          <a:xfrm>
            <a:off x="1216819" y="64227"/>
            <a:ext cx="4200003" cy="1905591"/>
          </a:xfrm>
        </p:spPr>
        <p:txBody>
          <a:bodyPr/>
          <a:lstStyle/>
          <a:p>
            <a:pPr lvl="0"/>
            <a:r>
              <a:rPr lang="fr-FR"/>
              <a:t>Contexte et motivation</a:t>
            </a:r>
          </a:p>
        </p:txBody>
      </p:sp>
      <p:sp>
        <p:nvSpPr>
          <p:cNvPr id="14" name="Espace réservé du contenu 2">
            <a:extLst>
              <a:ext uri="{FF2B5EF4-FFF2-40B4-BE49-F238E27FC236}">
                <a16:creationId xmlns:a16="http://schemas.microsoft.com/office/drawing/2014/main" id="{85B3F33B-164F-4A1F-BB0A-4C1C019D2CC4}"/>
              </a:ext>
            </a:extLst>
          </p:cNvPr>
          <p:cNvSpPr txBox="1">
            <a:spLocks noGrp="1"/>
          </p:cNvSpPr>
          <p:nvPr>
            <p:ph idx="1"/>
          </p:nvPr>
        </p:nvSpPr>
        <p:spPr>
          <a:xfrm>
            <a:off x="270644" y="2098319"/>
            <a:ext cx="6776197" cy="4418508"/>
          </a:xfrm>
        </p:spPr>
        <p:txBody>
          <a:bodyPr>
            <a:normAutofit lnSpcReduction="10000"/>
          </a:bodyPr>
          <a:lstStyle/>
          <a:p>
            <a:pPr lvl="0">
              <a:lnSpc>
                <a:spcPct val="100000"/>
              </a:lnSpc>
            </a:pPr>
            <a:r>
              <a:rPr lang="fr-FR" sz="1600" dirty="0"/>
              <a:t>Aujourd’hui, une grande partie des ventes de parfums se fait via internet , mais les clients sont souvent perdus face au nombre de références disponibles. </a:t>
            </a:r>
          </a:p>
          <a:p>
            <a:pPr lvl="0">
              <a:lnSpc>
                <a:spcPct val="100000"/>
              </a:lnSpc>
            </a:pPr>
            <a:r>
              <a:rPr lang="fr-FR" sz="1600" dirty="0"/>
              <a:t>Les vendeurs, eux, répondent sans cesse aux mêmes questions sur les prix, les familles olfactives ou le choix d’un parfum adapté à une occasion précise.</a:t>
            </a:r>
          </a:p>
          <a:p>
            <a:pPr lvl="0">
              <a:lnSpc>
                <a:spcPct val="100000"/>
              </a:lnSpc>
            </a:pPr>
            <a:r>
              <a:rPr lang="fr-FR" sz="1600" dirty="0"/>
              <a:t>J’ai moi-même observé un vendeur, dans un groupe de discussion, qui envoyait simplement un catalogue des parfums qu’il proposait et s est retrouver à répondre aux mêmes questions  pour  chaque nouveau client potentiel.</a:t>
            </a:r>
          </a:p>
          <a:p>
            <a:pPr lvl="0">
              <a:lnSpc>
                <a:spcPct val="100000"/>
              </a:lnSpc>
            </a:pPr>
            <a:r>
              <a:rPr lang="fr-FR" sz="1600" dirty="0"/>
              <a:t>À partir de ce constat, j’ai voulu créer un assistant digital qui présente ce catalogue de manière claire et interactive, propose des recommandations personnalisées et automatise une partie de ces réponses répétitives. </a:t>
            </a:r>
          </a:p>
          <a:p>
            <a:pPr lvl="0">
              <a:lnSpc>
                <a:spcPct val="100000"/>
              </a:lnSpc>
            </a:pPr>
            <a:r>
              <a:rPr lang="fr-FR" sz="1600" dirty="0"/>
              <a:t>Mon site web reprend toute la gamme de parfums de ce vendeur et l’organise dans une interface plus moderne et plus facile à utiliser.</a:t>
            </a:r>
          </a:p>
        </p:txBody>
      </p:sp>
      <p:pic>
        <p:nvPicPr>
          <p:cNvPr id="15" name="Image 6" descr="Une image contenant texte, capture d’écran, logiciel, multimédia&#10;&#10;Description générée automatiquement">
            <a:extLst>
              <a:ext uri="{FF2B5EF4-FFF2-40B4-BE49-F238E27FC236}">
                <a16:creationId xmlns:a16="http://schemas.microsoft.com/office/drawing/2014/main" id="{4E295D6B-C1FE-4692-9EFF-50EFE56CDE66}"/>
              </a:ext>
            </a:extLst>
          </p:cNvPr>
          <p:cNvPicPr>
            <a:picLocks noChangeAspect="1"/>
          </p:cNvPicPr>
          <p:nvPr/>
        </p:nvPicPr>
        <p:blipFill>
          <a:blip r:embed="rId2"/>
          <a:stretch>
            <a:fillRect/>
          </a:stretch>
        </p:blipFill>
        <p:spPr>
          <a:xfrm>
            <a:off x="7476847" y="461772"/>
            <a:ext cx="4587782" cy="5716865"/>
          </a:xfrm>
          <a:prstGeom prst="rect">
            <a:avLst/>
          </a:prstGeom>
          <a:noFill/>
          <a:ln cap="flat">
            <a:noFill/>
          </a:ln>
        </p:spPr>
      </p:pic>
      <p:grpSp>
        <p:nvGrpSpPr>
          <p:cNvPr id="16" name="Bottom Right">
            <a:extLst>
              <a:ext uri="{FF2B5EF4-FFF2-40B4-BE49-F238E27FC236}">
                <a16:creationId xmlns:a16="http://schemas.microsoft.com/office/drawing/2014/main" id="{7D87BAA9-7F87-4823-A444-7FA236548D79}"/>
              </a:ext>
            </a:extLst>
          </p:cNvPr>
          <p:cNvGrpSpPr/>
          <p:nvPr/>
        </p:nvGrpSpPr>
        <p:grpSpPr>
          <a:xfrm>
            <a:off x="7980398" y="3276596"/>
            <a:ext cx="4211598" cy="3581403"/>
            <a:chOff x="7980398" y="3276596"/>
            <a:chExt cx="4211598" cy="3581403"/>
          </a:xfrm>
        </p:grpSpPr>
        <p:sp>
          <p:nvSpPr>
            <p:cNvPr id="17" name="Freeform: Shape 26">
              <a:extLst>
                <a:ext uri="{FF2B5EF4-FFF2-40B4-BE49-F238E27FC236}">
                  <a16:creationId xmlns:a16="http://schemas.microsoft.com/office/drawing/2014/main" id="{94644AAE-8C48-493C-96C8-632A2CACD959}"/>
                </a:ext>
              </a:extLst>
            </p:cNvPr>
            <p:cNvSpPr/>
            <p:nvPr/>
          </p:nvSpPr>
          <p:spPr>
            <a:xfrm>
              <a:off x="10439256" y="6178637"/>
              <a:ext cx="1482105" cy="679362"/>
            </a:xfrm>
            <a:custGeom>
              <a:avLst/>
              <a:gdLst>
                <a:gd name="f0" fmla="val 10800000"/>
                <a:gd name="f1" fmla="val 5400000"/>
                <a:gd name="f2" fmla="val 180"/>
                <a:gd name="f3" fmla="val w"/>
                <a:gd name="f4" fmla="val h"/>
                <a:gd name="f5" fmla="val 0"/>
                <a:gd name="f6" fmla="val 1482102"/>
                <a:gd name="f7" fmla="val 679363"/>
                <a:gd name="f8" fmla="val 741051"/>
                <a:gd name="f9" fmla="val 1102506"/>
                <a:gd name="f10" fmla="val 1404077"/>
                <a:gd name="f11" fmla="val 256390"/>
                <a:gd name="f12" fmla="val 1473822"/>
                <a:gd name="f13" fmla="val 597226"/>
                <a:gd name="f14" fmla="val 8280"/>
                <a:gd name="f15" fmla="val 78025"/>
                <a:gd name="f16" fmla="val 379596"/>
                <a:gd name="f17" fmla="+- 0 0 -90"/>
                <a:gd name="f18" fmla="*/ f3 1 1482102"/>
                <a:gd name="f19" fmla="*/ f4 1 679363"/>
                <a:gd name="f20" fmla="+- f7 0 f5"/>
                <a:gd name="f21" fmla="+- f6 0 f5"/>
                <a:gd name="f22" fmla="*/ f17 f0 1"/>
                <a:gd name="f23" fmla="*/ f21 1 1482102"/>
                <a:gd name="f24" fmla="*/ f20 1 679363"/>
                <a:gd name="f25" fmla="*/ 741051 f21 1"/>
                <a:gd name="f26" fmla="*/ 0 f20 1"/>
                <a:gd name="f27" fmla="*/ 1473822 f21 1"/>
                <a:gd name="f28" fmla="*/ 597226 f20 1"/>
                <a:gd name="f29" fmla="*/ 1482102 f21 1"/>
                <a:gd name="f30" fmla="*/ 679363 f20 1"/>
                <a:gd name="f31" fmla="*/ 0 f21 1"/>
                <a:gd name="f32" fmla="*/ 8280 f21 1"/>
                <a:gd name="f33" fmla="*/ f22 1 f2"/>
                <a:gd name="f34" fmla="*/ f25 1 1482102"/>
                <a:gd name="f35" fmla="*/ f26 1 679363"/>
                <a:gd name="f36" fmla="*/ f27 1 1482102"/>
                <a:gd name="f37" fmla="*/ f28 1 679363"/>
                <a:gd name="f38" fmla="*/ f29 1 1482102"/>
                <a:gd name="f39" fmla="*/ f30 1 679363"/>
                <a:gd name="f40" fmla="*/ f31 1 1482102"/>
                <a:gd name="f41" fmla="*/ f32 1 1482102"/>
                <a:gd name="f42" fmla="*/ f5 1 f23"/>
                <a:gd name="f43" fmla="*/ f6 1 f23"/>
                <a:gd name="f44" fmla="*/ f5 1 f24"/>
                <a:gd name="f45" fmla="*/ f7 1 f24"/>
                <a:gd name="f46" fmla="+- f33 0 f1"/>
                <a:gd name="f47" fmla="*/ f34 1 f23"/>
                <a:gd name="f48" fmla="*/ f35 1 f24"/>
                <a:gd name="f49" fmla="*/ f36 1 f23"/>
                <a:gd name="f50" fmla="*/ f37 1 f24"/>
                <a:gd name="f51" fmla="*/ f38 1 f23"/>
                <a:gd name="f52" fmla="*/ f39 1 f24"/>
                <a:gd name="f53" fmla="*/ f40 1 f23"/>
                <a:gd name="f54" fmla="*/ f41 1 f23"/>
                <a:gd name="f55" fmla="*/ f42 f18 1"/>
                <a:gd name="f56" fmla="*/ f43 f18 1"/>
                <a:gd name="f57" fmla="*/ f45 f19 1"/>
                <a:gd name="f58" fmla="*/ f44 f19 1"/>
                <a:gd name="f59" fmla="*/ f47 f18 1"/>
                <a:gd name="f60" fmla="*/ f48 f19 1"/>
                <a:gd name="f61" fmla="*/ f49 f18 1"/>
                <a:gd name="f62" fmla="*/ f50 f19 1"/>
                <a:gd name="f63" fmla="*/ f51 f18 1"/>
                <a:gd name="f64" fmla="*/ f52 f19 1"/>
                <a:gd name="f65" fmla="*/ f53 f18 1"/>
                <a:gd name="f66" fmla="*/ f54 f18 1"/>
              </a:gdLst>
              <a:ahLst/>
              <a:cxnLst>
                <a:cxn ang="3cd4">
                  <a:pos x="hc" y="t"/>
                </a:cxn>
                <a:cxn ang="0">
                  <a:pos x="r" y="vc"/>
                </a:cxn>
                <a:cxn ang="cd4">
                  <a:pos x="hc" y="b"/>
                </a:cxn>
                <a:cxn ang="cd2">
                  <a:pos x="l" y="vc"/>
                </a:cxn>
                <a:cxn ang="f46">
                  <a:pos x="f59" y="f60"/>
                </a:cxn>
                <a:cxn ang="f46">
                  <a:pos x="f61" y="f62"/>
                </a:cxn>
                <a:cxn ang="f46">
                  <a:pos x="f63" y="f64"/>
                </a:cxn>
                <a:cxn ang="f46">
                  <a:pos x="f65" y="f64"/>
                </a:cxn>
                <a:cxn ang="f46">
                  <a:pos x="f66" y="f62"/>
                </a:cxn>
                <a:cxn ang="f46">
                  <a:pos x="f59" y="f60"/>
                </a:cxn>
              </a:cxnLst>
              <a:rect l="f55" t="f58" r="f56" b="f57"/>
              <a:pathLst>
                <a:path w="1482102" h="679363">
                  <a:moveTo>
                    <a:pt x="f8" y="f5"/>
                  </a:moveTo>
                  <a:cubicBezTo>
                    <a:pt x="f9" y="f5"/>
                    <a:pt x="f10" y="f11"/>
                    <a:pt x="f12" y="f13"/>
                  </a:cubicBezTo>
                  <a:lnTo>
                    <a:pt x="f6" y="f7"/>
                  </a:lnTo>
                  <a:lnTo>
                    <a:pt x="f5" y="f7"/>
                  </a:lnTo>
                  <a:lnTo>
                    <a:pt x="f14" y="f13"/>
                  </a:lnTo>
                  <a:cubicBezTo>
                    <a:pt x="f15" y="f11"/>
                    <a:pt x="f16" y="f5"/>
                    <a:pt x="f8" y="f5"/>
                  </a:cubicBezTo>
                  <a:close/>
                </a:path>
              </a:pathLst>
            </a:cu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grpSp>
          <p:nvGrpSpPr>
            <p:cNvPr id="18" name="Graphic 157">
              <a:extLst>
                <a:ext uri="{FF2B5EF4-FFF2-40B4-BE49-F238E27FC236}">
                  <a16:creationId xmlns:a16="http://schemas.microsoft.com/office/drawing/2014/main" id="{BE2638B8-74F2-43B0-B143-404E2FE49B3C}"/>
                </a:ext>
              </a:extLst>
            </p:cNvPr>
            <p:cNvGrpSpPr/>
            <p:nvPr/>
          </p:nvGrpSpPr>
          <p:grpSpPr>
            <a:xfrm>
              <a:off x="8662742" y="3276596"/>
              <a:ext cx="3529254" cy="3581403"/>
              <a:chOff x="8662742" y="3276596"/>
              <a:chExt cx="3529254" cy="3581403"/>
            </a:xfrm>
          </p:grpSpPr>
          <p:sp>
            <p:nvSpPr>
              <p:cNvPr id="19" name="Freeform: Shape 29">
                <a:extLst>
                  <a:ext uri="{FF2B5EF4-FFF2-40B4-BE49-F238E27FC236}">
                    <a16:creationId xmlns:a16="http://schemas.microsoft.com/office/drawing/2014/main" id="{29178566-110F-40DE-8DB2-DA7B142B86FF}"/>
                  </a:ext>
                </a:extLst>
              </p:cNvPr>
              <p:cNvSpPr/>
              <p:nvPr/>
            </p:nvSpPr>
            <p:spPr>
              <a:xfrm>
                <a:off x="8662742" y="3276596"/>
                <a:ext cx="3516197" cy="3565391"/>
              </a:xfrm>
              <a:custGeom>
                <a:avLst/>
                <a:gdLst>
                  <a:gd name="f0" fmla="val 10800000"/>
                  <a:gd name="f1" fmla="val 5400000"/>
                  <a:gd name="f2" fmla="val 180"/>
                  <a:gd name="f3" fmla="val w"/>
                  <a:gd name="f4" fmla="val h"/>
                  <a:gd name="f5" fmla="val 0"/>
                  <a:gd name="f6" fmla="val 3946874"/>
                  <a:gd name="f7" fmla="val 3989641"/>
                  <a:gd name="f8" fmla="val 19050"/>
                  <a:gd name="f9" fmla="val 3957257"/>
                  <a:gd name="f10" fmla="val 50959"/>
                  <a:gd name="f11" fmla="val 3916013"/>
                  <a:gd name="f12" fmla="val 79439"/>
                  <a:gd name="f13" fmla="val 3891153"/>
                  <a:gd name="f14" fmla="val 165544"/>
                  <a:gd name="f15" fmla="val 3815906"/>
                  <a:gd name="f16" fmla="val 227933"/>
                  <a:gd name="f17" fmla="val 3717989"/>
                  <a:gd name="f18" fmla="val 297371"/>
                  <a:gd name="f19" fmla="val 3626930"/>
                  <a:gd name="f20" fmla="val 346615"/>
                  <a:gd name="f21" fmla="val 3562255"/>
                  <a:gd name="f22" fmla="val 398050"/>
                  <a:gd name="f23" fmla="val 3499009"/>
                  <a:gd name="f24" fmla="val 454343"/>
                  <a:gd name="f25" fmla="val 3440335"/>
                  <a:gd name="f26" fmla="val 506349"/>
                  <a:gd name="f27" fmla="val 3386042"/>
                  <a:gd name="f28" fmla="val 562642"/>
                  <a:gd name="f29" fmla="val 3336227"/>
                  <a:gd name="f30" fmla="val 622363"/>
                  <a:gd name="f31" fmla="val 3290697"/>
                  <a:gd name="f32" fmla="val 719519"/>
                  <a:gd name="f33" fmla="val 3216688"/>
                  <a:gd name="f34" fmla="val 824960"/>
                  <a:gd name="f35" fmla="val 3154585"/>
                  <a:gd name="f36" fmla="val 927068"/>
                  <a:gd name="f37" fmla="val 3087434"/>
                  <a:gd name="f38" fmla="val 1011365"/>
                  <a:gd name="f39" fmla="val 3031998"/>
                  <a:gd name="f40" fmla="val 1093565"/>
                  <a:gd name="f41" fmla="val 2973324"/>
                  <a:gd name="f42" fmla="val 1176338"/>
                  <a:gd name="f43" fmla="val 2915603"/>
                  <a:gd name="f44" fmla="val 1246537"/>
                  <a:gd name="f45" fmla="val 2866644"/>
                  <a:gd name="f46" fmla="val 1317308"/>
                  <a:gd name="f47" fmla="val 2818066"/>
                  <a:gd name="f48" fmla="val 1394270"/>
                  <a:gd name="f49" fmla="val 2780729"/>
                  <a:gd name="f50" fmla="val 1459421"/>
                  <a:gd name="f51" fmla="val 2749106"/>
                  <a:gd name="f52" fmla="val 1528763"/>
                  <a:gd name="f53" fmla="val 2724436"/>
                  <a:gd name="f54" fmla="val 1601057"/>
                  <a:gd name="f55" fmla="val 2723483"/>
                  <a:gd name="f56" fmla="val 1653350"/>
                  <a:gd name="f57" fmla="val 2722721"/>
                  <a:gd name="f58" fmla="val 1704785"/>
                  <a:gd name="f59" fmla="val 2733485"/>
                  <a:gd name="f60" fmla="val 1756220"/>
                  <a:gd name="f61" fmla="val 2743772"/>
                  <a:gd name="f62" fmla="val 1800320"/>
                  <a:gd name="f63" fmla="val 2752630"/>
                  <a:gd name="f64" fmla="val 1844612"/>
                  <a:gd name="f65" fmla="val 2760250"/>
                  <a:gd name="f66" fmla="val 1889189"/>
                  <a:gd name="f67" fmla="val 2765965"/>
                  <a:gd name="f68" fmla="val 1928622"/>
                  <a:gd name="f69" fmla="val 2771013"/>
                  <a:gd name="f70" fmla="val 1968437"/>
                  <a:gd name="f71" fmla="val 2773299"/>
                  <a:gd name="f72" fmla="val 2007394"/>
                  <a:gd name="f73" fmla="val 2073878"/>
                  <a:gd name="f74" fmla="val 2753487"/>
                  <a:gd name="f75" fmla="val 2130647"/>
                  <a:gd name="f76" fmla="val 2712911"/>
                  <a:gd name="f77" fmla="val 2184654"/>
                  <a:gd name="f78" fmla="val 2671763"/>
                  <a:gd name="f79" fmla="val 2245900"/>
                  <a:gd name="f80" fmla="val 2625090"/>
                  <a:gd name="f81" fmla="val 2304002"/>
                  <a:gd name="f82" fmla="val 2573465"/>
                  <a:gd name="f83" fmla="val 2372773"/>
                  <a:gd name="f84" fmla="val 2538984"/>
                  <a:gd name="f85" fmla="val 2394395"/>
                  <a:gd name="f86" fmla="val 2528126"/>
                  <a:gd name="f87" fmla="val 2416874"/>
                  <a:gd name="f88" fmla="val 2518982"/>
                  <a:gd name="f89" fmla="val 2439543"/>
                  <a:gd name="f90" fmla="val 2510504"/>
                  <a:gd name="f91" fmla="val 2509552"/>
                  <a:gd name="f92" fmla="val 2484215"/>
                  <a:gd name="f93" fmla="val 2580037"/>
                  <a:gd name="f94" fmla="val 2459450"/>
                  <a:gd name="f95" fmla="val 2650617"/>
                  <a:gd name="f96" fmla="val 2434781"/>
                  <a:gd name="f97" fmla="val 2695956"/>
                  <a:gd name="f98" fmla="val 2418874"/>
                  <a:gd name="f99" fmla="val 2741295"/>
                  <a:gd name="f100" fmla="val 2402872"/>
                  <a:gd name="f101" fmla="val 2785110"/>
                  <a:gd name="f102" fmla="val 2383060"/>
                  <a:gd name="f103" fmla="val 2824448"/>
                  <a:gd name="f104" fmla="val 2365248"/>
                  <a:gd name="f105" fmla="val 2862358"/>
                  <a:gd name="f106" fmla="val 2344198"/>
                  <a:gd name="f107" fmla="val 2897315"/>
                  <a:gd name="f108" fmla="val 2318861"/>
                  <a:gd name="f109" fmla="val 2934367"/>
                  <a:gd name="f110" fmla="val 2292096"/>
                  <a:gd name="f111" fmla="val 2968085"/>
                  <a:gd name="f112" fmla="val 2260854"/>
                  <a:gd name="f113" fmla="val 2997994"/>
                  <a:gd name="f114" fmla="val 2226183"/>
                  <a:gd name="f115" fmla="val 3020949"/>
                  <a:gd name="f116" fmla="val 2199513"/>
                  <a:gd name="f117" fmla="val 3041714"/>
                  <a:gd name="f118" fmla="val 2170938"/>
                  <a:gd name="f119" fmla="val 3061240"/>
                  <a:gd name="f120" fmla="val 2141506"/>
                  <a:gd name="f121" fmla="val 3091529"/>
                  <a:gd name="f122" fmla="val 2095976"/>
                  <a:gd name="f123" fmla="val 3119533"/>
                  <a:gd name="f124" fmla="val 2049018"/>
                  <a:gd name="f125" fmla="val 3152108"/>
                  <a:gd name="f126" fmla="val 2005203"/>
                  <a:gd name="f127" fmla="val 3188113"/>
                  <a:gd name="f128" fmla="val 1956626"/>
                  <a:gd name="f129" fmla="val 3229261"/>
                  <a:gd name="f130" fmla="val 1912144"/>
                  <a:gd name="f131" fmla="val 3274124"/>
                  <a:gd name="f132" fmla="val 1871567"/>
                  <a:gd name="f133" fmla="val 3311747"/>
                  <a:gd name="f134" fmla="val 1837563"/>
                  <a:gd name="f135" fmla="val 3351848"/>
                  <a:gd name="f136" fmla="val 1806321"/>
                  <a:gd name="f137" fmla="val 3388138"/>
                  <a:gd name="f138" fmla="val 1770888"/>
                  <a:gd name="f139" fmla="val 3416999"/>
                  <a:gd name="f140" fmla="val 1742694"/>
                  <a:gd name="f141" fmla="val 3443002"/>
                  <a:gd name="f142" fmla="val 1711833"/>
                  <a:gd name="f143" fmla="val 3466529"/>
                  <a:gd name="f144" fmla="val 1679162"/>
                  <a:gd name="f145" fmla="val 3495008"/>
                  <a:gd name="f146" fmla="val 1639348"/>
                  <a:gd name="f147" fmla="val 3519392"/>
                  <a:gd name="f148" fmla="val 1596771"/>
                  <a:gd name="f149" fmla="val 3538633"/>
                  <a:gd name="f150" fmla="val 1551718"/>
                  <a:gd name="f151" fmla="val 3562731"/>
                  <a:gd name="f152" fmla="val 1495616"/>
                  <a:gd name="f153" fmla="val 3578924"/>
                  <a:gd name="f154" fmla="val 1436465"/>
                  <a:gd name="f155" fmla="val 3588544"/>
                  <a:gd name="f156" fmla="val 1376172"/>
                  <a:gd name="f157" fmla="val 3592925"/>
                  <a:gd name="f158" fmla="val 1348740"/>
                  <a:gd name="f159" fmla="val 3595688"/>
                  <a:gd name="f160" fmla="val 1321022"/>
                  <a:gd name="f161" fmla="val 3597402"/>
                  <a:gd name="f162" fmla="val 1293305"/>
                  <a:gd name="f163" fmla="val 3605974"/>
                  <a:gd name="f164" fmla="val 1155859"/>
                  <a:gd name="f165" fmla="val 3717703"/>
                  <a:gd name="f166" fmla="val 1018127"/>
                  <a:gd name="f167" fmla="val 3721227"/>
                  <a:gd name="f168" fmla="val 880491"/>
                  <a:gd name="f169" fmla="val 3724751"/>
                  <a:gd name="f170" fmla="val 740855"/>
                  <a:gd name="f171" fmla="val 3743135"/>
                  <a:gd name="f172" fmla="val 602171"/>
                  <a:gd name="f173" fmla="val 3761137"/>
                  <a:gd name="f174" fmla="val 463677"/>
                  <a:gd name="f175" fmla="val 3776186"/>
                  <a:gd name="f176" fmla="val 347758"/>
                  <a:gd name="f177" fmla="val 3934968"/>
                  <a:gd name="f178" fmla="val 116205"/>
                  <a:gd name="f179" fmla="+- 0 0 -90"/>
                  <a:gd name="f180" fmla="*/ f3 1 3946874"/>
                  <a:gd name="f181" fmla="*/ f4 1 3989641"/>
                  <a:gd name="f182" fmla="+- f7 0 f5"/>
                  <a:gd name="f183" fmla="+- f6 0 f5"/>
                  <a:gd name="f184" fmla="*/ f179 f0 1"/>
                  <a:gd name="f185" fmla="*/ f183 1 3946874"/>
                  <a:gd name="f186" fmla="*/ f182 1 3989641"/>
                  <a:gd name="f187" fmla="*/ 0 f183 1"/>
                  <a:gd name="f188" fmla="*/ 3989641 f182 1"/>
                  <a:gd name="f189" fmla="*/ 79439 f183 1"/>
                  <a:gd name="f190" fmla="*/ 3891153 f182 1"/>
                  <a:gd name="f191" fmla="*/ 297371 f183 1"/>
                  <a:gd name="f192" fmla="*/ 3626930 f182 1"/>
                  <a:gd name="f193" fmla="*/ 454343 f183 1"/>
                  <a:gd name="f194" fmla="*/ 3440335 f182 1"/>
                  <a:gd name="f195" fmla="*/ 622363 f183 1"/>
                  <a:gd name="f196" fmla="*/ 3290697 f182 1"/>
                  <a:gd name="f197" fmla="*/ 927068 f183 1"/>
                  <a:gd name="f198" fmla="*/ 3087434 f182 1"/>
                  <a:gd name="f199" fmla="*/ 1176338 f183 1"/>
                  <a:gd name="f200" fmla="*/ 2915603 f182 1"/>
                  <a:gd name="f201" fmla="*/ 1394270 f183 1"/>
                  <a:gd name="f202" fmla="*/ 2780729 f182 1"/>
                  <a:gd name="f203" fmla="*/ 1601057 f183 1"/>
                  <a:gd name="f204" fmla="*/ 2723483 f182 1"/>
                  <a:gd name="f205" fmla="*/ 1756220 f183 1"/>
                  <a:gd name="f206" fmla="*/ 2743772 f182 1"/>
                  <a:gd name="f207" fmla="*/ 1889189 f183 1"/>
                  <a:gd name="f208" fmla="*/ 2765965 f182 1"/>
                  <a:gd name="f209" fmla="*/ 2007394 f183 1"/>
                  <a:gd name="f210" fmla="*/ 2184654 f183 1"/>
                  <a:gd name="f211" fmla="*/ 2671763 f182 1"/>
                  <a:gd name="f212" fmla="*/ 2372773 f183 1"/>
                  <a:gd name="f213" fmla="*/ 2538984 f182 1"/>
                  <a:gd name="f214" fmla="*/ 2439543 f183 1"/>
                  <a:gd name="f215" fmla="*/ 2510504 f182 1"/>
                  <a:gd name="f216" fmla="*/ 2650617 f183 1"/>
                  <a:gd name="f217" fmla="*/ 2434781 f182 1"/>
                  <a:gd name="f218" fmla="*/ 2785110 f183 1"/>
                  <a:gd name="f219" fmla="*/ 2383060 f182 1"/>
                  <a:gd name="f220" fmla="*/ 2897315 f183 1"/>
                  <a:gd name="f221" fmla="*/ 2318861 f182 1"/>
                  <a:gd name="f222" fmla="*/ 2997994 f183 1"/>
                  <a:gd name="f223" fmla="*/ 2226183 f182 1"/>
                  <a:gd name="f224" fmla="*/ 3061240 f183 1"/>
                  <a:gd name="f225" fmla="*/ 2141506 f182 1"/>
                  <a:gd name="f226" fmla="*/ 3152108 f183 1"/>
                  <a:gd name="f227" fmla="*/ 2005203 f182 1"/>
                  <a:gd name="f228" fmla="*/ 3274124 f183 1"/>
                  <a:gd name="f229" fmla="*/ 1871567 f182 1"/>
                  <a:gd name="f230" fmla="*/ 3388138 f183 1"/>
                  <a:gd name="f231" fmla="*/ 1770888 f182 1"/>
                  <a:gd name="f232" fmla="*/ 3466529 f183 1"/>
                  <a:gd name="f233" fmla="*/ 1679162 f182 1"/>
                  <a:gd name="f234" fmla="*/ 3538633 f183 1"/>
                  <a:gd name="f235" fmla="*/ 1551718 f182 1"/>
                  <a:gd name="f236" fmla="*/ 3588544 f183 1"/>
                  <a:gd name="f237" fmla="*/ 1376172 f182 1"/>
                  <a:gd name="f238" fmla="*/ 3597402 f183 1"/>
                  <a:gd name="f239" fmla="*/ 1293305 f182 1"/>
                  <a:gd name="f240" fmla="*/ 3721227 f183 1"/>
                  <a:gd name="f241" fmla="*/ 880491 f182 1"/>
                  <a:gd name="f242" fmla="*/ 3761137 f183 1"/>
                  <a:gd name="f243" fmla="*/ 463677 f182 1"/>
                  <a:gd name="f244" fmla="*/ 3946874 f183 1"/>
                  <a:gd name="f245" fmla="*/ 0 f182 1"/>
                  <a:gd name="f246" fmla="*/ f184 1 f2"/>
                  <a:gd name="f247" fmla="*/ f187 1 3946874"/>
                  <a:gd name="f248" fmla="*/ f188 1 3989641"/>
                  <a:gd name="f249" fmla="*/ f189 1 3946874"/>
                  <a:gd name="f250" fmla="*/ f190 1 3989641"/>
                  <a:gd name="f251" fmla="*/ f191 1 3946874"/>
                  <a:gd name="f252" fmla="*/ f192 1 3989641"/>
                  <a:gd name="f253" fmla="*/ f193 1 3946874"/>
                  <a:gd name="f254" fmla="*/ f194 1 3989641"/>
                  <a:gd name="f255" fmla="*/ f195 1 3946874"/>
                  <a:gd name="f256" fmla="*/ f196 1 3989641"/>
                  <a:gd name="f257" fmla="*/ f197 1 3946874"/>
                  <a:gd name="f258" fmla="*/ f198 1 3989641"/>
                  <a:gd name="f259" fmla="*/ f199 1 3946874"/>
                  <a:gd name="f260" fmla="*/ f200 1 3989641"/>
                  <a:gd name="f261" fmla="*/ f201 1 3946874"/>
                  <a:gd name="f262" fmla="*/ f202 1 3989641"/>
                  <a:gd name="f263" fmla="*/ f203 1 3946874"/>
                  <a:gd name="f264" fmla="*/ f204 1 3989641"/>
                  <a:gd name="f265" fmla="*/ f205 1 3946874"/>
                  <a:gd name="f266" fmla="*/ f206 1 3989641"/>
                  <a:gd name="f267" fmla="*/ f207 1 3946874"/>
                  <a:gd name="f268" fmla="*/ f208 1 3989641"/>
                  <a:gd name="f269" fmla="*/ f209 1 3946874"/>
                  <a:gd name="f270" fmla="*/ f210 1 3946874"/>
                  <a:gd name="f271" fmla="*/ f211 1 3989641"/>
                  <a:gd name="f272" fmla="*/ f212 1 3946874"/>
                  <a:gd name="f273" fmla="*/ f213 1 3989641"/>
                  <a:gd name="f274" fmla="*/ f214 1 3946874"/>
                  <a:gd name="f275" fmla="*/ f215 1 3989641"/>
                  <a:gd name="f276" fmla="*/ f216 1 3946874"/>
                  <a:gd name="f277" fmla="*/ f217 1 3989641"/>
                  <a:gd name="f278" fmla="*/ f218 1 3946874"/>
                  <a:gd name="f279" fmla="*/ f219 1 3989641"/>
                  <a:gd name="f280" fmla="*/ f220 1 3946874"/>
                  <a:gd name="f281" fmla="*/ f221 1 3989641"/>
                  <a:gd name="f282" fmla="*/ f222 1 3946874"/>
                  <a:gd name="f283" fmla="*/ f223 1 3989641"/>
                  <a:gd name="f284" fmla="*/ f224 1 3946874"/>
                  <a:gd name="f285" fmla="*/ f225 1 3989641"/>
                  <a:gd name="f286" fmla="*/ f226 1 3946874"/>
                  <a:gd name="f287" fmla="*/ f227 1 3989641"/>
                  <a:gd name="f288" fmla="*/ f228 1 3946874"/>
                  <a:gd name="f289" fmla="*/ f229 1 3989641"/>
                  <a:gd name="f290" fmla="*/ f230 1 3946874"/>
                  <a:gd name="f291" fmla="*/ f231 1 3989641"/>
                  <a:gd name="f292" fmla="*/ f232 1 3946874"/>
                  <a:gd name="f293" fmla="*/ f233 1 3989641"/>
                  <a:gd name="f294" fmla="*/ f234 1 3946874"/>
                  <a:gd name="f295" fmla="*/ f235 1 3989641"/>
                  <a:gd name="f296" fmla="*/ f236 1 3946874"/>
                  <a:gd name="f297" fmla="*/ f237 1 3989641"/>
                  <a:gd name="f298" fmla="*/ f238 1 3946874"/>
                  <a:gd name="f299" fmla="*/ f239 1 3989641"/>
                  <a:gd name="f300" fmla="*/ f240 1 3946874"/>
                  <a:gd name="f301" fmla="*/ f241 1 3989641"/>
                  <a:gd name="f302" fmla="*/ f242 1 3946874"/>
                  <a:gd name="f303" fmla="*/ f243 1 3989641"/>
                  <a:gd name="f304" fmla="*/ f244 1 3946874"/>
                  <a:gd name="f305" fmla="*/ f245 1 3989641"/>
                  <a:gd name="f306" fmla="*/ f5 1 f185"/>
                  <a:gd name="f307" fmla="*/ f6 1 f185"/>
                  <a:gd name="f308" fmla="*/ f5 1 f186"/>
                  <a:gd name="f309" fmla="*/ f7 1 f186"/>
                  <a:gd name="f310" fmla="+- f246 0 f1"/>
                  <a:gd name="f311" fmla="*/ f247 1 f185"/>
                  <a:gd name="f312" fmla="*/ f248 1 f186"/>
                  <a:gd name="f313" fmla="*/ f249 1 f185"/>
                  <a:gd name="f314" fmla="*/ f250 1 f186"/>
                  <a:gd name="f315" fmla="*/ f251 1 f185"/>
                  <a:gd name="f316" fmla="*/ f252 1 f186"/>
                  <a:gd name="f317" fmla="*/ f253 1 f185"/>
                  <a:gd name="f318" fmla="*/ f254 1 f186"/>
                  <a:gd name="f319" fmla="*/ f255 1 f185"/>
                  <a:gd name="f320" fmla="*/ f256 1 f186"/>
                  <a:gd name="f321" fmla="*/ f257 1 f185"/>
                  <a:gd name="f322" fmla="*/ f258 1 f186"/>
                  <a:gd name="f323" fmla="*/ f259 1 f185"/>
                  <a:gd name="f324" fmla="*/ f260 1 f186"/>
                  <a:gd name="f325" fmla="*/ f261 1 f185"/>
                  <a:gd name="f326" fmla="*/ f262 1 f186"/>
                  <a:gd name="f327" fmla="*/ f263 1 f185"/>
                  <a:gd name="f328" fmla="*/ f264 1 f186"/>
                  <a:gd name="f329" fmla="*/ f265 1 f185"/>
                  <a:gd name="f330" fmla="*/ f266 1 f186"/>
                  <a:gd name="f331" fmla="*/ f267 1 f185"/>
                  <a:gd name="f332" fmla="*/ f268 1 f186"/>
                  <a:gd name="f333" fmla="*/ f269 1 f185"/>
                  <a:gd name="f334" fmla="*/ f270 1 f185"/>
                  <a:gd name="f335" fmla="*/ f271 1 f186"/>
                  <a:gd name="f336" fmla="*/ f272 1 f185"/>
                  <a:gd name="f337" fmla="*/ f273 1 f186"/>
                  <a:gd name="f338" fmla="*/ f274 1 f185"/>
                  <a:gd name="f339" fmla="*/ f275 1 f186"/>
                  <a:gd name="f340" fmla="*/ f276 1 f185"/>
                  <a:gd name="f341" fmla="*/ f277 1 f186"/>
                  <a:gd name="f342" fmla="*/ f278 1 f185"/>
                  <a:gd name="f343" fmla="*/ f279 1 f186"/>
                  <a:gd name="f344" fmla="*/ f280 1 f185"/>
                  <a:gd name="f345" fmla="*/ f281 1 f186"/>
                  <a:gd name="f346" fmla="*/ f282 1 f185"/>
                  <a:gd name="f347" fmla="*/ f283 1 f186"/>
                  <a:gd name="f348" fmla="*/ f284 1 f185"/>
                  <a:gd name="f349" fmla="*/ f285 1 f186"/>
                  <a:gd name="f350" fmla="*/ f286 1 f185"/>
                  <a:gd name="f351" fmla="*/ f287 1 f186"/>
                  <a:gd name="f352" fmla="*/ f288 1 f185"/>
                  <a:gd name="f353" fmla="*/ f289 1 f186"/>
                  <a:gd name="f354" fmla="*/ f290 1 f185"/>
                  <a:gd name="f355" fmla="*/ f291 1 f186"/>
                  <a:gd name="f356" fmla="*/ f292 1 f185"/>
                  <a:gd name="f357" fmla="*/ f293 1 f186"/>
                  <a:gd name="f358" fmla="*/ f294 1 f185"/>
                  <a:gd name="f359" fmla="*/ f295 1 f186"/>
                  <a:gd name="f360" fmla="*/ f296 1 f185"/>
                  <a:gd name="f361" fmla="*/ f297 1 f186"/>
                  <a:gd name="f362" fmla="*/ f298 1 f185"/>
                  <a:gd name="f363" fmla="*/ f299 1 f186"/>
                  <a:gd name="f364" fmla="*/ f300 1 f185"/>
                  <a:gd name="f365" fmla="*/ f301 1 f186"/>
                  <a:gd name="f366" fmla="*/ f302 1 f185"/>
                  <a:gd name="f367" fmla="*/ f303 1 f186"/>
                  <a:gd name="f368" fmla="*/ f304 1 f185"/>
                  <a:gd name="f369" fmla="*/ f305 1 f186"/>
                  <a:gd name="f370" fmla="*/ f306 f180 1"/>
                  <a:gd name="f371" fmla="*/ f307 f180 1"/>
                  <a:gd name="f372" fmla="*/ f309 f181 1"/>
                  <a:gd name="f373" fmla="*/ f308 f181 1"/>
                  <a:gd name="f374" fmla="*/ f311 f180 1"/>
                  <a:gd name="f375" fmla="*/ f312 f181 1"/>
                  <a:gd name="f376" fmla="*/ f313 f180 1"/>
                  <a:gd name="f377" fmla="*/ f314 f181 1"/>
                  <a:gd name="f378" fmla="*/ f315 f180 1"/>
                  <a:gd name="f379" fmla="*/ f316 f181 1"/>
                  <a:gd name="f380" fmla="*/ f317 f180 1"/>
                  <a:gd name="f381" fmla="*/ f318 f181 1"/>
                  <a:gd name="f382" fmla="*/ f319 f180 1"/>
                  <a:gd name="f383" fmla="*/ f320 f181 1"/>
                  <a:gd name="f384" fmla="*/ f321 f180 1"/>
                  <a:gd name="f385" fmla="*/ f322 f181 1"/>
                  <a:gd name="f386" fmla="*/ f323 f180 1"/>
                  <a:gd name="f387" fmla="*/ f324 f181 1"/>
                  <a:gd name="f388" fmla="*/ f325 f180 1"/>
                  <a:gd name="f389" fmla="*/ f326 f181 1"/>
                  <a:gd name="f390" fmla="*/ f327 f180 1"/>
                  <a:gd name="f391" fmla="*/ f328 f181 1"/>
                  <a:gd name="f392" fmla="*/ f329 f180 1"/>
                  <a:gd name="f393" fmla="*/ f330 f181 1"/>
                  <a:gd name="f394" fmla="*/ f331 f180 1"/>
                  <a:gd name="f395" fmla="*/ f332 f181 1"/>
                  <a:gd name="f396" fmla="*/ f333 f180 1"/>
                  <a:gd name="f397" fmla="*/ f334 f180 1"/>
                  <a:gd name="f398" fmla="*/ f335 f181 1"/>
                  <a:gd name="f399" fmla="*/ f336 f180 1"/>
                  <a:gd name="f400" fmla="*/ f337 f181 1"/>
                  <a:gd name="f401" fmla="*/ f338 f180 1"/>
                  <a:gd name="f402" fmla="*/ f339 f181 1"/>
                  <a:gd name="f403" fmla="*/ f340 f180 1"/>
                  <a:gd name="f404" fmla="*/ f341 f181 1"/>
                  <a:gd name="f405" fmla="*/ f342 f180 1"/>
                  <a:gd name="f406" fmla="*/ f343 f181 1"/>
                  <a:gd name="f407" fmla="*/ f344 f180 1"/>
                  <a:gd name="f408" fmla="*/ f345 f181 1"/>
                  <a:gd name="f409" fmla="*/ f346 f180 1"/>
                  <a:gd name="f410" fmla="*/ f347 f181 1"/>
                  <a:gd name="f411" fmla="*/ f348 f180 1"/>
                  <a:gd name="f412" fmla="*/ f349 f181 1"/>
                  <a:gd name="f413" fmla="*/ f350 f180 1"/>
                  <a:gd name="f414" fmla="*/ f351 f181 1"/>
                  <a:gd name="f415" fmla="*/ f352 f180 1"/>
                  <a:gd name="f416" fmla="*/ f353 f181 1"/>
                  <a:gd name="f417" fmla="*/ f354 f180 1"/>
                  <a:gd name="f418" fmla="*/ f355 f181 1"/>
                  <a:gd name="f419" fmla="*/ f356 f180 1"/>
                  <a:gd name="f420" fmla="*/ f357 f181 1"/>
                  <a:gd name="f421" fmla="*/ f358 f180 1"/>
                  <a:gd name="f422" fmla="*/ f359 f181 1"/>
                  <a:gd name="f423" fmla="*/ f360 f180 1"/>
                  <a:gd name="f424" fmla="*/ f361 f181 1"/>
                  <a:gd name="f425" fmla="*/ f362 f180 1"/>
                  <a:gd name="f426" fmla="*/ f363 f181 1"/>
                  <a:gd name="f427" fmla="*/ f364 f180 1"/>
                  <a:gd name="f428" fmla="*/ f365 f181 1"/>
                  <a:gd name="f429" fmla="*/ f366 f180 1"/>
                  <a:gd name="f430" fmla="*/ f367 f181 1"/>
                  <a:gd name="f431" fmla="*/ f368 f180 1"/>
                  <a:gd name="f432" fmla="*/ f369 f181 1"/>
                </a:gdLst>
                <a:ahLst/>
                <a:cxnLst>
                  <a:cxn ang="3cd4">
                    <a:pos x="hc" y="t"/>
                  </a:cxn>
                  <a:cxn ang="0">
                    <a:pos x="r" y="vc"/>
                  </a:cxn>
                  <a:cxn ang="cd4">
                    <a:pos x="hc" y="b"/>
                  </a:cxn>
                  <a:cxn ang="cd2">
                    <a:pos x="l" y="vc"/>
                  </a:cxn>
                  <a:cxn ang="f310">
                    <a:pos x="f374" y="f375"/>
                  </a:cxn>
                  <a:cxn ang="f310">
                    <a:pos x="f376" y="f377"/>
                  </a:cxn>
                  <a:cxn ang="f310">
                    <a:pos x="f378" y="f379"/>
                  </a:cxn>
                  <a:cxn ang="f310">
                    <a:pos x="f380" y="f381"/>
                  </a:cxn>
                  <a:cxn ang="f310">
                    <a:pos x="f382" y="f383"/>
                  </a:cxn>
                  <a:cxn ang="f310">
                    <a:pos x="f384" y="f385"/>
                  </a:cxn>
                  <a:cxn ang="f310">
                    <a:pos x="f386" y="f387"/>
                  </a:cxn>
                  <a:cxn ang="f310">
                    <a:pos x="f388" y="f389"/>
                  </a:cxn>
                  <a:cxn ang="f310">
                    <a:pos x="f390" y="f391"/>
                  </a:cxn>
                  <a:cxn ang="f310">
                    <a:pos x="f392" y="f393"/>
                  </a:cxn>
                  <a:cxn ang="f310">
                    <a:pos x="f394" y="f395"/>
                  </a:cxn>
                  <a:cxn ang="f310">
                    <a:pos x="f396" y="f395"/>
                  </a:cxn>
                  <a:cxn ang="f310">
                    <a:pos x="f397" y="f398"/>
                  </a:cxn>
                  <a:cxn ang="f310">
                    <a:pos x="f399" y="f400"/>
                  </a:cxn>
                  <a:cxn ang="f310">
                    <a:pos x="f401" y="f402"/>
                  </a:cxn>
                  <a:cxn ang="f310">
                    <a:pos x="f403" y="f404"/>
                  </a:cxn>
                  <a:cxn ang="f310">
                    <a:pos x="f405" y="f406"/>
                  </a:cxn>
                  <a:cxn ang="f310">
                    <a:pos x="f407" y="f408"/>
                  </a:cxn>
                  <a:cxn ang="f310">
                    <a:pos x="f409" y="f410"/>
                  </a:cxn>
                  <a:cxn ang="f310">
                    <a:pos x="f411" y="f412"/>
                  </a:cxn>
                  <a:cxn ang="f310">
                    <a:pos x="f413" y="f414"/>
                  </a:cxn>
                  <a:cxn ang="f310">
                    <a:pos x="f415" y="f416"/>
                  </a:cxn>
                  <a:cxn ang="f310">
                    <a:pos x="f417" y="f418"/>
                  </a:cxn>
                  <a:cxn ang="f310">
                    <a:pos x="f419" y="f420"/>
                  </a:cxn>
                  <a:cxn ang="f310">
                    <a:pos x="f421" y="f422"/>
                  </a:cxn>
                  <a:cxn ang="f310">
                    <a:pos x="f423" y="f424"/>
                  </a:cxn>
                  <a:cxn ang="f310">
                    <a:pos x="f425" y="f426"/>
                  </a:cxn>
                  <a:cxn ang="f310">
                    <a:pos x="f427" y="f428"/>
                  </a:cxn>
                  <a:cxn ang="f310">
                    <a:pos x="f429" y="f430"/>
                  </a:cxn>
                  <a:cxn ang="f310">
                    <a:pos x="f431" y="f432"/>
                  </a:cxn>
                </a:cxnLst>
                <a:rect l="f370" t="f373" r="f371" b="f372"/>
                <a:pathLst>
                  <a:path w="3946874" h="3989641">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67"/>
                    </a:cubicBezTo>
                    <a:cubicBezTo>
                      <a:pt x="f73" y="f74"/>
                      <a:pt x="f75" y="f76"/>
                      <a:pt x="f77" y="f78"/>
                    </a:cubicBezTo>
                    <a:cubicBezTo>
                      <a:pt x="f79" y="f80"/>
                      <a:pt x="f81" y="f82"/>
                      <a:pt x="f83" y="f84"/>
                    </a:cubicBezTo>
                    <a:cubicBezTo>
                      <a:pt x="f85" y="f86"/>
                      <a:pt x="f87" y="f88"/>
                      <a:pt x="f89" y="f90"/>
                    </a:cubicBezTo>
                    <a:cubicBezTo>
                      <a:pt x="f91" y="f92"/>
                      <a:pt x="f93" y="f94"/>
                      <a:pt x="f95" y="f96"/>
                    </a:cubicBezTo>
                    <a:cubicBezTo>
                      <a:pt x="f97" y="f98"/>
                      <a:pt x="f99" y="f100"/>
                      <a:pt x="f101" y="f102"/>
                    </a:cubicBezTo>
                    <a:cubicBezTo>
                      <a:pt x="f103" y="f104"/>
                      <a:pt x="f105" y="f106"/>
                      <a:pt x="f107" y="f108"/>
                    </a:cubicBezTo>
                    <a:cubicBezTo>
                      <a:pt x="f109" y="f110"/>
                      <a:pt x="f111" y="f112"/>
                      <a:pt x="f113" y="f114"/>
                    </a:cubicBezTo>
                    <a:cubicBezTo>
                      <a:pt x="f115" y="f116"/>
                      <a:pt x="f117" y="f118"/>
                      <a:pt x="f119" y="f120"/>
                    </a:cubicBezTo>
                    <a:cubicBezTo>
                      <a:pt x="f121" y="f122"/>
                      <a:pt x="f123" y="f124"/>
                      <a:pt x="f125" y="f126"/>
                    </a:cubicBezTo>
                    <a:cubicBezTo>
                      <a:pt x="f127" y="f128"/>
                      <a:pt x="f129" y="f130"/>
                      <a:pt x="f131" y="f132"/>
                    </a:cubicBezTo>
                    <a:cubicBezTo>
                      <a:pt x="f133" y="f134"/>
                      <a:pt x="f135" y="f136"/>
                      <a:pt x="f137" y="f138"/>
                    </a:cubicBezTo>
                    <a:cubicBezTo>
                      <a:pt x="f139" y="f140"/>
                      <a:pt x="f141" y="f142"/>
                      <a:pt x="f143" y="f144"/>
                    </a:cubicBezTo>
                    <a:cubicBezTo>
                      <a:pt x="f145" y="f146"/>
                      <a:pt x="f147" y="f148"/>
                      <a:pt x="f149" y="f150"/>
                    </a:cubicBezTo>
                    <a:cubicBezTo>
                      <a:pt x="f151" y="f152"/>
                      <a:pt x="f153" y="f154"/>
                      <a:pt x="f155" y="f156"/>
                    </a:cubicBezTo>
                    <a:cubicBezTo>
                      <a:pt x="f157" y="f158"/>
                      <a:pt x="f159" y="f160"/>
                      <a:pt x="f161" y="f162"/>
                    </a:cubicBezTo>
                    <a:cubicBezTo>
                      <a:pt x="f163" y="f164"/>
                      <a:pt x="f165" y="f166"/>
                      <a:pt x="f167" y="f168"/>
                    </a:cubicBezTo>
                    <a:cubicBezTo>
                      <a:pt x="f169" y="f170"/>
                      <a:pt x="f171" y="f172"/>
                      <a:pt x="f173" y="f174"/>
                    </a:cubicBezTo>
                    <a:cubicBezTo>
                      <a:pt x="f175" y="f176"/>
                      <a:pt x="f177" y="f178"/>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0" name="Freeform: Shape 30">
                <a:extLst>
                  <a:ext uri="{FF2B5EF4-FFF2-40B4-BE49-F238E27FC236}">
                    <a16:creationId xmlns:a16="http://schemas.microsoft.com/office/drawing/2014/main" id="{65FCA1E9-2802-4821-8480-5739F7644732}"/>
                  </a:ext>
                </a:extLst>
              </p:cNvPr>
              <p:cNvSpPr/>
              <p:nvPr/>
            </p:nvSpPr>
            <p:spPr>
              <a:xfrm>
                <a:off x="8913232" y="4186123"/>
                <a:ext cx="3265441" cy="2668127"/>
              </a:xfrm>
              <a:custGeom>
                <a:avLst/>
                <a:gdLst>
                  <a:gd name="f0" fmla="val 10800000"/>
                  <a:gd name="f1" fmla="val 5400000"/>
                  <a:gd name="f2" fmla="val 180"/>
                  <a:gd name="f3" fmla="val w"/>
                  <a:gd name="f4" fmla="val h"/>
                  <a:gd name="f5" fmla="val 0"/>
                  <a:gd name="f6" fmla="val 3665410"/>
                  <a:gd name="f7" fmla="val 2985611"/>
                  <a:gd name="f8" fmla="val 86773"/>
                  <a:gd name="f9" fmla="val 2802827"/>
                  <a:gd name="f10" fmla="val 166211"/>
                  <a:gd name="f11" fmla="val 2699766"/>
                  <a:gd name="f12" fmla="val 240983"/>
                  <a:gd name="f13" fmla="val 2602706"/>
                  <a:gd name="f14" fmla="val 309182"/>
                  <a:gd name="f15" fmla="val 2500122"/>
                  <a:gd name="f16" fmla="val 397002"/>
                  <a:gd name="f17" fmla="val 2414969"/>
                  <a:gd name="f18" fmla="val 465296"/>
                  <a:gd name="f19" fmla="val 2348865"/>
                  <a:gd name="f20" fmla="val 543592"/>
                  <a:gd name="f21" fmla="val 2294477"/>
                  <a:gd name="f22" fmla="val 620173"/>
                  <a:gd name="f23" fmla="val 2237899"/>
                  <a:gd name="f24" fmla="val 688277"/>
                  <a:gd name="f25" fmla="val 2187607"/>
                  <a:gd name="f26" fmla="val 755333"/>
                  <a:gd name="f27" fmla="val 2135886"/>
                  <a:gd name="f28" fmla="val 823341"/>
                  <a:gd name="f29" fmla="val 2085499"/>
                  <a:gd name="f30" fmla="val 908685"/>
                  <a:gd name="f31" fmla="val 2022253"/>
                  <a:gd name="f32" fmla="val 994791"/>
                  <a:gd name="f33" fmla="val 1959197"/>
                  <a:gd name="f34" fmla="val 1089565"/>
                  <a:gd name="f35" fmla="val 1911477"/>
                  <a:gd name="f36" fmla="val 1107662"/>
                  <a:gd name="f37" fmla="val 1902428"/>
                  <a:gd name="f38" fmla="val 1126141"/>
                  <a:gd name="f39" fmla="val 1894141"/>
                  <a:gd name="f40" fmla="val 1145000"/>
                  <a:gd name="f41" fmla="val 1886807"/>
                  <a:gd name="f42" fmla="val 1218819"/>
                  <a:gd name="f43" fmla="val 1858232"/>
                  <a:gd name="f44" fmla="val 1296924"/>
                  <a:gd name="f45" fmla="val 1838611"/>
                  <a:gd name="f46" fmla="val 1375791"/>
                  <a:gd name="f47" fmla="val 1842135"/>
                  <a:gd name="f48" fmla="val 1413129"/>
                  <a:gd name="f49" fmla="val 1843754"/>
                  <a:gd name="f50" fmla="val 1449896"/>
                  <a:gd name="f51" fmla="val 1850422"/>
                  <a:gd name="f52" fmla="val 1486567"/>
                  <a:gd name="f53" fmla="val 1857566"/>
                  <a:gd name="f54" fmla="val 1513618"/>
                  <a:gd name="f55" fmla="val 1862804"/>
                  <a:gd name="f56" fmla="val 1540859"/>
                  <a:gd name="f57" fmla="val 1867376"/>
                  <a:gd name="f58" fmla="val 1568101"/>
                  <a:gd name="f59" fmla="val 1871377"/>
                  <a:gd name="f60" fmla="val 1648778"/>
                  <a:gd name="f61" fmla="val 1883188"/>
                  <a:gd name="f62" fmla="val 1730978"/>
                  <a:gd name="f63" fmla="val 1887665"/>
                  <a:gd name="f64" fmla="val 1810607"/>
                  <a:gd name="f65" fmla="val 1877854"/>
                  <a:gd name="f66" fmla="val 1857661"/>
                  <a:gd name="f67" fmla="val 1941100"/>
                  <a:gd name="f68" fmla="val 1829086"/>
                  <a:gd name="f69" fmla="val 1997964"/>
                  <a:gd name="f70" fmla="val 1790605"/>
                  <a:gd name="f71" fmla="val 2037302"/>
                  <a:gd name="f72" fmla="val 1764030"/>
                  <a:gd name="f73" fmla="val 2073497"/>
                  <a:gd name="f74" fmla="val 1733264"/>
                  <a:gd name="f75" fmla="val 2109883"/>
                  <a:gd name="f76" fmla="val 1702784"/>
                  <a:gd name="f77" fmla="val 2176367"/>
                  <a:gd name="f78" fmla="val 1647063"/>
                  <a:gd name="f79" fmla="val 2244852"/>
                  <a:gd name="f80" fmla="val 1593151"/>
                  <a:gd name="f81" fmla="val 2321433"/>
                  <a:gd name="f82" fmla="val 1552384"/>
                  <a:gd name="f83" fmla="val 2397157"/>
                  <a:gd name="f84" fmla="val 1512094"/>
                  <a:gd name="f85" fmla="val 2479548"/>
                  <a:gd name="f86" fmla="val 1486281"/>
                  <a:gd name="f87" fmla="val 2558891"/>
                  <a:gd name="f88" fmla="val 1453420"/>
                  <a:gd name="f89" fmla="val 2610898"/>
                  <a:gd name="f90" fmla="val 1431798"/>
                  <a:gd name="f91" fmla="val 2661571"/>
                  <a:gd name="f92" fmla="val 1407033"/>
                  <a:gd name="f93" fmla="val 2709767"/>
                  <a:gd name="f94" fmla="val 1377887"/>
                  <a:gd name="f95" fmla="val 2774252"/>
                  <a:gd name="f96" fmla="val 1338929"/>
                  <a:gd name="f97" fmla="val 2834069"/>
                  <a:gd name="f98" fmla="val 1292447"/>
                  <a:gd name="f99" fmla="val 2885408"/>
                  <a:gd name="f100" fmla="val 1237393"/>
                  <a:gd name="f101" fmla="val 2933605"/>
                  <a:gd name="f102" fmla="val 1185767"/>
                  <a:gd name="f103" fmla="val 2973324"/>
                  <a:gd name="f104" fmla="val 1127093"/>
                  <a:gd name="f105" fmla="val 3017711"/>
                  <a:gd name="f106" fmla="val 1072229"/>
                  <a:gd name="f107" fmla="val 3059811"/>
                  <a:gd name="f108" fmla="val 1020223"/>
                  <a:gd name="f109" fmla="val 3105912"/>
                  <a:gd name="f110" fmla="val 971645"/>
                  <a:gd name="f111" fmla="val 3150680"/>
                  <a:gd name="f112" fmla="val 921830"/>
                  <a:gd name="f113" fmla="val 3186113"/>
                  <a:gd name="f114" fmla="val 882396"/>
                  <a:gd name="f115" fmla="val 3220593"/>
                  <a:gd name="f116" fmla="val 842010"/>
                  <a:gd name="f117" fmla="val 3255169"/>
                  <a:gd name="f118" fmla="val 801815"/>
                  <a:gd name="f119" fmla="val 3284887"/>
                  <a:gd name="f120" fmla="val 767239"/>
                  <a:gd name="f121" fmla="val 3314605"/>
                  <a:gd name="f122" fmla="val 732473"/>
                  <a:gd name="f123" fmla="val 3339275"/>
                  <a:gd name="f124" fmla="val 694182"/>
                  <a:gd name="f125" fmla="val 3368707"/>
                  <a:gd name="f126" fmla="val 648367"/>
                  <a:gd name="f127" fmla="val 3390138"/>
                  <a:gd name="f128" fmla="val 597980"/>
                  <a:gd name="f129" fmla="val 3409188"/>
                  <a:gd name="f130" fmla="val 546926"/>
                  <a:gd name="f131" fmla="val 3433382"/>
                  <a:gd name="f132" fmla="val 482156"/>
                  <a:gd name="f133" fmla="val 3453384"/>
                  <a:gd name="f134" fmla="val 415861"/>
                  <a:gd name="f135" fmla="val 3464243"/>
                  <a:gd name="f136" fmla="val 347663"/>
                  <a:gd name="f137" fmla="val 3476244"/>
                  <a:gd name="f138" fmla="val 272224"/>
                  <a:gd name="f139" fmla="val 3661696"/>
                  <a:gd name="f140" fmla="val 76295"/>
                  <a:gd name="f141" fmla="val 3665411"/>
                  <a:gd name="f142" fmla="+- 0 0 -90"/>
                  <a:gd name="f143" fmla="*/ f3 1 3665410"/>
                  <a:gd name="f144" fmla="*/ f4 1 2985611"/>
                  <a:gd name="f145" fmla="+- f7 0 f5"/>
                  <a:gd name="f146" fmla="+- f6 0 f5"/>
                  <a:gd name="f147" fmla="*/ f142 f0 1"/>
                  <a:gd name="f148" fmla="*/ f146 1 3665410"/>
                  <a:gd name="f149" fmla="*/ f145 1 2985611"/>
                  <a:gd name="f150" fmla="*/ 0 f146 1"/>
                  <a:gd name="f151" fmla="*/ 2985611 f145 1"/>
                  <a:gd name="f152" fmla="*/ 166211 f146 1"/>
                  <a:gd name="f153" fmla="*/ 2699766 f145 1"/>
                  <a:gd name="f154" fmla="*/ 397002 f146 1"/>
                  <a:gd name="f155" fmla="*/ 2414969 f145 1"/>
                  <a:gd name="f156" fmla="*/ 620173 f146 1"/>
                  <a:gd name="f157" fmla="*/ 2237899 f145 1"/>
                  <a:gd name="f158" fmla="*/ 823341 f146 1"/>
                  <a:gd name="f159" fmla="*/ 2085499 f145 1"/>
                  <a:gd name="f160" fmla="*/ 1089565 f146 1"/>
                  <a:gd name="f161" fmla="*/ 1911477 f145 1"/>
                  <a:gd name="f162" fmla="*/ 1145000 f146 1"/>
                  <a:gd name="f163" fmla="*/ 1886807 f145 1"/>
                  <a:gd name="f164" fmla="*/ 1375791 f146 1"/>
                  <a:gd name="f165" fmla="*/ 1842135 f145 1"/>
                  <a:gd name="f166" fmla="*/ 1486567 f146 1"/>
                  <a:gd name="f167" fmla="*/ 1857566 f145 1"/>
                  <a:gd name="f168" fmla="*/ 1568101 f146 1"/>
                  <a:gd name="f169" fmla="*/ 1871377 f145 1"/>
                  <a:gd name="f170" fmla="*/ 1810607 f146 1"/>
                  <a:gd name="f171" fmla="*/ 1997964 f146 1"/>
                  <a:gd name="f172" fmla="*/ 1790605 f145 1"/>
                  <a:gd name="f173" fmla="*/ 2109883 f146 1"/>
                  <a:gd name="f174" fmla="*/ 1702784 f145 1"/>
                  <a:gd name="f175" fmla="*/ 2321433 f146 1"/>
                  <a:gd name="f176" fmla="*/ 1552384 f145 1"/>
                  <a:gd name="f177" fmla="*/ 2558891 f146 1"/>
                  <a:gd name="f178" fmla="*/ 1453420 f145 1"/>
                  <a:gd name="f179" fmla="*/ 2709767 f146 1"/>
                  <a:gd name="f180" fmla="*/ 1377887 f145 1"/>
                  <a:gd name="f181" fmla="*/ 2885408 f146 1"/>
                  <a:gd name="f182" fmla="*/ 1237393 f145 1"/>
                  <a:gd name="f183" fmla="*/ 3017711 f146 1"/>
                  <a:gd name="f184" fmla="*/ 1072229 f145 1"/>
                  <a:gd name="f185" fmla="*/ 3150680 f146 1"/>
                  <a:gd name="f186" fmla="*/ 921830 f145 1"/>
                  <a:gd name="f187" fmla="*/ 3255169 f146 1"/>
                  <a:gd name="f188" fmla="*/ 801815 f145 1"/>
                  <a:gd name="f189" fmla="*/ 3339275 f146 1"/>
                  <a:gd name="f190" fmla="*/ 694182 f145 1"/>
                  <a:gd name="f191" fmla="*/ 3409188 f146 1"/>
                  <a:gd name="f192" fmla="*/ 546926 f145 1"/>
                  <a:gd name="f193" fmla="*/ 3464243 f146 1"/>
                  <a:gd name="f194" fmla="*/ 347663 f145 1"/>
                  <a:gd name="f195" fmla="*/ 3665411 f146 1"/>
                  <a:gd name="f196" fmla="*/ 0 f145 1"/>
                  <a:gd name="f197" fmla="*/ f147 1 f2"/>
                  <a:gd name="f198" fmla="*/ f150 1 3665410"/>
                  <a:gd name="f199" fmla="*/ f151 1 2985611"/>
                  <a:gd name="f200" fmla="*/ f152 1 3665410"/>
                  <a:gd name="f201" fmla="*/ f153 1 2985611"/>
                  <a:gd name="f202" fmla="*/ f154 1 3665410"/>
                  <a:gd name="f203" fmla="*/ f155 1 2985611"/>
                  <a:gd name="f204" fmla="*/ f156 1 3665410"/>
                  <a:gd name="f205" fmla="*/ f157 1 2985611"/>
                  <a:gd name="f206" fmla="*/ f158 1 3665410"/>
                  <a:gd name="f207" fmla="*/ f159 1 2985611"/>
                  <a:gd name="f208" fmla="*/ f160 1 3665410"/>
                  <a:gd name="f209" fmla="*/ f161 1 2985611"/>
                  <a:gd name="f210" fmla="*/ f162 1 3665410"/>
                  <a:gd name="f211" fmla="*/ f163 1 2985611"/>
                  <a:gd name="f212" fmla="*/ f164 1 3665410"/>
                  <a:gd name="f213" fmla="*/ f165 1 2985611"/>
                  <a:gd name="f214" fmla="*/ f166 1 3665410"/>
                  <a:gd name="f215" fmla="*/ f167 1 2985611"/>
                  <a:gd name="f216" fmla="*/ f168 1 3665410"/>
                  <a:gd name="f217" fmla="*/ f169 1 2985611"/>
                  <a:gd name="f218" fmla="*/ f170 1 3665410"/>
                  <a:gd name="f219" fmla="*/ f171 1 3665410"/>
                  <a:gd name="f220" fmla="*/ f172 1 2985611"/>
                  <a:gd name="f221" fmla="*/ f173 1 3665410"/>
                  <a:gd name="f222" fmla="*/ f174 1 2985611"/>
                  <a:gd name="f223" fmla="*/ f175 1 3665410"/>
                  <a:gd name="f224" fmla="*/ f176 1 2985611"/>
                  <a:gd name="f225" fmla="*/ f177 1 3665410"/>
                  <a:gd name="f226" fmla="*/ f178 1 2985611"/>
                  <a:gd name="f227" fmla="*/ f179 1 3665410"/>
                  <a:gd name="f228" fmla="*/ f180 1 2985611"/>
                  <a:gd name="f229" fmla="*/ f181 1 3665410"/>
                  <a:gd name="f230" fmla="*/ f182 1 2985611"/>
                  <a:gd name="f231" fmla="*/ f183 1 3665410"/>
                  <a:gd name="f232" fmla="*/ f184 1 2985611"/>
                  <a:gd name="f233" fmla="*/ f185 1 3665410"/>
                  <a:gd name="f234" fmla="*/ f186 1 2985611"/>
                  <a:gd name="f235" fmla="*/ f187 1 3665410"/>
                  <a:gd name="f236" fmla="*/ f188 1 2985611"/>
                  <a:gd name="f237" fmla="*/ f189 1 3665410"/>
                  <a:gd name="f238" fmla="*/ f190 1 2985611"/>
                  <a:gd name="f239" fmla="*/ f191 1 3665410"/>
                  <a:gd name="f240" fmla="*/ f192 1 2985611"/>
                  <a:gd name="f241" fmla="*/ f193 1 3665410"/>
                  <a:gd name="f242" fmla="*/ f194 1 2985611"/>
                  <a:gd name="f243" fmla="*/ f195 1 3665410"/>
                  <a:gd name="f244" fmla="*/ f196 1 2985611"/>
                  <a:gd name="f245" fmla="*/ f5 1 f148"/>
                  <a:gd name="f246" fmla="*/ f6 1 f148"/>
                  <a:gd name="f247" fmla="*/ f5 1 f149"/>
                  <a:gd name="f248" fmla="*/ f7 1 f149"/>
                  <a:gd name="f249" fmla="+- f197 0 f1"/>
                  <a:gd name="f250" fmla="*/ f198 1 f148"/>
                  <a:gd name="f251" fmla="*/ f199 1 f149"/>
                  <a:gd name="f252" fmla="*/ f200 1 f148"/>
                  <a:gd name="f253" fmla="*/ f201 1 f149"/>
                  <a:gd name="f254" fmla="*/ f202 1 f148"/>
                  <a:gd name="f255" fmla="*/ f203 1 f149"/>
                  <a:gd name="f256" fmla="*/ f204 1 f148"/>
                  <a:gd name="f257" fmla="*/ f205 1 f149"/>
                  <a:gd name="f258" fmla="*/ f206 1 f148"/>
                  <a:gd name="f259" fmla="*/ f207 1 f149"/>
                  <a:gd name="f260" fmla="*/ f208 1 f148"/>
                  <a:gd name="f261" fmla="*/ f209 1 f149"/>
                  <a:gd name="f262" fmla="*/ f210 1 f148"/>
                  <a:gd name="f263" fmla="*/ f211 1 f149"/>
                  <a:gd name="f264" fmla="*/ f212 1 f148"/>
                  <a:gd name="f265" fmla="*/ f213 1 f149"/>
                  <a:gd name="f266" fmla="*/ f214 1 f148"/>
                  <a:gd name="f267" fmla="*/ f215 1 f149"/>
                  <a:gd name="f268" fmla="*/ f216 1 f148"/>
                  <a:gd name="f269" fmla="*/ f217 1 f149"/>
                  <a:gd name="f270" fmla="*/ f218 1 f148"/>
                  <a:gd name="f271" fmla="*/ f219 1 f148"/>
                  <a:gd name="f272" fmla="*/ f220 1 f149"/>
                  <a:gd name="f273" fmla="*/ f221 1 f148"/>
                  <a:gd name="f274" fmla="*/ f222 1 f149"/>
                  <a:gd name="f275" fmla="*/ f223 1 f148"/>
                  <a:gd name="f276" fmla="*/ f224 1 f149"/>
                  <a:gd name="f277" fmla="*/ f225 1 f148"/>
                  <a:gd name="f278" fmla="*/ f226 1 f149"/>
                  <a:gd name="f279" fmla="*/ f227 1 f148"/>
                  <a:gd name="f280" fmla="*/ f228 1 f149"/>
                  <a:gd name="f281" fmla="*/ f229 1 f148"/>
                  <a:gd name="f282" fmla="*/ f230 1 f149"/>
                  <a:gd name="f283" fmla="*/ f231 1 f148"/>
                  <a:gd name="f284" fmla="*/ f232 1 f149"/>
                  <a:gd name="f285" fmla="*/ f233 1 f148"/>
                  <a:gd name="f286" fmla="*/ f234 1 f149"/>
                  <a:gd name="f287" fmla="*/ f235 1 f148"/>
                  <a:gd name="f288" fmla="*/ f236 1 f149"/>
                  <a:gd name="f289" fmla="*/ f237 1 f148"/>
                  <a:gd name="f290" fmla="*/ f238 1 f149"/>
                  <a:gd name="f291" fmla="*/ f239 1 f148"/>
                  <a:gd name="f292" fmla="*/ f240 1 f149"/>
                  <a:gd name="f293" fmla="*/ f241 1 f148"/>
                  <a:gd name="f294" fmla="*/ f242 1 f149"/>
                  <a:gd name="f295" fmla="*/ f243 1 f148"/>
                  <a:gd name="f296" fmla="*/ f244 1 f149"/>
                  <a:gd name="f297" fmla="*/ f245 f143 1"/>
                  <a:gd name="f298" fmla="*/ f246 f143 1"/>
                  <a:gd name="f299" fmla="*/ f248 f144 1"/>
                  <a:gd name="f300" fmla="*/ f247 f144 1"/>
                  <a:gd name="f301" fmla="*/ f250 f143 1"/>
                  <a:gd name="f302" fmla="*/ f251 f144 1"/>
                  <a:gd name="f303" fmla="*/ f252 f143 1"/>
                  <a:gd name="f304" fmla="*/ f253 f144 1"/>
                  <a:gd name="f305" fmla="*/ f254 f143 1"/>
                  <a:gd name="f306" fmla="*/ f255 f144 1"/>
                  <a:gd name="f307" fmla="*/ f256 f143 1"/>
                  <a:gd name="f308" fmla="*/ f257 f144 1"/>
                  <a:gd name="f309" fmla="*/ f258 f143 1"/>
                  <a:gd name="f310" fmla="*/ f259 f144 1"/>
                  <a:gd name="f311" fmla="*/ f260 f143 1"/>
                  <a:gd name="f312" fmla="*/ f261 f144 1"/>
                  <a:gd name="f313" fmla="*/ f262 f143 1"/>
                  <a:gd name="f314" fmla="*/ f263 f144 1"/>
                  <a:gd name="f315" fmla="*/ f264 f143 1"/>
                  <a:gd name="f316" fmla="*/ f265 f144 1"/>
                  <a:gd name="f317" fmla="*/ f266 f143 1"/>
                  <a:gd name="f318" fmla="*/ f267 f144 1"/>
                  <a:gd name="f319" fmla="*/ f268 f143 1"/>
                  <a:gd name="f320" fmla="*/ f269 f144 1"/>
                  <a:gd name="f321" fmla="*/ f270 f143 1"/>
                  <a:gd name="f322" fmla="*/ f271 f143 1"/>
                  <a:gd name="f323" fmla="*/ f272 f144 1"/>
                  <a:gd name="f324" fmla="*/ f273 f143 1"/>
                  <a:gd name="f325" fmla="*/ f274 f144 1"/>
                  <a:gd name="f326" fmla="*/ f275 f143 1"/>
                  <a:gd name="f327" fmla="*/ f276 f144 1"/>
                  <a:gd name="f328" fmla="*/ f277 f143 1"/>
                  <a:gd name="f329" fmla="*/ f278 f144 1"/>
                  <a:gd name="f330" fmla="*/ f279 f143 1"/>
                  <a:gd name="f331" fmla="*/ f280 f144 1"/>
                  <a:gd name="f332" fmla="*/ f281 f143 1"/>
                  <a:gd name="f333" fmla="*/ f282 f144 1"/>
                  <a:gd name="f334" fmla="*/ f283 f143 1"/>
                  <a:gd name="f335" fmla="*/ f284 f144 1"/>
                  <a:gd name="f336" fmla="*/ f285 f143 1"/>
                  <a:gd name="f337" fmla="*/ f286 f144 1"/>
                  <a:gd name="f338" fmla="*/ f287 f143 1"/>
                  <a:gd name="f339" fmla="*/ f288 f144 1"/>
                  <a:gd name="f340" fmla="*/ f289 f143 1"/>
                  <a:gd name="f341" fmla="*/ f290 f144 1"/>
                  <a:gd name="f342" fmla="*/ f291 f143 1"/>
                  <a:gd name="f343" fmla="*/ f292 f144 1"/>
                  <a:gd name="f344" fmla="*/ f293 f143 1"/>
                  <a:gd name="f345" fmla="*/ f294 f144 1"/>
                  <a:gd name="f346" fmla="*/ f295 f143 1"/>
                  <a:gd name="f347" fmla="*/ f296 f144 1"/>
                </a:gdLst>
                <a:ahLst/>
                <a:cxnLst>
                  <a:cxn ang="3cd4">
                    <a:pos x="hc" y="t"/>
                  </a:cxn>
                  <a:cxn ang="0">
                    <a:pos x="r" y="vc"/>
                  </a:cxn>
                  <a:cxn ang="cd4">
                    <a:pos x="hc" y="b"/>
                  </a:cxn>
                  <a:cxn ang="cd2">
                    <a:pos x="l" y="vc"/>
                  </a:cxn>
                  <a:cxn ang="f249">
                    <a:pos x="f301" y="f302"/>
                  </a:cxn>
                  <a:cxn ang="f249">
                    <a:pos x="f303" y="f304"/>
                  </a:cxn>
                  <a:cxn ang="f249">
                    <a:pos x="f305" y="f306"/>
                  </a:cxn>
                  <a:cxn ang="f249">
                    <a:pos x="f307" y="f308"/>
                  </a:cxn>
                  <a:cxn ang="f249">
                    <a:pos x="f309" y="f310"/>
                  </a:cxn>
                  <a:cxn ang="f249">
                    <a:pos x="f311" y="f312"/>
                  </a:cxn>
                  <a:cxn ang="f249">
                    <a:pos x="f313" y="f314"/>
                  </a:cxn>
                  <a:cxn ang="f249">
                    <a:pos x="f315" y="f316"/>
                  </a:cxn>
                  <a:cxn ang="f249">
                    <a:pos x="f317" y="f318"/>
                  </a:cxn>
                  <a:cxn ang="f249">
                    <a:pos x="f319" y="f320"/>
                  </a:cxn>
                  <a:cxn ang="f249">
                    <a:pos x="f321" y="f320"/>
                  </a:cxn>
                  <a:cxn ang="f249">
                    <a:pos x="f322" y="f323"/>
                  </a:cxn>
                  <a:cxn ang="f249">
                    <a:pos x="f324" y="f325"/>
                  </a:cxn>
                  <a:cxn ang="f249">
                    <a:pos x="f326" y="f327"/>
                  </a:cxn>
                  <a:cxn ang="f249">
                    <a:pos x="f328" y="f329"/>
                  </a:cxn>
                  <a:cxn ang="f249">
                    <a:pos x="f330" y="f331"/>
                  </a:cxn>
                  <a:cxn ang="f249">
                    <a:pos x="f332" y="f333"/>
                  </a:cxn>
                  <a:cxn ang="f249">
                    <a:pos x="f334" y="f335"/>
                  </a:cxn>
                  <a:cxn ang="f249">
                    <a:pos x="f336" y="f337"/>
                  </a:cxn>
                  <a:cxn ang="f249">
                    <a:pos x="f338" y="f339"/>
                  </a:cxn>
                  <a:cxn ang="f249">
                    <a:pos x="f340" y="f341"/>
                  </a:cxn>
                  <a:cxn ang="f249">
                    <a:pos x="f342" y="f343"/>
                  </a:cxn>
                  <a:cxn ang="f249">
                    <a:pos x="f344" y="f345"/>
                  </a:cxn>
                  <a:cxn ang="f249">
                    <a:pos x="f346" y="f347"/>
                  </a:cxn>
                </a:cxnLst>
                <a:rect l="f297" t="f300" r="f298" b="f299"/>
                <a:pathLst>
                  <a:path w="3665410" h="2985611">
                    <a:moveTo>
                      <a:pt x="f5" y="f7"/>
                    </a:moveTo>
                    <a:cubicBezTo>
                      <a:pt x="f5" y="f7"/>
                      <a:pt x="f8" y="f9"/>
                      <a:pt x="f10" y="f11"/>
                    </a:cubicBezTo>
                    <a:cubicBezTo>
                      <a:pt x="f12" y="f13"/>
                      <a:pt x="f14" y="f15"/>
                      <a:pt x="f16" y="f17"/>
                    </a:cubicBezTo>
                    <a:cubicBezTo>
                      <a:pt x="f18" y="f19"/>
                      <a:pt x="f20" y="f21"/>
                      <a:pt x="f22" y="f23"/>
                    </a:cubicBezTo>
                    <a:cubicBezTo>
                      <a:pt x="f24" y="f25"/>
                      <a:pt x="f26" y="f27"/>
                      <a:pt x="f28" y="f29"/>
                    </a:cubicBezTo>
                    <a:cubicBezTo>
                      <a:pt x="f30" y="f31"/>
                      <a:pt x="f32" y="f33"/>
                      <a:pt x="f34" y="f35"/>
                    </a:cubicBezTo>
                    <a:cubicBezTo>
                      <a:pt x="f36" y="f37"/>
                      <a:pt x="f38" y="f39"/>
                      <a:pt x="f40" y="f41"/>
                    </a:cubicBezTo>
                    <a:cubicBezTo>
                      <a:pt x="f42" y="f43"/>
                      <a:pt x="f44" y="f45"/>
                      <a:pt x="f46" y="f47"/>
                    </a:cubicBezTo>
                    <a:cubicBezTo>
                      <a:pt x="f48" y="f49"/>
                      <a:pt x="f50" y="f51"/>
                      <a:pt x="f52" y="f53"/>
                    </a:cubicBezTo>
                    <a:cubicBezTo>
                      <a:pt x="f54" y="f55"/>
                      <a:pt x="f56" y="f57"/>
                      <a:pt x="f58" y="f59"/>
                    </a:cubicBezTo>
                    <a:cubicBezTo>
                      <a:pt x="f60" y="f61"/>
                      <a:pt x="f62" y="f63"/>
                      <a:pt x="f64" y="f59"/>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cubicBezTo>
                      <a:pt x="f101" y="f102"/>
                      <a:pt x="f103" y="f104"/>
                      <a:pt x="f105" y="f106"/>
                    </a:cubicBezTo>
                    <a:cubicBezTo>
                      <a:pt x="f107" y="f108"/>
                      <a:pt x="f109" y="f110"/>
                      <a:pt x="f111" y="f112"/>
                    </a:cubicBezTo>
                    <a:cubicBezTo>
                      <a:pt x="f113" y="f114"/>
                      <a:pt x="f115" y="f116"/>
                      <a:pt x="f117" y="f118"/>
                    </a:cubicBezTo>
                    <a:cubicBezTo>
                      <a:pt x="f119" y="f120"/>
                      <a:pt x="f121" y="f122"/>
                      <a:pt x="f123" y="f124"/>
                    </a:cubicBezTo>
                    <a:cubicBezTo>
                      <a:pt x="f125" y="f126"/>
                      <a:pt x="f127" y="f128"/>
                      <a:pt x="f129" y="f130"/>
                    </a:cubicBezTo>
                    <a:cubicBezTo>
                      <a:pt x="f131" y="f132"/>
                      <a:pt x="f133" y="f134"/>
                      <a:pt x="f135" y="f136"/>
                    </a:cubicBezTo>
                    <a:cubicBezTo>
                      <a:pt x="f137" y="f138"/>
                      <a:pt x="f139" y="f140"/>
                      <a:pt x="f141"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1" name="Freeform: Shape 31">
                <a:extLst>
                  <a:ext uri="{FF2B5EF4-FFF2-40B4-BE49-F238E27FC236}">
                    <a16:creationId xmlns:a16="http://schemas.microsoft.com/office/drawing/2014/main" id="{B5299E33-9594-4594-83C5-6F9CC19B3352}"/>
                  </a:ext>
                </a:extLst>
              </p:cNvPr>
              <p:cNvSpPr/>
              <p:nvPr/>
            </p:nvSpPr>
            <p:spPr>
              <a:xfrm>
                <a:off x="11937263" y="6677625"/>
                <a:ext cx="254733" cy="177905"/>
              </a:xfrm>
              <a:custGeom>
                <a:avLst/>
                <a:gdLst>
                  <a:gd name="f0" fmla="val 10800000"/>
                  <a:gd name="f1" fmla="val 5400000"/>
                  <a:gd name="f2" fmla="val 180"/>
                  <a:gd name="f3" fmla="val w"/>
                  <a:gd name="f4" fmla="val h"/>
                  <a:gd name="f5" fmla="val 0"/>
                  <a:gd name="f6" fmla="val 285940"/>
                  <a:gd name="f7" fmla="val 199072"/>
                  <a:gd name="f8" fmla="val 199073"/>
                  <a:gd name="f9" fmla="val 242125"/>
                  <a:gd name="f10" fmla="val 39243"/>
                  <a:gd name="f11" fmla="+- 0 0 -90"/>
                  <a:gd name="f12" fmla="*/ f3 1 285940"/>
                  <a:gd name="f13" fmla="*/ f4 1 199072"/>
                  <a:gd name="f14" fmla="+- f7 0 f5"/>
                  <a:gd name="f15" fmla="+- f6 0 f5"/>
                  <a:gd name="f16" fmla="*/ f11 f0 1"/>
                  <a:gd name="f17" fmla="*/ f15 1 285940"/>
                  <a:gd name="f18" fmla="*/ f14 1 199072"/>
                  <a:gd name="f19" fmla="*/ 0 f15 1"/>
                  <a:gd name="f20" fmla="*/ 199073 f14 1"/>
                  <a:gd name="f21" fmla="*/ 285940 f15 1"/>
                  <a:gd name="f22" fmla="*/ 0 f14 1"/>
                  <a:gd name="f23" fmla="*/ f16 1 f2"/>
                  <a:gd name="f24" fmla="*/ f19 1 285940"/>
                  <a:gd name="f25" fmla="*/ f20 1 199072"/>
                  <a:gd name="f26" fmla="*/ f21 1 285940"/>
                  <a:gd name="f27" fmla="*/ f22 1 199072"/>
                  <a:gd name="f28" fmla="*/ f5 1 f17"/>
                  <a:gd name="f29" fmla="*/ f6 1 f17"/>
                  <a:gd name="f30" fmla="*/ f5 1 f18"/>
                  <a:gd name="f31" fmla="*/ f7 1 f18"/>
                  <a:gd name="f32" fmla="+- f23 0 f1"/>
                  <a:gd name="f33" fmla="*/ f24 1 f17"/>
                  <a:gd name="f34" fmla="*/ f25 1 f18"/>
                  <a:gd name="f35" fmla="*/ f26 1 f17"/>
                  <a:gd name="f36" fmla="*/ f27 1 f18"/>
                  <a:gd name="f37" fmla="*/ f28 f12 1"/>
                  <a:gd name="f38" fmla="*/ f29 f12 1"/>
                  <a:gd name="f39" fmla="*/ f31 f13 1"/>
                  <a:gd name="f40" fmla="*/ f30 f13 1"/>
                  <a:gd name="f41" fmla="*/ f33 f12 1"/>
                  <a:gd name="f42" fmla="*/ f34 f13 1"/>
                  <a:gd name="f43" fmla="*/ f35 f12 1"/>
                  <a:gd name="f44" fmla="*/ f36 f13 1"/>
                </a:gdLst>
                <a:ahLst/>
                <a:cxnLst>
                  <a:cxn ang="3cd4">
                    <a:pos x="hc" y="t"/>
                  </a:cxn>
                  <a:cxn ang="0">
                    <a:pos x="r" y="vc"/>
                  </a:cxn>
                  <a:cxn ang="cd4">
                    <a:pos x="hc" y="b"/>
                  </a:cxn>
                  <a:cxn ang="cd2">
                    <a:pos x="l" y="vc"/>
                  </a:cxn>
                  <a:cxn ang="f32">
                    <a:pos x="f41" y="f42"/>
                  </a:cxn>
                  <a:cxn ang="f32">
                    <a:pos x="f43" y="f44"/>
                  </a:cxn>
                </a:cxnLst>
                <a:rect l="f37" t="f40" r="f38" b="f39"/>
                <a:pathLst>
                  <a:path w="285940" h="199072">
                    <a:moveTo>
                      <a:pt x="f5" y="f8"/>
                    </a:moveTo>
                    <a:cubicBezTo>
                      <a:pt x="f5" y="f8"/>
                      <a:pt x="f9" y="f10"/>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2" name="Freeform: Shape 32">
                <a:extLst>
                  <a:ext uri="{FF2B5EF4-FFF2-40B4-BE49-F238E27FC236}">
                    <a16:creationId xmlns:a16="http://schemas.microsoft.com/office/drawing/2014/main" id="{E2C37911-8F9C-4DDA-9046-62E05463429F}"/>
                  </a:ext>
                </a:extLst>
              </p:cNvPr>
              <p:cNvSpPr/>
              <p:nvPr/>
            </p:nvSpPr>
            <p:spPr>
              <a:xfrm>
                <a:off x="11583326" y="6516837"/>
                <a:ext cx="584237" cy="340659"/>
              </a:xfrm>
              <a:custGeom>
                <a:avLst/>
                <a:gdLst>
                  <a:gd name="f0" fmla="val 10800000"/>
                  <a:gd name="f1" fmla="val 5400000"/>
                  <a:gd name="f2" fmla="val 180"/>
                  <a:gd name="f3" fmla="val w"/>
                  <a:gd name="f4" fmla="val h"/>
                  <a:gd name="f5" fmla="val 0"/>
                  <a:gd name="f6" fmla="val 655796"/>
                  <a:gd name="f7" fmla="val 381190"/>
                  <a:gd name="f8" fmla="val 461105"/>
                  <a:gd name="f9" fmla="val 172117"/>
                  <a:gd name="f10" fmla="+- 0 0 -90"/>
                  <a:gd name="f11" fmla="*/ f3 1 655796"/>
                  <a:gd name="f12" fmla="*/ f4 1 381190"/>
                  <a:gd name="f13" fmla="+- f7 0 f5"/>
                  <a:gd name="f14" fmla="+- f6 0 f5"/>
                  <a:gd name="f15" fmla="*/ f10 f0 1"/>
                  <a:gd name="f16" fmla="*/ f14 1 655796"/>
                  <a:gd name="f17" fmla="*/ f13 1 381190"/>
                  <a:gd name="f18" fmla="*/ 0 f14 1"/>
                  <a:gd name="f19" fmla="*/ 381190 f13 1"/>
                  <a:gd name="f20" fmla="*/ 655796 f14 1"/>
                  <a:gd name="f21" fmla="*/ 0 f13 1"/>
                  <a:gd name="f22" fmla="*/ f15 1 f2"/>
                  <a:gd name="f23" fmla="*/ f18 1 655796"/>
                  <a:gd name="f24" fmla="*/ f19 1 381190"/>
                  <a:gd name="f25" fmla="*/ f20 1 655796"/>
                  <a:gd name="f26" fmla="*/ f21 1 381190"/>
                  <a:gd name="f27" fmla="*/ f5 1 f16"/>
                  <a:gd name="f28" fmla="*/ f6 1 f16"/>
                  <a:gd name="f29" fmla="*/ f5 1 f17"/>
                  <a:gd name="f30" fmla="*/ f7 1 f17"/>
                  <a:gd name="f31" fmla="+- f22 0 f1"/>
                  <a:gd name="f32" fmla="*/ f23 1 f16"/>
                  <a:gd name="f33" fmla="*/ f24 1 f17"/>
                  <a:gd name="f34" fmla="*/ f25 1 f16"/>
                  <a:gd name="f35" fmla="*/ f26 1 f17"/>
                  <a:gd name="f36" fmla="*/ f27 f11 1"/>
                  <a:gd name="f37" fmla="*/ f28 f11 1"/>
                  <a:gd name="f38" fmla="*/ f30 f12 1"/>
                  <a:gd name="f39" fmla="*/ f29 f12 1"/>
                  <a:gd name="f40" fmla="*/ f32 f11 1"/>
                  <a:gd name="f41" fmla="*/ f33 f12 1"/>
                  <a:gd name="f42" fmla="*/ f34 f11 1"/>
                  <a:gd name="f43" fmla="*/ f35 f12 1"/>
                </a:gdLst>
                <a:ahLst/>
                <a:cxnLst>
                  <a:cxn ang="3cd4">
                    <a:pos x="hc" y="t"/>
                  </a:cxn>
                  <a:cxn ang="0">
                    <a:pos x="r" y="vc"/>
                  </a:cxn>
                  <a:cxn ang="cd4">
                    <a:pos x="hc" y="b"/>
                  </a:cxn>
                  <a:cxn ang="cd2">
                    <a:pos x="l" y="vc"/>
                  </a:cxn>
                  <a:cxn ang="f31">
                    <a:pos x="f40" y="f41"/>
                  </a:cxn>
                  <a:cxn ang="f31">
                    <a:pos x="f42" y="f43"/>
                  </a:cxn>
                </a:cxnLst>
                <a:rect l="f36" t="f39" r="f37" b="f38"/>
                <a:pathLst>
                  <a:path w="655796" h="381190">
                    <a:moveTo>
                      <a:pt x="f5" y="f7"/>
                    </a:moveTo>
                    <a:cubicBezTo>
                      <a:pt x="f5" y="f7"/>
                      <a:pt x="f8" y="f9"/>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3" name="Freeform: Shape 33">
                <a:extLst>
                  <a:ext uri="{FF2B5EF4-FFF2-40B4-BE49-F238E27FC236}">
                    <a16:creationId xmlns:a16="http://schemas.microsoft.com/office/drawing/2014/main" id="{59125150-36CA-4F50-AA9E-EC3F33D68523}"/>
                  </a:ext>
                </a:extLst>
              </p:cNvPr>
              <p:cNvSpPr/>
              <p:nvPr/>
            </p:nvSpPr>
            <p:spPr>
              <a:xfrm>
                <a:off x="9588608" y="5460559"/>
                <a:ext cx="2590065" cy="1380497"/>
              </a:xfrm>
              <a:custGeom>
                <a:avLst/>
                <a:gdLst>
                  <a:gd name="f0" fmla="val 10800000"/>
                  <a:gd name="f1" fmla="val 5400000"/>
                  <a:gd name="f2" fmla="val 180"/>
                  <a:gd name="f3" fmla="val w"/>
                  <a:gd name="f4" fmla="val h"/>
                  <a:gd name="f5" fmla="val 0"/>
                  <a:gd name="f6" fmla="val 2907315"/>
                  <a:gd name="f7" fmla="val 1544764"/>
                  <a:gd name="f8" fmla="val 98012"/>
                  <a:gd name="f9" fmla="val 1443990"/>
                  <a:gd name="f10" fmla="val 201644"/>
                  <a:gd name="f11" fmla="val 1352550"/>
                  <a:gd name="f12" fmla="val 271272"/>
                  <a:gd name="f13" fmla="val 1291209"/>
                  <a:gd name="f14" fmla="val 343662"/>
                  <a:gd name="f15" fmla="val 1234249"/>
                  <a:gd name="f16" fmla="val 423196"/>
                  <a:gd name="f17" fmla="val 1196054"/>
                  <a:gd name="f18" fmla="val 537591"/>
                  <a:gd name="f19" fmla="val 1141095"/>
                  <a:gd name="f20" fmla="val 661226"/>
                  <a:gd name="f21" fmla="val 1127189"/>
                  <a:gd name="f22" fmla="val 782193"/>
                  <a:gd name="f23" fmla="val 1099947"/>
                  <a:gd name="f24" fmla="val 872300"/>
                  <a:gd name="f25" fmla="val 1079659"/>
                  <a:gd name="f26" fmla="val 961358"/>
                  <a:gd name="f27" fmla="val 1051370"/>
                  <a:gd name="f28" fmla="val 1052513"/>
                  <a:gd name="f29" fmla="val 1042321"/>
                  <a:gd name="f30" fmla="val 1139000"/>
                  <a:gd name="f31" fmla="val 1033653"/>
                  <a:gd name="f32" fmla="val 1225868"/>
                  <a:gd name="f33" fmla="val 1040321"/>
                  <a:gd name="f34" fmla="val 1311783"/>
                  <a:gd name="f35" fmla="val 1056037"/>
                  <a:gd name="f36" fmla="val 1369314"/>
                  <a:gd name="f37" fmla="val 1066609"/>
                  <a:gd name="f38" fmla="val 1426559"/>
                  <a:gd name="f39" fmla="val 1079373"/>
                  <a:gd name="f40" fmla="val 1484662"/>
                  <a:gd name="f41" fmla="val 1083469"/>
                  <a:gd name="f42" fmla="val 1587913"/>
                  <a:gd name="f43" fmla="val 1090803"/>
                  <a:gd name="f44" fmla="val 1690402"/>
                  <a:gd name="f45" fmla="val 1064800"/>
                  <a:gd name="f46" fmla="val 1788224"/>
                  <a:gd name="f47" fmla="val 1023080"/>
                  <a:gd name="f48" fmla="val 1956721"/>
                  <a:gd name="f49" fmla="val 951262"/>
                  <a:gd name="f50" fmla="val 2106549"/>
                  <a:gd name="f51" fmla="val 825722"/>
                  <a:gd name="f52" fmla="val 2269045"/>
                  <a:gd name="f53" fmla="val 734758"/>
                  <a:gd name="f54" fmla="val 2359438"/>
                  <a:gd name="f55" fmla="val 684181"/>
                  <a:gd name="f56" fmla="val 2452497"/>
                  <a:gd name="f57" fmla="val 640556"/>
                  <a:gd name="f58" fmla="val 2534984"/>
                  <a:gd name="f59" fmla="val 572738"/>
                  <a:gd name="f60" fmla="val 2673001"/>
                  <a:gd name="f61" fmla="val 459391"/>
                  <a:gd name="f62" fmla="val 2847023"/>
                  <a:gd name="f63" fmla="val 191453"/>
                  <a:gd name="f64" fmla="val 2907316"/>
                  <a:gd name="f65" fmla="+- 0 0 -90"/>
                  <a:gd name="f66" fmla="*/ f3 1 2907315"/>
                  <a:gd name="f67" fmla="*/ f4 1 1544764"/>
                  <a:gd name="f68" fmla="+- f7 0 f5"/>
                  <a:gd name="f69" fmla="+- f6 0 f5"/>
                  <a:gd name="f70" fmla="*/ f65 f0 1"/>
                  <a:gd name="f71" fmla="*/ f69 1 2907315"/>
                  <a:gd name="f72" fmla="*/ f68 1 1544764"/>
                  <a:gd name="f73" fmla="*/ 0 f69 1"/>
                  <a:gd name="f74" fmla="*/ 1544764 f68 1"/>
                  <a:gd name="f75" fmla="*/ 201644 f69 1"/>
                  <a:gd name="f76" fmla="*/ 1352550 f68 1"/>
                  <a:gd name="f77" fmla="*/ 423196 f69 1"/>
                  <a:gd name="f78" fmla="*/ 1196054 f68 1"/>
                  <a:gd name="f79" fmla="*/ 782193 f69 1"/>
                  <a:gd name="f80" fmla="*/ 1099947 f68 1"/>
                  <a:gd name="f81" fmla="*/ 1052513 f69 1"/>
                  <a:gd name="f82" fmla="*/ 1042321 f68 1"/>
                  <a:gd name="f83" fmla="*/ 1311783 f69 1"/>
                  <a:gd name="f84" fmla="*/ 1056037 f68 1"/>
                  <a:gd name="f85" fmla="*/ 1484662 f69 1"/>
                  <a:gd name="f86" fmla="*/ 1083469 f68 1"/>
                  <a:gd name="f87" fmla="*/ 1788224 f69 1"/>
                  <a:gd name="f88" fmla="*/ 1023080 f68 1"/>
                  <a:gd name="f89" fmla="*/ 2269045 f69 1"/>
                  <a:gd name="f90" fmla="*/ 734758 f68 1"/>
                  <a:gd name="f91" fmla="*/ 2534984 f69 1"/>
                  <a:gd name="f92" fmla="*/ 572738 f68 1"/>
                  <a:gd name="f93" fmla="*/ 2907316 f69 1"/>
                  <a:gd name="f94" fmla="*/ 0 f68 1"/>
                  <a:gd name="f95" fmla="*/ f70 1 f2"/>
                  <a:gd name="f96" fmla="*/ f73 1 2907315"/>
                  <a:gd name="f97" fmla="*/ f74 1 1544764"/>
                  <a:gd name="f98" fmla="*/ f75 1 2907315"/>
                  <a:gd name="f99" fmla="*/ f76 1 1544764"/>
                  <a:gd name="f100" fmla="*/ f77 1 2907315"/>
                  <a:gd name="f101" fmla="*/ f78 1 1544764"/>
                  <a:gd name="f102" fmla="*/ f79 1 2907315"/>
                  <a:gd name="f103" fmla="*/ f80 1 1544764"/>
                  <a:gd name="f104" fmla="*/ f81 1 2907315"/>
                  <a:gd name="f105" fmla="*/ f82 1 1544764"/>
                  <a:gd name="f106" fmla="*/ f83 1 2907315"/>
                  <a:gd name="f107" fmla="*/ f84 1 1544764"/>
                  <a:gd name="f108" fmla="*/ f85 1 2907315"/>
                  <a:gd name="f109" fmla="*/ f86 1 1544764"/>
                  <a:gd name="f110" fmla="*/ f87 1 2907315"/>
                  <a:gd name="f111" fmla="*/ f88 1 1544764"/>
                  <a:gd name="f112" fmla="*/ f89 1 2907315"/>
                  <a:gd name="f113" fmla="*/ f90 1 1544764"/>
                  <a:gd name="f114" fmla="*/ f91 1 2907315"/>
                  <a:gd name="f115" fmla="*/ f92 1 1544764"/>
                  <a:gd name="f116" fmla="*/ f93 1 2907315"/>
                  <a:gd name="f117" fmla="*/ f94 1 1544764"/>
                  <a:gd name="f118" fmla="*/ f5 1 f71"/>
                  <a:gd name="f119" fmla="*/ f6 1 f71"/>
                  <a:gd name="f120" fmla="*/ f5 1 f72"/>
                  <a:gd name="f121" fmla="*/ f7 1 f72"/>
                  <a:gd name="f122" fmla="+- f95 0 f1"/>
                  <a:gd name="f123" fmla="*/ f96 1 f71"/>
                  <a:gd name="f124" fmla="*/ f97 1 f72"/>
                  <a:gd name="f125" fmla="*/ f98 1 f71"/>
                  <a:gd name="f126" fmla="*/ f99 1 f72"/>
                  <a:gd name="f127" fmla="*/ f100 1 f71"/>
                  <a:gd name="f128" fmla="*/ f101 1 f72"/>
                  <a:gd name="f129" fmla="*/ f102 1 f71"/>
                  <a:gd name="f130" fmla="*/ f103 1 f72"/>
                  <a:gd name="f131" fmla="*/ f104 1 f71"/>
                  <a:gd name="f132" fmla="*/ f105 1 f72"/>
                  <a:gd name="f133" fmla="*/ f106 1 f71"/>
                  <a:gd name="f134" fmla="*/ f107 1 f72"/>
                  <a:gd name="f135" fmla="*/ f108 1 f71"/>
                  <a:gd name="f136" fmla="*/ f109 1 f72"/>
                  <a:gd name="f137" fmla="*/ f110 1 f71"/>
                  <a:gd name="f138" fmla="*/ f111 1 f72"/>
                  <a:gd name="f139" fmla="*/ f112 1 f71"/>
                  <a:gd name="f140" fmla="*/ f113 1 f72"/>
                  <a:gd name="f141" fmla="*/ f114 1 f71"/>
                  <a:gd name="f142" fmla="*/ f115 1 f72"/>
                  <a:gd name="f143" fmla="*/ f116 1 f71"/>
                  <a:gd name="f144" fmla="*/ f117 1 f72"/>
                  <a:gd name="f145" fmla="*/ f118 f66 1"/>
                  <a:gd name="f146" fmla="*/ f119 f66 1"/>
                  <a:gd name="f147" fmla="*/ f121 f67 1"/>
                  <a:gd name="f148" fmla="*/ f120 f67 1"/>
                  <a:gd name="f149" fmla="*/ f123 f66 1"/>
                  <a:gd name="f150" fmla="*/ f124 f67 1"/>
                  <a:gd name="f151" fmla="*/ f125 f66 1"/>
                  <a:gd name="f152" fmla="*/ f126 f67 1"/>
                  <a:gd name="f153" fmla="*/ f127 f66 1"/>
                  <a:gd name="f154" fmla="*/ f128 f67 1"/>
                  <a:gd name="f155" fmla="*/ f129 f66 1"/>
                  <a:gd name="f156" fmla="*/ f130 f67 1"/>
                  <a:gd name="f157" fmla="*/ f131 f66 1"/>
                  <a:gd name="f158" fmla="*/ f132 f67 1"/>
                  <a:gd name="f159" fmla="*/ f133 f66 1"/>
                  <a:gd name="f160" fmla="*/ f134 f67 1"/>
                  <a:gd name="f161" fmla="*/ f135 f66 1"/>
                  <a:gd name="f162" fmla="*/ f136 f67 1"/>
                  <a:gd name="f163" fmla="*/ f137 f66 1"/>
                  <a:gd name="f164" fmla="*/ f138 f67 1"/>
                  <a:gd name="f165" fmla="*/ f139 f66 1"/>
                  <a:gd name="f166" fmla="*/ f140 f67 1"/>
                  <a:gd name="f167" fmla="*/ f141 f66 1"/>
                  <a:gd name="f168" fmla="*/ f142 f67 1"/>
                  <a:gd name="f169" fmla="*/ f143 f66 1"/>
                  <a:gd name="f170" fmla="*/ f144 f67 1"/>
                </a:gdLst>
                <a:ahLst/>
                <a:cxnLst>
                  <a:cxn ang="3cd4">
                    <a:pos x="hc" y="t"/>
                  </a:cxn>
                  <a:cxn ang="0">
                    <a:pos x="r" y="vc"/>
                  </a:cxn>
                  <a:cxn ang="cd4">
                    <a:pos x="hc" y="b"/>
                  </a:cxn>
                  <a:cxn ang="cd2">
                    <a:pos x="l" y="vc"/>
                  </a:cxn>
                  <a:cxn ang="f122">
                    <a:pos x="f149" y="f150"/>
                  </a:cxn>
                  <a:cxn ang="f122">
                    <a:pos x="f151" y="f152"/>
                  </a:cxn>
                  <a:cxn ang="f122">
                    <a:pos x="f153" y="f154"/>
                  </a:cxn>
                  <a:cxn ang="f122">
                    <a:pos x="f155" y="f156"/>
                  </a:cxn>
                  <a:cxn ang="f122">
                    <a:pos x="f157" y="f158"/>
                  </a:cxn>
                  <a:cxn ang="f122">
                    <a:pos x="f159" y="f160"/>
                  </a:cxn>
                  <a:cxn ang="f122">
                    <a:pos x="f161" y="f162"/>
                  </a:cxn>
                  <a:cxn ang="f122">
                    <a:pos x="f163" y="f164"/>
                  </a:cxn>
                  <a:cxn ang="f122">
                    <a:pos x="f165" y="f166"/>
                  </a:cxn>
                  <a:cxn ang="f122">
                    <a:pos x="f167" y="f168"/>
                  </a:cxn>
                  <a:cxn ang="f122">
                    <a:pos x="f169" y="f170"/>
                  </a:cxn>
                </a:cxnLst>
                <a:rect l="f145" t="f148" r="f146" b="f147"/>
                <a:pathLst>
                  <a:path w="2907315" h="1544764">
                    <a:moveTo>
                      <a:pt x="f5" y="f7"/>
                    </a:moveTo>
                    <a:cubicBezTo>
                      <a:pt x="f5" y="f7"/>
                      <a:pt x="f8" y="f9"/>
                      <a:pt x="f10" y="f11"/>
                    </a:cubicBezTo>
                    <a:cubicBezTo>
                      <a:pt x="f12" y="f13"/>
                      <a:pt x="f14" y="f15"/>
                      <a:pt x="f16" y="f17"/>
                    </a:cubicBezTo>
                    <a:cubicBezTo>
                      <a:pt x="f18" y="f19"/>
                      <a:pt x="f20" y="f21"/>
                      <a:pt x="f22" y="f23"/>
                    </a:cubicBezTo>
                    <a:cubicBezTo>
                      <a:pt x="f24" y="f25"/>
                      <a:pt x="f26" y="f27"/>
                      <a:pt x="f28" y="f29"/>
                    </a:cubicBezTo>
                    <a:cubicBezTo>
                      <a:pt x="f30" y="f31"/>
                      <a:pt x="f32" y="f33"/>
                      <a:pt x="f34" y="f35"/>
                    </a:cubicBezTo>
                    <a:cubicBezTo>
                      <a:pt x="f36" y="f37"/>
                      <a:pt x="f38" y="f39"/>
                      <a:pt x="f40" y="f41"/>
                    </a:cubicBezTo>
                    <a:cubicBezTo>
                      <a:pt x="f42" y="f43"/>
                      <a:pt x="f44" y="f45"/>
                      <a:pt x="f46" y="f47"/>
                    </a:cubicBezTo>
                    <a:cubicBezTo>
                      <a:pt x="f48" y="f49"/>
                      <a:pt x="f50" y="f51"/>
                      <a:pt x="f52" y="f53"/>
                    </a:cubicBezTo>
                    <a:cubicBezTo>
                      <a:pt x="f54" y="f55"/>
                      <a:pt x="f56" y="f57"/>
                      <a:pt x="f58" y="f59"/>
                    </a:cubicBezTo>
                    <a:cubicBezTo>
                      <a:pt x="f60" y="f61"/>
                      <a:pt x="f62" y="f63"/>
                      <a:pt x="f64"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4" name="Freeform: Shape 34">
                <a:extLst>
                  <a:ext uri="{FF2B5EF4-FFF2-40B4-BE49-F238E27FC236}">
                    <a16:creationId xmlns:a16="http://schemas.microsoft.com/office/drawing/2014/main" id="{55F0A132-21F6-410D-9D21-A79165D32898}"/>
                  </a:ext>
                </a:extLst>
              </p:cNvPr>
              <p:cNvSpPr/>
              <p:nvPr/>
            </p:nvSpPr>
            <p:spPr>
              <a:xfrm>
                <a:off x="9369335" y="5113178"/>
                <a:ext cx="2822579" cy="1744821"/>
              </a:xfrm>
              <a:custGeom>
                <a:avLst/>
                <a:gdLst>
                  <a:gd name="f0" fmla="val 10800000"/>
                  <a:gd name="f1" fmla="val 5400000"/>
                  <a:gd name="f2" fmla="val 180"/>
                  <a:gd name="f3" fmla="val w"/>
                  <a:gd name="f4" fmla="val h"/>
                  <a:gd name="f5" fmla="val 0"/>
                  <a:gd name="f6" fmla="val 3168300"/>
                  <a:gd name="f7" fmla="val 1952434"/>
                  <a:gd name="f8" fmla="val 1952435"/>
                  <a:gd name="f9" fmla="val 91059"/>
                  <a:gd name="f10" fmla="val 1796415"/>
                  <a:gd name="f11" fmla="val 202121"/>
                  <a:gd name="f12" fmla="val 1687068"/>
                  <a:gd name="f13" fmla="val 301943"/>
                  <a:gd name="f14" fmla="val 1588675"/>
                  <a:gd name="f15" fmla="val 416528"/>
                  <a:gd name="f16" fmla="val 1505617"/>
                  <a:gd name="f17" fmla="val 545116"/>
                  <a:gd name="f18" fmla="val 1450277"/>
                  <a:gd name="f19" fmla="val 659987"/>
                  <a:gd name="f20" fmla="val 1400747"/>
                  <a:gd name="f21" fmla="val 783622"/>
                  <a:gd name="f22" fmla="val 1377601"/>
                  <a:gd name="f23" fmla="val 906780"/>
                  <a:gd name="f24" fmla="val 1354455"/>
                  <a:gd name="f25" fmla="val 1048036"/>
                  <a:gd name="f26" fmla="val 1327976"/>
                  <a:gd name="f27" fmla="val 1189482"/>
                  <a:gd name="f28" fmla="val 1301972"/>
                  <a:gd name="f29" fmla="val 1332262"/>
                  <a:gd name="f30" fmla="val 1285304"/>
                  <a:gd name="f31" fmla="val 1452182"/>
                  <a:gd name="f32" fmla="val 1271302"/>
                  <a:gd name="f33" fmla="val 1573340"/>
                  <a:gd name="f34" fmla="val 1265873"/>
                  <a:gd name="f35" fmla="val 1691259"/>
                  <a:gd name="f36" fmla="val 1240060"/>
                  <a:gd name="f37" fmla="val 1800035"/>
                  <a:gd name="f38" fmla="val 1216247"/>
                  <a:gd name="f39" fmla="val 1904619"/>
                  <a:gd name="f40" fmla="val 1176718"/>
                  <a:gd name="f41" fmla="val 2010346"/>
                  <a:gd name="f42" fmla="val 1141667"/>
                  <a:gd name="f43" fmla="val 2136743"/>
                  <a:gd name="f44" fmla="val 1099661"/>
                  <a:gd name="f45" fmla="val 2265902"/>
                  <a:gd name="f46" fmla="val 1066229"/>
                  <a:gd name="f47" fmla="val 2393252"/>
                  <a:gd name="f48" fmla="val 1027271"/>
                  <a:gd name="f49" fmla="val 2457450"/>
                  <a:gd name="f50" fmla="val 1007650"/>
                  <a:gd name="f51" fmla="val 2521744"/>
                  <a:gd name="f52" fmla="val 987552"/>
                  <a:gd name="f53" fmla="val 2582037"/>
                  <a:gd name="f54" fmla="val 958120"/>
                  <a:gd name="f55" fmla="val 2648807"/>
                  <a:gd name="f56" fmla="val 925449"/>
                  <a:gd name="f57" fmla="val 2710815"/>
                  <a:gd name="f58" fmla="val 883349"/>
                  <a:gd name="f59" fmla="val 2760155"/>
                  <a:gd name="f60" fmla="val 827723"/>
                  <a:gd name="f61" fmla="val 2827496"/>
                  <a:gd name="f62" fmla="val 751904"/>
                  <a:gd name="f63" fmla="val 2867978"/>
                  <a:gd name="f64" fmla="val 657511"/>
                  <a:gd name="f65" fmla="val 2914364"/>
                  <a:gd name="f66" fmla="val 567023"/>
                  <a:gd name="f67" fmla="val 2972753"/>
                  <a:gd name="f68" fmla="val 453200"/>
                  <a:gd name="f69" fmla="val 3119152"/>
                  <a:gd name="f70" fmla="val 118015"/>
                  <a:gd name="f71" fmla="val 3168301"/>
                  <a:gd name="f72" fmla="+- 0 0 -90"/>
                  <a:gd name="f73" fmla="*/ f3 1 3168300"/>
                  <a:gd name="f74" fmla="*/ f4 1 1952434"/>
                  <a:gd name="f75" fmla="+- f7 0 f5"/>
                  <a:gd name="f76" fmla="+- f6 0 f5"/>
                  <a:gd name="f77" fmla="*/ f72 f0 1"/>
                  <a:gd name="f78" fmla="*/ f76 1 3168300"/>
                  <a:gd name="f79" fmla="*/ f75 1 1952434"/>
                  <a:gd name="f80" fmla="*/ 0 f76 1"/>
                  <a:gd name="f81" fmla="*/ 1952435 f75 1"/>
                  <a:gd name="f82" fmla="*/ 202121 f76 1"/>
                  <a:gd name="f83" fmla="*/ 1687068 f75 1"/>
                  <a:gd name="f84" fmla="*/ 545116 f76 1"/>
                  <a:gd name="f85" fmla="*/ 1450277 f75 1"/>
                  <a:gd name="f86" fmla="*/ 906780 f76 1"/>
                  <a:gd name="f87" fmla="*/ 1354455 f75 1"/>
                  <a:gd name="f88" fmla="*/ 1332262 f76 1"/>
                  <a:gd name="f89" fmla="*/ 1285304 f75 1"/>
                  <a:gd name="f90" fmla="*/ 1691259 f76 1"/>
                  <a:gd name="f91" fmla="*/ 1240060 f75 1"/>
                  <a:gd name="f92" fmla="*/ 2010346 f76 1"/>
                  <a:gd name="f93" fmla="*/ 1141667 f75 1"/>
                  <a:gd name="f94" fmla="*/ 2393252 f76 1"/>
                  <a:gd name="f95" fmla="*/ 1027271 f75 1"/>
                  <a:gd name="f96" fmla="*/ 2582037 f76 1"/>
                  <a:gd name="f97" fmla="*/ 958120 f75 1"/>
                  <a:gd name="f98" fmla="*/ 2760155 f76 1"/>
                  <a:gd name="f99" fmla="*/ 827723 f75 1"/>
                  <a:gd name="f100" fmla="*/ 2914364 f76 1"/>
                  <a:gd name="f101" fmla="*/ 567023 f75 1"/>
                  <a:gd name="f102" fmla="*/ 3168301 f76 1"/>
                  <a:gd name="f103" fmla="*/ 0 f75 1"/>
                  <a:gd name="f104" fmla="*/ f77 1 f2"/>
                  <a:gd name="f105" fmla="*/ f80 1 3168300"/>
                  <a:gd name="f106" fmla="*/ f81 1 1952434"/>
                  <a:gd name="f107" fmla="*/ f82 1 3168300"/>
                  <a:gd name="f108" fmla="*/ f83 1 1952434"/>
                  <a:gd name="f109" fmla="*/ f84 1 3168300"/>
                  <a:gd name="f110" fmla="*/ f85 1 1952434"/>
                  <a:gd name="f111" fmla="*/ f86 1 3168300"/>
                  <a:gd name="f112" fmla="*/ f87 1 1952434"/>
                  <a:gd name="f113" fmla="*/ f88 1 3168300"/>
                  <a:gd name="f114" fmla="*/ f89 1 1952434"/>
                  <a:gd name="f115" fmla="*/ f90 1 3168300"/>
                  <a:gd name="f116" fmla="*/ f91 1 1952434"/>
                  <a:gd name="f117" fmla="*/ f92 1 3168300"/>
                  <a:gd name="f118" fmla="*/ f93 1 1952434"/>
                  <a:gd name="f119" fmla="*/ f94 1 3168300"/>
                  <a:gd name="f120" fmla="*/ f95 1 1952434"/>
                  <a:gd name="f121" fmla="*/ f96 1 3168300"/>
                  <a:gd name="f122" fmla="*/ f97 1 1952434"/>
                  <a:gd name="f123" fmla="*/ f98 1 3168300"/>
                  <a:gd name="f124" fmla="*/ f99 1 1952434"/>
                  <a:gd name="f125" fmla="*/ f100 1 3168300"/>
                  <a:gd name="f126" fmla="*/ f101 1 1952434"/>
                  <a:gd name="f127" fmla="*/ f102 1 3168300"/>
                  <a:gd name="f128" fmla="*/ f103 1 1952434"/>
                  <a:gd name="f129" fmla="*/ f5 1 f78"/>
                  <a:gd name="f130" fmla="*/ f6 1 f78"/>
                  <a:gd name="f131" fmla="*/ f5 1 f79"/>
                  <a:gd name="f132" fmla="*/ f7 1 f79"/>
                  <a:gd name="f133" fmla="+- f104 0 f1"/>
                  <a:gd name="f134" fmla="*/ f105 1 f78"/>
                  <a:gd name="f135" fmla="*/ f106 1 f79"/>
                  <a:gd name="f136" fmla="*/ f107 1 f78"/>
                  <a:gd name="f137" fmla="*/ f108 1 f79"/>
                  <a:gd name="f138" fmla="*/ f109 1 f78"/>
                  <a:gd name="f139" fmla="*/ f110 1 f79"/>
                  <a:gd name="f140" fmla="*/ f111 1 f78"/>
                  <a:gd name="f141" fmla="*/ f112 1 f79"/>
                  <a:gd name="f142" fmla="*/ f113 1 f78"/>
                  <a:gd name="f143" fmla="*/ f114 1 f79"/>
                  <a:gd name="f144" fmla="*/ f115 1 f78"/>
                  <a:gd name="f145" fmla="*/ f116 1 f79"/>
                  <a:gd name="f146" fmla="*/ f117 1 f78"/>
                  <a:gd name="f147" fmla="*/ f118 1 f79"/>
                  <a:gd name="f148" fmla="*/ f119 1 f78"/>
                  <a:gd name="f149" fmla="*/ f120 1 f79"/>
                  <a:gd name="f150" fmla="*/ f121 1 f78"/>
                  <a:gd name="f151" fmla="*/ f122 1 f79"/>
                  <a:gd name="f152" fmla="*/ f123 1 f78"/>
                  <a:gd name="f153" fmla="*/ f124 1 f79"/>
                  <a:gd name="f154" fmla="*/ f125 1 f78"/>
                  <a:gd name="f155" fmla="*/ f126 1 f79"/>
                  <a:gd name="f156" fmla="*/ f127 1 f78"/>
                  <a:gd name="f157" fmla="*/ f128 1 f79"/>
                  <a:gd name="f158" fmla="*/ f129 f73 1"/>
                  <a:gd name="f159" fmla="*/ f130 f73 1"/>
                  <a:gd name="f160" fmla="*/ f132 f74 1"/>
                  <a:gd name="f161" fmla="*/ f131 f74 1"/>
                  <a:gd name="f162" fmla="*/ f134 f73 1"/>
                  <a:gd name="f163" fmla="*/ f135 f74 1"/>
                  <a:gd name="f164" fmla="*/ f136 f73 1"/>
                  <a:gd name="f165" fmla="*/ f137 f74 1"/>
                  <a:gd name="f166" fmla="*/ f138 f73 1"/>
                  <a:gd name="f167" fmla="*/ f139 f74 1"/>
                  <a:gd name="f168" fmla="*/ f140 f73 1"/>
                  <a:gd name="f169" fmla="*/ f141 f74 1"/>
                  <a:gd name="f170" fmla="*/ f142 f73 1"/>
                  <a:gd name="f171" fmla="*/ f143 f74 1"/>
                  <a:gd name="f172" fmla="*/ f144 f73 1"/>
                  <a:gd name="f173" fmla="*/ f145 f74 1"/>
                  <a:gd name="f174" fmla="*/ f146 f73 1"/>
                  <a:gd name="f175" fmla="*/ f147 f74 1"/>
                  <a:gd name="f176" fmla="*/ f148 f73 1"/>
                  <a:gd name="f177" fmla="*/ f149 f74 1"/>
                  <a:gd name="f178" fmla="*/ f150 f73 1"/>
                  <a:gd name="f179" fmla="*/ f151 f74 1"/>
                  <a:gd name="f180" fmla="*/ f152 f73 1"/>
                  <a:gd name="f181" fmla="*/ f153 f74 1"/>
                  <a:gd name="f182" fmla="*/ f154 f73 1"/>
                  <a:gd name="f183" fmla="*/ f155 f74 1"/>
                  <a:gd name="f184" fmla="*/ f156 f73 1"/>
                  <a:gd name="f185" fmla="*/ f157 f74 1"/>
                </a:gdLst>
                <a:ahLst/>
                <a:cxnLst>
                  <a:cxn ang="3cd4">
                    <a:pos x="hc" y="t"/>
                  </a:cxn>
                  <a:cxn ang="0">
                    <a:pos x="r" y="vc"/>
                  </a:cxn>
                  <a:cxn ang="cd4">
                    <a:pos x="hc" y="b"/>
                  </a:cxn>
                  <a:cxn ang="cd2">
                    <a:pos x="l" y="vc"/>
                  </a:cxn>
                  <a:cxn ang="f133">
                    <a:pos x="f162" y="f163"/>
                  </a:cxn>
                  <a:cxn ang="f133">
                    <a:pos x="f164" y="f165"/>
                  </a:cxn>
                  <a:cxn ang="f133">
                    <a:pos x="f166" y="f167"/>
                  </a:cxn>
                  <a:cxn ang="f133">
                    <a:pos x="f168" y="f169"/>
                  </a:cxn>
                  <a:cxn ang="f133">
                    <a:pos x="f170" y="f171"/>
                  </a:cxn>
                  <a:cxn ang="f133">
                    <a:pos x="f172" y="f173"/>
                  </a:cxn>
                  <a:cxn ang="f133">
                    <a:pos x="f174" y="f175"/>
                  </a:cxn>
                  <a:cxn ang="f133">
                    <a:pos x="f176" y="f177"/>
                  </a:cxn>
                  <a:cxn ang="f133">
                    <a:pos x="f178" y="f179"/>
                  </a:cxn>
                  <a:cxn ang="f133">
                    <a:pos x="f180" y="f181"/>
                  </a:cxn>
                  <a:cxn ang="f133">
                    <a:pos x="f182" y="f183"/>
                  </a:cxn>
                  <a:cxn ang="f133">
                    <a:pos x="f184" y="f185"/>
                  </a:cxn>
                </a:cxnLst>
                <a:rect l="f158" t="f161" r="f159" b="f160"/>
                <a:pathLst>
                  <a:path w="3168300" h="1952434">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35" y="f36"/>
                    </a:cubicBezTo>
                    <a:cubicBezTo>
                      <a:pt x="f37" y="f38"/>
                      <a:pt x="f39" y="f40"/>
                      <a:pt x="f41" y="f42"/>
                    </a:cubicBezTo>
                    <a:cubicBezTo>
                      <a:pt x="f43" y="f44"/>
                      <a:pt x="f45" y="f46"/>
                      <a:pt x="f47" y="f48"/>
                    </a:cubicBezTo>
                    <a:cubicBezTo>
                      <a:pt x="f49" y="f50"/>
                      <a:pt x="f51" y="f52"/>
                      <a:pt x="f53" y="f54"/>
                    </a:cubicBezTo>
                    <a:cubicBezTo>
                      <a:pt x="f55" y="f56"/>
                      <a:pt x="f57" y="f58"/>
                      <a:pt x="f59" y="f60"/>
                    </a:cubicBezTo>
                    <a:cubicBezTo>
                      <a:pt x="f61" y="f62"/>
                      <a:pt x="f63" y="f64"/>
                      <a:pt x="f65" y="f66"/>
                    </a:cubicBezTo>
                    <a:cubicBezTo>
                      <a:pt x="f67" y="f68"/>
                      <a:pt x="f69" y="f70"/>
                      <a:pt x="f71"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5" name="Freeform: Shape 35">
                <a:extLst>
                  <a:ext uri="{FF2B5EF4-FFF2-40B4-BE49-F238E27FC236}">
                    <a16:creationId xmlns:a16="http://schemas.microsoft.com/office/drawing/2014/main" id="{E95E5C36-878A-415C-B738-D9751BEB4389}"/>
                  </a:ext>
                </a:extLst>
              </p:cNvPr>
              <p:cNvSpPr/>
              <p:nvPr/>
            </p:nvSpPr>
            <p:spPr>
              <a:xfrm>
                <a:off x="9188339" y="4664253"/>
                <a:ext cx="2990508" cy="2191277"/>
              </a:xfrm>
              <a:custGeom>
                <a:avLst/>
                <a:gdLst>
                  <a:gd name="f0" fmla="val 10800000"/>
                  <a:gd name="f1" fmla="val 5400000"/>
                  <a:gd name="f2" fmla="val 180"/>
                  <a:gd name="f3" fmla="val w"/>
                  <a:gd name="f4" fmla="val h"/>
                  <a:gd name="f5" fmla="val 0"/>
                  <a:gd name="f6" fmla="val 3356800"/>
                  <a:gd name="f7" fmla="val 2452020"/>
                  <a:gd name="f8" fmla="val 2452021"/>
                  <a:gd name="f9" fmla="val 57150"/>
                  <a:gd name="f10" fmla="val 2344198"/>
                  <a:gd name="f11" fmla="val 130874"/>
                  <a:gd name="f12" fmla="val 2247710"/>
                  <a:gd name="f13" fmla="val 218694"/>
                  <a:gd name="f14" fmla="val 2132648"/>
                  <a:gd name="f15" fmla="val 328136"/>
                  <a:gd name="f16" fmla="val 2036635"/>
                  <a:gd name="f17" fmla="val 437197"/>
                  <a:gd name="f18" fmla="val 1941195"/>
                  <a:gd name="f19" fmla="val 529304"/>
                  <a:gd name="f20" fmla="val 1860709"/>
                  <a:gd name="f21" fmla="val 623030"/>
                  <a:gd name="f22" fmla="val 1779556"/>
                  <a:gd name="f23" fmla="val 737140"/>
                  <a:gd name="f24" fmla="val 1736884"/>
                  <a:gd name="f25" fmla="val 830866"/>
                  <a:gd name="f26" fmla="val 1701736"/>
                  <a:gd name="f27" fmla="val 932021"/>
                  <a:gd name="f28" fmla="val 1695450"/>
                  <a:gd name="f29" fmla="val 1031843"/>
                  <a:gd name="f30" fmla="val 1685068"/>
                  <a:gd name="f31" fmla="val 1117092"/>
                  <a:gd name="f32" fmla="val 1676210"/>
                  <a:gd name="f33" fmla="val 1202055"/>
                  <a:gd name="f34" fmla="val 1665160"/>
                  <a:gd name="f35" fmla="val 1287304"/>
                  <a:gd name="f36" fmla="val 1655826"/>
                  <a:gd name="f37" fmla="val 1348931"/>
                  <a:gd name="f38" fmla="val 1649063"/>
                  <a:gd name="f39" fmla="val 1410653"/>
                  <a:gd name="f40" fmla="val 1643539"/>
                  <a:gd name="f41" fmla="val 1471994"/>
                  <a:gd name="f42" fmla="val 1634300"/>
                  <a:gd name="f43" fmla="val 1618679"/>
                  <a:gd name="f44" fmla="val 1612011"/>
                  <a:gd name="f45" fmla="val 1761935"/>
                  <a:gd name="f46" fmla="val 1571149"/>
                  <a:gd name="f47" fmla="val 1898237"/>
                  <a:gd name="f48" fmla="val 1512665"/>
                  <a:gd name="f49" fmla="val 2010442"/>
                  <a:gd name="f50" fmla="val 1464564"/>
                  <a:gd name="f51" fmla="val 2117503"/>
                  <a:gd name="f52" fmla="val 1405128"/>
                  <a:gd name="f53" fmla="val 2229136"/>
                  <a:gd name="f54" fmla="val 1355598"/>
                  <a:gd name="f55" fmla="val 2322481"/>
                  <a:gd name="f56" fmla="val 1314164"/>
                  <a:gd name="f57" fmla="val 2418969"/>
                  <a:gd name="f58" fmla="val 1280160"/>
                  <a:gd name="f59" fmla="val 2512314"/>
                  <a:gd name="f60" fmla="val 1238631"/>
                  <a:gd name="f61" fmla="val 2599087"/>
                  <a:gd name="f62" fmla="val 1199960"/>
                  <a:gd name="f63" fmla="val 2683193"/>
                  <a:gd name="f64" fmla="val 1154811"/>
                  <a:gd name="f65" fmla="val 2758535"/>
                  <a:gd name="f66" fmla="val 1096994"/>
                  <a:gd name="f67" fmla="val 2825020"/>
                  <a:gd name="f68" fmla="val 1046035"/>
                  <a:gd name="f69" fmla="val 2883789"/>
                  <a:gd name="f70" fmla="val 985837"/>
                  <a:gd name="f71" fmla="val 2935510"/>
                  <a:gd name="f72" fmla="val 919925"/>
                  <a:gd name="f73" fmla="val 2992184"/>
                  <a:gd name="f74" fmla="val 847725"/>
                  <a:gd name="f75" fmla="val 3039904"/>
                  <a:gd name="f76" fmla="val 769144"/>
                  <a:gd name="f77" fmla="val 3081719"/>
                  <a:gd name="f78" fmla="val 687419"/>
                  <a:gd name="f79" fmla="val 3138297"/>
                  <a:gd name="f80" fmla="val 576739"/>
                  <a:gd name="f81" fmla="val 3314129"/>
                  <a:gd name="f82" fmla="val 116776"/>
                  <a:gd name="f83" fmla="+- 0 0 -90"/>
                  <a:gd name="f84" fmla="*/ f3 1 3356800"/>
                  <a:gd name="f85" fmla="*/ f4 1 2452020"/>
                  <a:gd name="f86" fmla="+- f7 0 f5"/>
                  <a:gd name="f87" fmla="+- f6 0 f5"/>
                  <a:gd name="f88" fmla="*/ f83 f0 1"/>
                  <a:gd name="f89" fmla="*/ f87 1 3356800"/>
                  <a:gd name="f90" fmla="*/ f86 1 2452020"/>
                  <a:gd name="f91" fmla="*/ 0 f87 1"/>
                  <a:gd name="f92" fmla="*/ 2452021 f86 1"/>
                  <a:gd name="f93" fmla="*/ 130874 f87 1"/>
                  <a:gd name="f94" fmla="*/ 2247710 f86 1"/>
                  <a:gd name="f95" fmla="*/ 437197 f87 1"/>
                  <a:gd name="f96" fmla="*/ 1941195 f86 1"/>
                  <a:gd name="f97" fmla="*/ 737140 f87 1"/>
                  <a:gd name="f98" fmla="*/ 1736884 f86 1"/>
                  <a:gd name="f99" fmla="*/ 1031843 f87 1"/>
                  <a:gd name="f100" fmla="*/ 1685068 f86 1"/>
                  <a:gd name="f101" fmla="*/ 1287304 f87 1"/>
                  <a:gd name="f102" fmla="*/ 1655826 f86 1"/>
                  <a:gd name="f103" fmla="*/ 1471994 f87 1"/>
                  <a:gd name="f104" fmla="*/ 1634300 f86 1"/>
                  <a:gd name="f105" fmla="*/ 1898237 f87 1"/>
                  <a:gd name="f106" fmla="*/ 1512665 f86 1"/>
                  <a:gd name="f107" fmla="*/ 2229136 f87 1"/>
                  <a:gd name="f108" fmla="*/ 1355598 f86 1"/>
                  <a:gd name="f109" fmla="*/ 2512314 f87 1"/>
                  <a:gd name="f110" fmla="*/ 1238631 f86 1"/>
                  <a:gd name="f111" fmla="*/ 2758535 f87 1"/>
                  <a:gd name="f112" fmla="*/ 1096994 f86 1"/>
                  <a:gd name="f113" fmla="*/ 2935510 f87 1"/>
                  <a:gd name="f114" fmla="*/ 919925 f86 1"/>
                  <a:gd name="f115" fmla="*/ 3081719 f87 1"/>
                  <a:gd name="f116" fmla="*/ 687419 f86 1"/>
                  <a:gd name="f117" fmla="*/ 3356800 f87 1"/>
                  <a:gd name="f118" fmla="*/ 0 f86 1"/>
                  <a:gd name="f119" fmla="*/ f88 1 f2"/>
                  <a:gd name="f120" fmla="*/ f91 1 3356800"/>
                  <a:gd name="f121" fmla="*/ f92 1 2452020"/>
                  <a:gd name="f122" fmla="*/ f93 1 3356800"/>
                  <a:gd name="f123" fmla="*/ f94 1 2452020"/>
                  <a:gd name="f124" fmla="*/ f95 1 3356800"/>
                  <a:gd name="f125" fmla="*/ f96 1 2452020"/>
                  <a:gd name="f126" fmla="*/ f97 1 3356800"/>
                  <a:gd name="f127" fmla="*/ f98 1 2452020"/>
                  <a:gd name="f128" fmla="*/ f99 1 3356800"/>
                  <a:gd name="f129" fmla="*/ f100 1 2452020"/>
                  <a:gd name="f130" fmla="*/ f101 1 3356800"/>
                  <a:gd name="f131" fmla="*/ f102 1 2452020"/>
                  <a:gd name="f132" fmla="*/ f103 1 3356800"/>
                  <a:gd name="f133" fmla="*/ f104 1 2452020"/>
                  <a:gd name="f134" fmla="*/ f105 1 3356800"/>
                  <a:gd name="f135" fmla="*/ f106 1 2452020"/>
                  <a:gd name="f136" fmla="*/ f107 1 3356800"/>
                  <a:gd name="f137" fmla="*/ f108 1 2452020"/>
                  <a:gd name="f138" fmla="*/ f109 1 3356800"/>
                  <a:gd name="f139" fmla="*/ f110 1 2452020"/>
                  <a:gd name="f140" fmla="*/ f111 1 3356800"/>
                  <a:gd name="f141" fmla="*/ f112 1 2452020"/>
                  <a:gd name="f142" fmla="*/ f113 1 3356800"/>
                  <a:gd name="f143" fmla="*/ f114 1 2452020"/>
                  <a:gd name="f144" fmla="*/ f115 1 3356800"/>
                  <a:gd name="f145" fmla="*/ f116 1 2452020"/>
                  <a:gd name="f146" fmla="*/ f117 1 3356800"/>
                  <a:gd name="f147" fmla="*/ f118 1 2452020"/>
                  <a:gd name="f148" fmla="*/ f5 1 f89"/>
                  <a:gd name="f149" fmla="*/ f6 1 f89"/>
                  <a:gd name="f150" fmla="*/ f5 1 f90"/>
                  <a:gd name="f151" fmla="*/ f7 1 f90"/>
                  <a:gd name="f152" fmla="+- f119 0 f1"/>
                  <a:gd name="f153" fmla="*/ f120 1 f89"/>
                  <a:gd name="f154" fmla="*/ f121 1 f90"/>
                  <a:gd name="f155" fmla="*/ f122 1 f89"/>
                  <a:gd name="f156" fmla="*/ f123 1 f90"/>
                  <a:gd name="f157" fmla="*/ f124 1 f89"/>
                  <a:gd name="f158" fmla="*/ f125 1 f90"/>
                  <a:gd name="f159" fmla="*/ f126 1 f89"/>
                  <a:gd name="f160" fmla="*/ f127 1 f90"/>
                  <a:gd name="f161" fmla="*/ f128 1 f89"/>
                  <a:gd name="f162" fmla="*/ f129 1 f90"/>
                  <a:gd name="f163" fmla="*/ f130 1 f89"/>
                  <a:gd name="f164" fmla="*/ f131 1 f90"/>
                  <a:gd name="f165" fmla="*/ f132 1 f89"/>
                  <a:gd name="f166" fmla="*/ f133 1 f90"/>
                  <a:gd name="f167" fmla="*/ f134 1 f89"/>
                  <a:gd name="f168" fmla="*/ f135 1 f90"/>
                  <a:gd name="f169" fmla="*/ f136 1 f89"/>
                  <a:gd name="f170" fmla="*/ f137 1 f90"/>
                  <a:gd name="f171" fmla="*/ f138 1 f89"/>
                  <a:gd name="f172" fmla="*/ f139 1 f90"/>
                  <a:gd name="f173" fmla="*/ f140 1 f89"/>
                  <a:gd name="f174" fmla="*/ f141 1 f90"/>
                  <a:gd name="f175" fmla="*/ f142 1 f89"/>
                  <a:gd name="f176" fmla="*/ f143 1 f90"/>
                  <a:gd name="f177" fmla="*/ f144 1 f89"/>
                  <a:gd name="f178" fmla="*/ f145 1 f90"/>
                  <a:gd name="f179" fmla="*/ f146 1 f89"/>
                  <a:gd name="f180" fmla="*/ f147 1 f90"/>
                  <a:gd name="f181" fmla="*/ f148 f84 1"/>
                  <a:gd name="f182" fmla="*/ f149 f84 1"/>
                  <a:gd name="f183" fmla="*/ f151 f85 1"/>
                  <a:gd name="f184" fmla="*/ f150 f85 1"/>
                  <a:gd name="f185" fmla="*/ f153 f84 1"/>
                  <a:gd name="f186" fmla="*/ f154 f85 1"/>
                  <a:gd name="f187" fmla="*/ f155 f84 1"/>
                  <a:gd name="f188" fmla="*/ f156 f85 1"/>
                  <a:gd name="f189" fmla="*/ f157 f84 1"/>
                  <a:gd name="f190" fmla="*/ f158 f85 1"/>
                  <a:gd name="f191" fmla="*/ f159 f84 1"/>
                  <a:gd name="f192" fmla="*/ f160 f85 1"/>
                  <a:gd name="f193" fmla="*/ f161 f84 1"/>
                  <a:gd name="f194" fmla="*/ f162 f85 1"/>
                  <a:gd name="f195" fmla="*/ f163 f84 1"/>
                  <a:gd name="f196" fmla="*/ f164 f85 1"/>
                  <a:gd name="f197" fmla="*/ f165 f84 1"/>
                  <a:gd name="f198" fmla="*/ f166 f85 1"/>
                  <a:gd name="f199" fmla="*/ f167 f84 1"/>
                  <a:gd name="f200" fmla="*/ f168 f85 1"/>
                  <a:gd name="f201" fmla="*/ f169 f84 1"/>
                  <a:gd name="f202" fmla="*/ f170 f85 1"/>
                  <a:gd name="f203" fmla="*/ f171 f84 1"/>
                  <a:gd name="f204" fmla="*/ f172 f85 1"/>
                  <a:gd name="f205" fmla="*/ f173 f84 1"/>
                  <a:gd name="f206" fmla="*/ f174 f85 1"/>
                  <a:gd name="f207" fmla="*/ f175 f84 1"/>
                  <a:gd name="f208" fmla="*/ f176 f85 1"/>
                  <a:gd name="f209" fmla="*/ f177 f84 1"/>
                  <a:gd name="f210" fmla="*/ f178 f85 1"/>
                  <a:gd name="f211" fmla="*/ f179 f84 1"/>
                  <a:gd name="f212" fmla="*/ f180 f85 1"/>
                </a:gdLst>
                <a:ahLst/>
                <a:cxnLst>
                  <a:cxn ang="3cd4">
                    <a:pos x="hc" y="t"/>
                  </a:cxn>
                  <a:cxn ang="0">
                    <a:pos x="r" y="vc"/>
                  </a:cxn>
                  <a:cxn ang="cd4">
                    <a:pos x="hc" y="b"/>
                  </a:cxn>
                  <a:cxn ang="cd2">
                    <a:pos x="l" y="vc"/>
                  </a:cxn>
                  <a:cxn ang="f152">
                    <a:pos x="f185" y="f186"/>
                  </a:cxn>
                  <a:cxn ang="f152">
                    <a:pos x="f187" y="f188"/>
                  </a:cxn>
                  <a:cxn ang="f152">
                    <a:pos x="f189" y="f190"/>
                  </a:cxn>
                  <a:cxn ang="f152">
                    <a:pos x="f191" y="f192"/>
                  </a:cxn>
                  <a:cxn ang="f152">
                    <a:pos x="f193" y="f194"/>
                  </a:cxn>
                  <a:cxn ang="f152">
                    <a:pos x="f195" y="f196"/>
                  </a:cxn>
                  <a:cxn ang="f152">
                    <a:pos x="f197" y="f198"/>
                  </a:cxn>
                  <a:cxn ang="f152">
                    <a:pos x="f199" y="f200"/>
                  </a:cxn>
                  <a:cxn ang="f152">
                    <a:pos x="f201" y="f202"/>
                  </a:cxn>
                  <a:cxn ang="f152">
                    <a:pos x="f203" y="f204"/>
                  </a:cxn>
                  <a:cxn ang="f152">
                    <a:pos x="f205" y="f206"/>
                  </a:cxn>
                  <a:cxn ang="f152">
                    <a:pos x="f207" y="f208"/>
                  </a:cxn>
                  <a:cxn ang="f152">
                    <a:pos x="f209" y="f210"/>
                  </a:cxn>
                  <a:cxn ang="f152">
                    <a:pos x="f211" y="f212"/>
                  </a:cxn>
                </a:cxnLst>
                <a:rect l="f181" t="f184" r="f182" b="f183"/>
                <a:pathLst>
                  <a:path w="3356800" h="2452020">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35" y="f36"/>
                    </a:cubicBezTo>
                    <a:cubicBezTo>
                      <a:pt x="f37" y="f38"/>
                      <a:pt x="f39" y="f40"/>
                      <a:pt x="f41" y="f42"/>
                    </a:cubicBezTo>
                    <a:cubicBezTo>
                      <a:pt x="f43" y="f44"/>
                      <a:pt x="f45" y="f46"/>
                      <a:pt x="f47" y="f48"/>
                    </a:cubicBezTo>
                    <a:cubicBezTo>
                      <a:pt x="f49" y="f50"/>
                      <a:pt x="f51" y="f52"/>
                      <a:pt x="f53" y="f54"/>
                    </a:cubicBezTo>
                    <a:cubicBezTo>
                      <a:pt x="f55" y="f56"/>
                      <a:pt x="f57" y="f58"/>
                      <a:pt x="f59" y="f60"/>
                    </a:cubicBezTo>
                    <a:cubicBezTo>
                      <a:pt x="f61" y="f62"/>
                      <a:pt x="f63" y="f64"/>
                      <a:pt x="f65" y="f66"/>
                    </a:cubicBezTo>
                    <a:cubicBezTo>
                      <a:pt x="f67" y="f68"/>
                      <a:pt x="f69" y="f70"/>
                      <a:pt x="f71" y="f72"/>
                    </a:cubicBezTo>
                    <a:cubicBezTo>
                      <a:pt x="f73" y="f74"/>
                      <a:pt x="f75" y="f76"/>
                      <a:pt x="f77" y="f78"/>
                    </a:cubicBezTo>
                    <a:cubicBezTo>
                      <a:pt x="f79" y="f80"/>
                      <a:pt x="f81" y="f82"/>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sp>
          <p:nvSpPr>
            <p:cNvPr id="26" name="Freeform: Shape 28">
              <a:extLst>
                <a:ext uri="{FF2B5EF4-FFF2-40B4-BE49-F238E27FC236}">
                  <a16:creationId xmlns:a16="http://schemas.microsoft.com/office/drawing/2014/main" id="{C6995E52-5F75-4FAC-99A6-5C75445D50C5}"/>
                </a:ext>
              </a:extLst>
            </p:cNvPr>
            <p:cNvSpPr/>
            <p:nvPr/>
          </p:nvSpPr>
          <p:spPr>
            <a:xfrm>
              <a:off x="7980398" y="5197175"/>
              <a:ext cx="4211598" cy="1660824"/>
            </a:xfrm>
            <a:custGeom>
              <a:avLst/>
              <a:gdLst>
                <a:gd name="f0" fmla="val 10800000"/>
                <a:gd name="f1" fmla="val 5400000"/>
                <a:gd name="f2" fmla="val 180"/>
                <a:gd name="f3" fmla="val w"/>
                <a:gd name="f4" fmla="val h"/>
                <a:gd name="f5" fmla="val 0"/>
                <a:gd name="f6" fmla="val 4211600"/>
                <a:gd name="f7" fmla="val 1660822"/>
                <a:gd name="f8" fmla="val 58430"/>
                <a:gd name="f9" fmla="val 4136524"/>
                <a:gd name="f10" fmla="val 208808"/>
                <a:gd name="f11" fmla="val 4089791"/>
                <a:gd name="f12" fmla="val 287770"/>
                <a:gd name="f13" fmla="val 4030588"/>
                <a:gd name="f14" fmla="val 363780"/>
                <a:gd name="f15" fmla="val 3973354"/>
                <a:gd name="f16" fmla="val 437313"/>
                <a:gd name="f17" fmla="val 3943819"/>
                <a:gd name="f18" fmla="val 475222"/>
                <a:gd name="f19" fmla="val 3913231"/>
                <a:gd name="f20" fmla="val 514465"/>
                <a:gd name="f21" fmla="val 3884746"/>
                <a:gd name="f22" fmla="val 553613"/>
                <a:gd name="f23" fmla="val 3872801"/>
                <a:gd name="f24" fmla="val 569996"/>
                <a:gd name="f25" fmla="val 3861119"/>
                <a:gd name="f26" fmla="val 586569"/>
                <a:gd name="f27" fmla="val 3849435"/>
                <a:gd name="f28" fmla="val 603143"/>
                <a:gd name="f29" fmla="val 3796665"/>
                <a:gd name="f30" fmla="val 678009"/>
                <a:gd name="f31" fmla="val 3742187"/>
                <a:gd name="f32" fmla="val 755352"/>
                <a:gd name="f33" fmla="val 3661849"/>
                <a:gd name="f34" fmla="val 819075"/>
                <a:gd name="f35" fmla="val 3596214"/>
                <a:gd name="f36" fmla="val 871176"/>
                <a:gd name="f37" fmla="val 3509050"/>
                <a:gd name="f38" fmla="val 916230"/>
                <a:gd name="f39" fmla="val 3402589"/>
                <a:gd name="f40" fmla="val 952996"/>
                <a:gd name="f41" fmla="val 3312406"/>
                <a:gd name="f42" fmla="val 984048"/>
                <a:gd name="f43" fmla="val 3215660"/>
                <a:gd name="f44" fmla="val 1005003"/>
                <a:gd name="f45" fmla="val 3130202"/>
                <a:gd name="f46" fmla="val 1023386"/>
                <a:gd name="f47" fmla="val 3058529"/>
                <a:gd name="f48" fmla="val 1038816"/>
                <a:gd name="f49" fmla="val 2985412"/>
                <a:gd name="f50" fmla="val 1053675"/>
                <a:gd name="f51" fmla="val 2914657"/>
                <a:gd name="f52" fmla="val 1068058"/>
                <a:gd name="f53" fmla="val 2805176"/>
                <a:gd name="f54" fmla="val 1090251"/>
                <a:gd name="f55" fmla="val 2692021"/>
                <a:gd name="f56" fmla="val 1113207"/>
                <a:gd name="f57" fmla="val 2582149"/>
                <a:gd name="f58" fmla="val 1138924"/>
                <a:gd name="f59" fmla="val 2549330"/>
                <a:gd name="f60" fmla="val 1146639"/>
                <a:gd name="f61" fmla="val 2516644"/>
                <a:gd name="f62" fmla="val 1154450"/>
                <a:gd name="f63" fmla="val 2483958"/>
                <a:gd name="f64" fmla="val 1162356"/>
                <a:gd name="f65" fmla="val 2367257"/>
                <a:gd name="f66" fmla="val 1190550"/>
                <a:gd name="f67" fmla="val 2246621"/>
                <a:gd name="f68" fmla="val 1219601"/>
                <a:gd name="f69" fmla="val 2123750"/>
                <a:gd name="f70" fmla="val 1238651"/>
                <a:gd name="f71" fmla="val 2004294"/>
                <a:gd name="f72" fmla="val 1257129"/>
                <a:gd name="f73" fmla="val 1880769"/>
                <a:gd name="f74" fmla="val 1265416"/>
                <a:gd name="f75" fmla="val 1761444"/>
                <a:gd name="f76" fmla="val 1273417"/>
                <a:gd name="f77" fmla="val 1711167"/>
                <a:gd name="f78" fmla="val 1276751"/>
                <a:gd name="f79" fmla="val 1659184"/>
                <a:gd name="f80" fmla="val 1280275"/>
                <a:gd name="f81" fmla="val 1608382"/>
                <a:gd name="f82" fmla="val 1284466"/>
                <a:gd name="f83" fmla="val 1408589"/>
                <a:gd name="f84" fmla="val 1300944"/>
                <a:gd name="f85" fmla="val 1214570"/>
                <a:gd name="f86" fmla="val 1325805"/>
                <a:gd name="f87" fmla="val 999942"/>
                <a:gd name="f88" fmla="val 1354284"/>
                <a:gd name="f89" fmla="val 826403"/>
                <a:gd name="f90" fmla="val 1377240"/>
                <a:gd name="f91" fmla="val 647744"/>
                <a:gd name="f92" fmla="val 1400957"/>
                <a:gd name="f93" fmla="val 484705"/>
                <a:gd name="f94" fmla="val 1450487"/>
                <a:gd name="f95" fmla="val 355831"/>
                <a:gd name="f96" fmla="val 1489635"/>
                <a:gd name="f97" fmla="val 231387"/>
                <a:gd name="f98" fmla="val 1544374"/>
                <a:gd name="f99" fmla="val 113310"/>
                <a:gd name="f100" fmla="val 1613700"/>
                <a:gd name="f101" fmla="val 39668"/>
                <a:gd name="f102" fmla="val 96701"/>
                <a:gd name="f103" fmla="val 1598934"/>
                <a:gd name="f104" fmla="val 216635"/>
                <a:gd name="f105" fmla="val 1528533"/>
                <a:gd name="f106" fmla="val 343196"/>
                <a:gd name="f107" fmla="val 1472919"/>
                <a:gd name="f108" fmla="val 474335"/>
                <a:gd name="f109" fmla="val 1433056"/>
                <a:gd name="f110" fmla="val 639999"/>
                <a:gd name="f111" fmla="val 1382669"/>
                <a:gd name="f112" fmla="val 820102"/>
                <a:gd name="f113" fmla="val 1358856"/>
                <a:gd name="f114" fmla="val 994299"/>
                <a:gd name="f115" fmla="val 1335806"/>
                <a:gd name="f116" fmla="val 1210239"/>
                <a:gd name="f117" fmla="val 1307231"/>
                <a:gd name="f118" fmla="val 1404650"/>
                <a:gd name="f119" fmla="val 1282275"/>
                <a:gd name="f120" fmla="val 1605231"/>
                <a:gd name="f121" fmla="val 1265702"/>
                <a:gd name="f122" fmla="val 1656428"/>
                <a:gd name="f123" fmla="val 1261511"/>
                <a:gd name="f124" fmla="val 1708411"/>
                <a:gd name="f125" fmla="val 1257987"/>
                <a:gd name="f126" fmla="val 1758819"/>
                <a:gd name="f127" fmla="val 1254558"/>
                <a:gd name="f128" fmla="val 1877487"/>
                <a:gd name="f129" fmla="val 1246557"/>
                <a:gd name="f130" fmla="val 2000094"/>
                <a:gd name="f131" fmla="val 1238365"/>
                <a:gd name="f132" fmla="val 2118106"/>
                <a:gd name="f133" fmla="val 1220077"/>
                <a:gd name="f134" fmla="val 2239531"/>
                <a:gd name="f135" fmla="val 1201313"/>
                <a:gd name="f136" fmla="val 2359513"/>
                <a:gd name="f137" fmla="val 1172357"/>
                <a:gd name="f138" fmla="val 2475557"/>
                <a:gd name="f139" fmla="val 1144353"/>
                <a:gd name="f140" fmla="val 2508243"/>
                <a:gd name="f141" fmla="val 1136448"/>
                <a:gd name="f142" fmla="val 2541060"/>
                <a:gd name="f143" fmla="val 1128542"/>
                <a:gd name="f144" fmla="val 2573878"/>
                <a:gd name="f145" fmla="val 1120827"/>
                <a:gd name="f146" fmla="val 2684276"/>
                <a:gd name="f147" fmla="val 1094919"/>
                <a:gd name="f148" fmla="val 2797694"/>
                <a:gd name="f149" fmla="val 1071963"/>
                <a:gd name="f150" fmla="val 2907437"/>
                <a:gd name="f151" fmla="val 1049675"/>
                <a:gd name="f152" fmla="val 2978061"/>
                <a:gd name="f153" fmla="val 1035387"/>
                <a:gd name="f154" fmla="val 3051178"/>
                <a:gd name="f155" fmla="val 1020528"/>
                <a:gd name="f156" fmla="val 3122589"/>
                <a:gd name="f157" fmla="val 1005098"/>
                <a:gd name="f158" fmla="val 3206997"/>
                <a:gd name="f159" fmla="val 986810"/>
                <a:gd name="f160" fmla="val 3302823"/>
                <a:gd name="f161" fmla="val 966141"/>
                <a:gd name="f162" fmla="val 3391169"/>
                <a:gd name="f163" fmla="val 935756"/>
                <a:gd name="f164" fmla="val 3494479"/>
                <a:gd name="f165" fmla="val 900132"/>
                <a:gd name="f166" fmla="val 3578886"/>
                <a:gd name="f167" fmla="val 856508"/>
                <a:gd name="f168" fmla="val 3642290"/>
                <a:gd name="f169" fmla="val 806216"/>
                <a:gd name="f170" fmla="val 3720133"/>
                <a:gd name="f171" fmla="val 744303"/>
                <a:gd name="f172" fmla="val 3773953"/>
                <a:gd name="f173" fmla="val 668103"/>
                <a:gd name="f174" fmla="val 3825937"/>
                <a:gd name="f175" fmla="val 594475"/>
                <a:gd name="f176" fmla="val 3837621"/>
                <a:gd name="f177" fmla="val 577902"/>
                <a:gd name="f178" fmla="val 561233"/>
                <a:gd name="f179" fmla="val 3861381"/>
                <a:gd name="f180" fmla="val 544755"/>
                <a:gd name="f181" fmla="val 3889997"/>
                <a:gd name="f182" fmla="val 505416"/>
                <a:gd name="f183" fmla="val 3920715"/>
                <a:gd name="f184" fmla="val 465983"/>
                <a:gd name="f185" fmla="val 3950381"/>
                <a:gd name="f186" fmla="val 427978"/>
                <a:gd name="f187" fmla="val 4007353"/>
                <a:gd name="f188" fmla="val 354921"/>
                <a:gd name="f189" fmla="val 4066163"/>
                <a:gd name="f190" fmla="val 279388"/>
                <a:gd name="f191" fmla="val 4112370"/>
                <a:gd name="f192" fmla="val 201378"/>
                <a:gd name="f193" fmla="val 4144662"/>
                <a:gd name="f194" fmla="val 146800"/>
                <a:gd name="f195" fmla="val 4170785"/>
                <a:gd name="f196" fmla="val 89364"/>
                <a:gd name="f197" fmla="val 4195989"/>
                <a:gd name="f198" fmla="val 33834"/>
                <a:gd name="f199" fmla="+- 0 0 -90"/>
                <a:gd name="f200" fmla="*/ f3 1 4211600"/>
                <a:gd name="f201" fmla="*/ f4 1 1660822"/>
                <a:gd name="f202" fmla="+- f7 0 f5"/>
                <a:gd name="f203" fmla="+- f6 0 f5"/>
                <a:gd name="f204" fmla="*/ f199 f0 1"/>
                <a:gd name="f205" fmla="*/ f203 1 4211600"/>
                <a:gd name="f206" fmla="*/ f202 1 1660822"/>
                <a:gd name="f207" fmla="*/ 4211600 f203 1"/>
                <a:gd name="f208" fmla="*/ 0 f202 1"/>
                <a:gd name="f209" fmla="*/ 58430 f202 1"/>
                <a:gd name="f210" fmla="*/ 4136524 f203 1"/>
                <a:gd name="f211" fmla="*/ 208808 f202 1"/>
                <a:gd name="f212" fmla="*/ 3973354 f203 1"/>
                <a:gd name="f213" fmla="*/ 437313 f202 1"/>
                <a:gd name="f214" fmla="*/ 3884746 f203 1"/>
                <a:gd name="f215" fmla="*/ 553613 f202 1"/>
                <a:gd name="f216" fmla="*/ 3849435 f203 1"/>
                <a:gd name="f217" fmla="*/ 603143 f202 1"/>
                <a:gd name="f218" fmla="*/ 3661849 f203 1"/>
                <a:gd name="f219" fmla="*/ 819075 f202 1"/>
                <a:gd name="f220" fmla="*/ 3402589 f203 1"/>
                <a:gd name="f221" fmla="*/ 952996 f202 1"/>
                <a:gd name="f222" fmla="*/ 3130202 f203 1"/>
                <a:gd name="f223" fmla="*/ 1023386 f202 1"/>
                <a:gd name="f224" fmla="*/ 2914657 f203 1"/>
                <a:gd name="f225" fmla="*/ 1068058 f202 1"/>
                <a:gd name="f226" fmla="*/ 2582149 f203 1"/>
                <a:gd name="f227" fmla="*/ 1138924 f202 1"/>
                <a:gd name="f228" fmla="*/ 2483958 f203 1"/>
                <a:gd name="f229" fmla="*/ 1162356 f202 1"/>
                <a:gd name="f230" fmla="*/ 2123750 f203 1"/>
                <a:gd name="f231" fmla="*/ 1238651 f202 1"/>
                <a:gd name="f232" fmla="*/ 1761444 f203 1"/>
                <a:gd name="f233" fmla="*/ 1273417 f202 1"/>
                <a:gd name="f234" fmla="*/ 1608382 f203 1"/>
                <a:gd name="f235" fmla="*/ 1284466 f202 1"/>
                <a:gd name="f236" fmla="*/ 999942 f203 1"/>
                <a:gd name="f237" fmla="*/ 1354284 f202 1"/>
                <a:gd name="f238" fmla="*/ 484705 f203 1"/>
                <a:gd name="f239" fmla="*/ 1450487 f202 1"/>
                <a:gd name="f240" fmla="*/ 113310 f203 1"/>
                <a:gd name="f241" fmla="*/ 1613700 f202 1"/>
                <a:gd name="f242" fmla="*/ 39668 f203 1"/>
                <a:gd name="f243" fmla="*/ 1660822 f202 1"/>
                <a:gd name="f244" fmla="*/ 0 f203 1"/>
                <a:gd name="f245" fmla="*/ 96701 f203 1"/>
                <a:gd name="f246" fmla="*/ 1598934 f202 1"/>
                <a:gd name="f247" fmla="*/ 474335 f203 1"/>
                <a:gd name="f248" fmla="*/ 1433056 f202 1"/>
                <a:gd name="f249" fmla="*/ 994299 f203 1"/>
                <a:gd name="f250" fmla="*/ 1335806 f202 1"/>
                <a:gd name="f251" fmla="*/ 1605231 f203 1"/>
                <a:gd name="f252" fmla="*/ 1265702 f202 1"/>
                <a:gd name="f253" fmla="*/ 1758819 f203 1"/>
                <a:gd name="f254" fmla="*/ 1254558 f202 1"/>
                <a:gd name="f255" fmla="*/ 2118106 f203 1"/>
                <a:gd name="f256" fmla="*/ 1220077 f202 1"/>
                <a:gd name="f257" fmla="*/ 2475557 f203 1"/>
                <a:gd name="f258" fmla="*/ 1144353 f202 1"/>
                <a:gd name="f259" fmla="*/ 2573878 f203 1"/>
                <a:gd name="f260" fmla="*/ 1120827 f202 1"/>
                <a:gd name="f261" fmla="*/ 2907437 f203 1"/>
                <a:gd name="f262" fmla="*/ 1049675 f202 1"/>
                <a:gd name="f263" fmla="*/ 3122589 f203 1"/>
                <a:gd name="f264" fmla="*/ 1005098 f202 1"/>
                <a:gd name="f265" fmla="*/ 3391169 f203 1"/>
                <a:gd name="f266" fmla="*/ 935756 f202 1"/>
                <a:gd name="f267" fmla="*/ 3642290 f203 1"/>
                <a:gd name="f268" fmla="*/ 806216 f202 1"/>
                <a:gd name="f269" fmla="*/ 3825937 f203 1"/>
                <a:gd name="f270" fmla="*/ 594475 f202 1"/>
                <a:gd name="f271" fmla="*/ 3861381 f203 1"/>
                <a:gd name="f272" fmla="*/ 544755 f202 1"/>
                <a:gd name="f273" fmla="*/ 3950381 f203 1"/>
                <a:gd name="f274" fmla="*/ 427978 f202 1"/>
                <a:gd name="f275" fmla="*/ 4112370 f203 1"/>
                <a:gd name="f276" fmla="*/ 201378 f202 1"/>
                <a:gd name="f277" fmla="*/ 4195989 f203 1"/>
                <a:gd name="f278" fmla="*/ 33834 f202 1"/>
                <a:gd name="f279" fmla="*/ f204 1 f2"/>
                <a:gd name="f280" fmla="*/ f207 1 4211600"/>
                <a:gd name="f281" fmla="*/ f208 1 1660822"/>
                <a:gd name="f282" fmla="*/ f209 1 1660822"/>
                <a:gd name="f283" fmla="*/ f210 1 4211600"/>
                <a:gd name="f284" fmla="*/ f211 1 1660822"/>
                <a:gd name="f285" fmla="*/ f212 1 4211600"/>
                <a:gd name="f286" fmla="*/ f213 1 1660822"/>
                <a:gd name="f287" fmla="*/ f214 1 4211600"/>
                <a:gd name="f288" fmla="*/ f215 1 1660822"/>
                <a:gd name="f289" fmla="*/ f216 1 4211600"/>
                <a:gd name="f290" fmla="*/ f217 1 1660822"/>
                <a:gd name="f291" fmla="*/ f218 1 4211600"/>
                <a:gd name="f292" fmla="*/ f219 1 1660822"/>
                <a:gd name="f293" fmla="*/ f220 1 4211600"/>
                <a:gd name="f294" fmla="*/ f221 1 1660822"/>
                <a:gd name="f295" fmla="*/ f222 1 4211600"/>
                <a:gd name="f296" fmla="*/ f223 1 1660822"/>
                <a:gd name="f297" fmla="*/ f224 1 4211600"/>
                <a:gd name="f298" fmla="*/ f225 1 1660822"/>
                <a:gd name="f299" fmla="*/ f226 1 4211600"/>
                <a:gd name="f300" fmla="*/ f227 1 1660822"/>
                <a:gd name="f301" fmla="*/ f228 1 4211600"/>
                <a:gd name="f302" fmla="*/ f229 1 1660822"/>
                <a:gd name="f303" fmla="*/ f230 1 4211600"/>
                <a:gd name="f304" fmla="*/ f231 1 1660822"/>
                <a:gd name="f305" fmla="*/ f232 1 4211600"/>
                <a:gd name="f306" fmla="*/ f233 1 1660822"/>
                <a:gd name="f307" fmla="*/ f234 1 4211600"/>
                <a:gd name="f308" fmla="*/ f235 1 1660822"/>
                <a:gd name="f309" fmla="*/ f236 1 4211600"/>
                <a:gd name="f310" fmla="*/ f237 1 1660822"/>
                <a:gd name="f311" fmla="*/ f238 1 4211600"/>
                <a:gd name="f312" fmla="*/ f239 1 1660822"/>
                <a:gd name="f313" fmla="*/ f240 1 4211600"/>
                <a:gd name="f314" fmla="*/ f241 1 1660822"/>
                <a:gd name="f315" fmla="*/ f242 1 4211600"/>
                <a:gd name="f316" fmla="*/ f243 1 1660822"/>
                <a:gd name="f317" fmla="*/ f244 1 4211600"/>
                <a:gd name="f318" fmla="*/ f245 1 4211600"/>
                <a:gd name="f319" fmla="*/ f246 1 1660822"/>
                <a:gd name="f320" fmla="*/ f247 1 4211600"/>
                <a:gd name="f321" fmla="*/ f248 1 1660822"/>
                <a:gd name="f322" fmla="*/ f249 1 4211600"/>
                <a:gd name="f323" fmla="*/ f250 1 1660822"/>
                <a:gd name="f324" fmla="*/ f251 1 4211600"/>
                <a:gd name="f325" fmla="*/ f252 1 1660822"/>
                <a:gd name="f326" fmla="*/ f253 1 4211600"/>
                <a:gd name="f327" fmla="*/ f254 1 1660822"/>
                <a:gd name="f328" fmla="*/ f255 1 4211600"/>
                <a:gd name="f329" fmla="*/ f256 1 1660822"/>
                <a:gd name="f330" fmla="*/ f257 1 4211600"/>
                <a:gd name="f331" fmla="*/ f258 1 1660822"/>
                <a:gd name="f332" fmla="*/ f259 1 4211600"/>
                <a:gd name="f333" fmla="*/ f260 1 1660822"/>
                <a:gd name="f334" fmla="*/ f261 1 4211600"/>
                <a:gd name="f335" fmla="*/ f262 1 1660822"/>
                <a:gd name="f336" fmla="*/ f263 1 4211600"/>
                <a:gd name="f337" fmla="*/ f264 1 1660822"/>
                <a:gd name="f338" fmla="*/ f265 1 4211600"/>
                <a:gd name="f339" fmla="*/ f266 1 1660822"/>
                <a:gd name="f340" fmla="*/ f267 1 4211600"/>
                <a:gd name="f341" fmla="*/ f268 1 1660822"/>
                <a:gd name="f342" fmla="*/ f269 1 4211600"/>
                <a:gd name="f343" fmla="*/ f270 1 1660822"/>
                <a:gd name="f344" fmla="*/ f271 1 4211600"/>
                <a:gd name="f345" fmla="*/ f272 1 1660822"/>
                <a:gd name="f346" fmla="*/ f273 1 4211600"/>
                <a:gd name="f347" fmla="*/ f274 1 1660822"/>
                <a:gd name="f348" fmla="*/ f275 1 4211600"/>
                <a:gd name="f349" fmla="*/ f276 1 1660822"/>
                <a:gd name="f350" fmla="*/ f277 1 4211600"/>
                <a:gd name="f351" fmla="*/ f278 1 1660822"/>
                <a:gd name="f352" fmla="*/ f5 1 f205"/>
                <a:gd name="f353" fmla="*/ f6 1 f205"/>
                <a:gd name="f354" fmla="*/ f5 1 f206"/>
                <a:gd name="f355" fmla="*/ f7 1 f206"/>
                <a:gd name="f356" fmla="+- f279 0 f1"/>
                <a:gd name="f357" fmla="*/ f280 1 f205"/>
                <a:gd name="f358" fmla="*/ f281 1 f206"/>
                <a:gd name="f359" fmla="*/ f282 1 f206"/>
                <a:gd name="f360" fmla="*/ f283 1 f205"/>
                <a:gd name="f361" fmla="*/ f284 1 f206"/>
                <a:gd name="f362" fmla="*/ f285 1 f205"/>
                <a:gd name="f363" fmla="*/ f286 1 f206"/>
                <a:gd name="f364" fmla="*/ f287 1 f205"/>
                <a:gd name="f365" fmla="*/ f288 1 f206"/>
                <a:gd name="f366" fmla="*/ f289 1 f205"/>
                <a:gd name="f367" fmla="*/ f290 1 f206"/>
                <a:gd name="f368" fmla="*/ f291 1 f205"/>
                <a:gd name="f369" fmla="*/ f292 1 f206"/>
                <a:gd name="f370" fmla="*/ f293 1 f205"/>
                <a:gd name="f371" fmla="*/ f294 1 f206"/>
                <a:gd name="f372" fmla="*/ f295 1 f205"/>
                <a:gd name="f373" fmla="*/ f296 1 f206"/>
                <a:gd name="f374" fmla="*/ f297 1 f205"/>
                <a:gd name="f375" fmla="*/ f298 1 f206"/>
                <a:gd name="f376" fmla="*/ f299 1 f205"/>
                <a:gd name="f377" fmla="*/ f300 1 f206"/>
                <a:gd name="f378" fmla="*/ f301 1 f205"/>
                <a:gd name="f379" fmla="*/ f302 1 f206"/>
                <a:gd name="f380" fmla="*/ f303 1 f205"/>
                <a:gd name="f381" fmla="*/ f304 1 f206"/>
                <a:gd name="f382" fmla="*/ f305 1 f205"/>
                <a:gd name="f383" fmla="*/ f306 1 f206"/>
                <a:gd name="f384" fmla="*/ f307 1 f205"/>
                <a:gd name="f385" fmla="*/ f308 1 f206"/>
                <a:gd name="f386" fmla="*/ f309 1 f205"/>
                <a:gd name="f387" fmla="*/ f310 1 f206"/>
                <a:gd name="f388" fmla="*/ f311 1 f205"/>
                <a:gd name="f389" fmla="*/ f312 1 f206"/>
                <a:gd name="f390" fmla="*/ f313 1 f205"/>
                <a:gd name="f391" fmla="*/ f314 1 f206"/>
                <a:gd name="f392" fmla="*/ f315 1 f205"/>
                <a:gd name="f393" fmla="*/ f316 1 f206"/>
                <a:gd name="f394" fmla="*/ f317 1 f205"/>
                <a:gd name="f395" fmla="*/ f318 1 f205"/>
                <a:gd name="f396" fmla="*/ f319 1 f206"/>
                <a:gd name="f397" fmla="*/ f320 1 f205"/>
                <a:gd name="f398" fmla="*/ f321 1 f206"/>
                <a:gd name="f399" fmla="*/ f322 1 f205"/>
                <a:gd name="f400" fmla="*/ f323 1 f206"/>
                <a:gd name="f401" fmla="*/ f324 1 f205"/>
                <a:gd name="f402" fmla="*/ f325 1 f206"/>
                <a:gd name="f403" fmla="*/ f326 1 f205"/>
                <a:gd name="f404" fmla="*/ f327 1 f206"/>
                <a:gd name="f405" fmla="*/ f328 1 f205"/>
                <a:gd name="f406" fmla="*/ f329 1 f206"/>
                <a:gd name="f407" fmla="*/ f330 1 f205"/>
                <a:gd name="f408" fmla="*/ f331 1 f206"/>
                <a:gd name="f409" fmla="*/ f332 1 f205"/>
                <a:gd name="f410" fmla="*/ f333 1 f206"/>
                <a:gd name="f411" fmla="*/ f334 1 f205"/>
                <a:gd name="f412" fmla="*/ f335 1 f206"/>
                <a:gd name="f413" fmla="*/ f336 1 f205"/>
                <a:gd name="f414" fmla="*/ f337 1 f206"/>
                <a:gd name="f415" fmla="*/ f338 1 f205"/>
                <a:gd name="f416" fmla="*/ f339 1 f206"/>
                <a:gd name="f417" fmla="*/ f340 1 f205"/>
                <a:gd name="f418" fmla="*/ f341 1 f206"/>
                <a:gd name="f419" fmla="*/ f342 1 f205"/>
                <a:gd name="f420" fmla="*/ f343 1 f206"/>
                <a:gd name="f421" fmla="*/ f344 1 f205"/>
                <a:gd name="f422" fmla="*/ f345 1 f206"/>
                <a:gd name="f423" fmla="*/ f346 1 f205"/>
                <a:gd name="f424" fmla="*/ f347 1 f206"/>
                <a:gd name="f425" fmla="*/ f348 1 f205"/>
                <a:gd name="f426" fmla="*/ f349 1 f206"/>
                <a:gd name="f427" fmla="*/ f350 1 f205"/>
                <a:gd name="f428" fmla="*/ f351 1 f206"/>
                <a:gd name="f429" fmla="*/ f352 f200 1"/>
                <a:gd name="f430" fmla="*/ f353 f200 1"/>
                <a:gd name="f431" fmla="*/ f355 f201 1"/>
                <a:gd name="f432" fmla="*/ f354 f201 1"/>
                <a:gd name="f433" fmla="*/ f357 f200 1"/>
                <a:gd name="f434" fmla="*/ f358 f201 1"/>
                <a:gd name="f435" fmla="*/ f359 f201 1"/>
                <a:gd name="f436" fmla="*/ f360 f200 1"/>
                <a:gd name="f437" fmla="*/ f361 f201 1"/>
                <a:gd name="f438" fmla="*/ f362 f200 1"/>
                <a:gd name="f439" fmla="*/ f363 f201 1"/>
                <a:gd name="f440" fmla="*/ f364 f200 1"/>
                <a:gd name="f441" fmla="*/ f365 f201 1"/>
                <a:gd name="f442" fmla="*/ f366 f200 1"/>
                <a:gd name="f443" fmla="*/ f367 f201 1"/>
                <a:gd name="f444" fmla="*/ f368 f200 1"/>
                <a:gd name="f445" fmla="*/ f369 f201 1"/>
                <a:gd name="f446" fmla="*/ f370 f200 1"/>
                <a:gd name="f447" fmla="*/ f371 f201 1"/>
                <a:gd name="f448" fmla="*/ f372 f200 1"/>
                <a:gd name="f449" fmla="*/ f373 f201 1"/>
                <a:gd name="f450" fmla="*/ f374 f200 1"/>
                <a:gd name="f451" fmla="*/ f375 f201 1"/>
                <a:gd name="f452" fmla="*/ f376 f200 1"/>
                <a:gd name="f453" fmla="*/ f377 f201 1"/>
                <a:gd name="f454" fmla="*/ f378 f200 1"/>
                <a:gd name="f455" fmla="*/ f379 f201 1"/>
                <a:gd name="f456" fmla="*/ f380 f200 1"/>
                <a:gd name="f457" fmla="*/ f381 f201 1"/>
                <a:gd name="f458" fmla="*/ f382 f200 1"/>
                <a:gd name="f459" fmla="*/ f383 f201 1"/>
                <a:gd name="f460" fmla="*/ f384 f200 1"/>
                <a:gd name="f461" fmla="*/ f385 f201 1"/>
                <a:gd name="f462" fmla="*/ f386 f200 1"/>
                <a:gd name="f463" fmla="*/ f387 f201 1"/>
                <a:gd name="f464" fmla="*/ f388 f200 1"/>
                <a:gd name="f465" fmla="*/ f389 f201 1"/>
                <a:gd name="f466" fmla="*/ f390 f200 1"/>
                <a:gd name="f467" fmla="*/ f391 f201 1"/>
                <a:gd name="f468" fmla="*/ f392 f200 1"/>
                <a:gd name="f469" fmla="*/ f393 f201 1"/>
                <a:gd name="f470" fmla="*/ f394 f200 1"/>
                <a:gd name="f471" fmla="*/ f395 f200 1"/>
                <a:gd name="f472" fmla="*/ f396 f201 1"/>
                <a:gd name="f473" fmla="*/ f397 f200 1"/>
                <a:gd name="f474" fmla="*/ f398 f201 1"/>
                <a:gd name="f475" fmla="*/ f399 f200 1"/>
                <a:gd name="f476" fmla="*/ f400 f201 1"/>
                <a:gd name="f477" fmla="*/ f401 f200 1"/>
                <a:gd name="f478" fmla="*/ f402 f201 1"/>
                <a:gd name="f479" fmla="*/ f403 f200 1"/>
                <a:gd name="f480" fmla="*/ f404 f201 1"/>
                <a:gd name="f481" fmla="*/ f405 f200 1"/>
                <a:gd name="f482" fmla="*/ f406 f201 1"/>
                <a:gd name="f483" fmla="*/ f407 f200 1"/>
                <a:gd name="f484" fmla="*/ f408 f201 1"/>
                <a:gd name="f485" fmla="*/ f409 f200 1"/>
                <a:gd name="f486" fmla="*/ f410 f201 1"/>
                <a:gd name="f487" fmla="*/ f411 f200 1"/>
                <a:gd name="f488" fmla="*/ f412 f201 1"/>
                <a:gd name="f489" fmla="*/ f413 f200 1"/>
                <a:gd name="f490" fmla="*/ f414 f201 1"/>
                <a:gd name="f491" fmla="*/ f415 f200 1"/>
                <a:gd name="f492" fmla="*/ f416 f201 1"/>
                <a:gd name="f493" fmla="*/ f417 f200 1"/>
                <a:gd name="f494" fmla="*/ f418 f201 1"/>
                <a:gd name="f495" fmla="*/ f419 f200 1"/>
                <a:gd name="f496" fmla="*/ f420 f201 1"/>
                <a:gd name="f497" fmla="*/ f421 f200 1"/>
                <a:gd name="f498" fmla="*/ f422 f201 1"/>
                <a:gd name="f499" fmla="*/ f423 f200 1"/>
                <a:gd name="f500" fmla="*/ f424 f201 1"/>
                <a:gd name="f501" fmla="*/ f425 f200 1"/>
                <a:gd name="f502" fmla="*/ f426 f201 1"/>
                <a:gd name="f503" fmla="*/ f427 f200 1"/>
                <a:gd name="f504" fmla="*/ f428 f201 1"/>
              </a:gdLst>
              <a:ahLst/>
              <a:cxnLst>
                <a:cxn ang="3cd4">
                  <a:pos x="hc" y="t"/>
                </a:cxn>
                <a:cxn ang="0">
                  <a:pos x="r" y="vc"/>
                </a:cxn>
                <a:cxn ang="cd4">
                  <a:pos x="hc" y="b"/>
                </a:cxn>
                <a:cxn ang="cd2">
                  <a:pos x="l" y="vc"/>
                </a:cxn>
                <a:cxn ang="f356">
                  <a:pos x="f433" y="f434"/>
                </a:cxn>
                <a:cxn ang="f356">
                  <a:pos x="f433" y="f435"/>
                </a:cxn>
                <a:cxn ang="f356">
                  <a:pos x="f436" y="f437"/>
                </a:cxn>
                <a:cxn ang="f356">
                  <a:pos x="f438" y="f439"/>
                </a:cxn>
                <a:cxn ang="f356">
                  <a:pos x="f440" y="f441"/>
                </a:cxn>
                <a:cxn ang="f356">
                  <a:pos x="f442" y="f443"/>
                </a:cxn>
                <a:cxn ang="f356">
                  <a:pos x="f444" y="f445"/>
                </a:cxn>
                <a:cxn ang="f356">
                  <a:pos x="f446" y="f447"/>
                </a:cxn>
                <a:cxn ang="f356">
                  <a:pos x="f448" y="f449"/>
                </a:cxn>
                <a:cxn ang="f356">
                  <a:pos x="f450" y="f451"/>
                </a:cxn>
                <a:cxn ang="f356">
                  <a:pos x="f452" y="f453"/>
                </a:cxn>
                <a:cxn ang="f356">
                  <a:pos x="f454" y="f455"/>
                </a:cxn>
                <a:cxn ang="f356">
                  <a:pos x="f456" y="f457"/>
                </a:cxn>
                <a:cxn ang="f356">
                  <a:pos x="f458" y="f459"/>
                </a:cxn>
                <a:cxn ang="f356">
                  <a:pos x="f460" y="f461"/>
                </a:cxn>
                <a:cxn ang="f356">
                  <a:pos x="f462" y="f463"/>
                </a:cxn>
                <a:cxn ang="f356">
                  <a:pos x="f464" y="f465"/>
                </a:cxn>
                <a:cxn ang="f356">
                  <a:pos x="f466" y="f467"/>
                </a:cxn>
                <a:cxn ang="f356">
                  <a:pos x="f468" y="f469"/>
                </a:cxn>
                <a:cxn ang="f356">
                  <a:pos x="f470" y="f469"/>
                </a:cxn>
                <a:cxn ang="f356">
                  <a:pos x="f471" y="f472"/>
                </a:cxn>
                <a:cxn ang="f356">
                  <a:pos x="f473" y="f474"/>
                </a:cxn>
                <a:cxn ang="f356">
                  <a:pos x="f475" y="f476"/>
                </a:cxn>
                <a:cxn ang="f356">
                  <a:pos x="f477" y="f478"/>
                </a:cxn>
                <a:cxn ang="f356">
                  <a:pos x="f479" y="f480"/>
                </a:cxn>
                <a:cxn ang="f356">
                  <a:pos x="f481" y="f482"/>
                </a:cxn>
                <a:cxn ang="f356">
                  <a:pos x="f483" y="f484"/>
                </a:cxn>
                <a:cxn ang="f356">
                  <a:pos x="f485" y="f486"/>
                </a:cxn>
                <a:cxn ang="f356">
                  <a:pos x="f487" y="f488"/>
                </a:cxn>
                <a:cxn ang="f356">
                  <a:pos x="f489" y="f490"/>
                </a:cxn>
                <a:cxn ang="f356">
                  <a:pos x="f491" y="f492"/>
                </a:cxn>
                <a:cxn ang="f356">
                  <a:pos x="f493" y="f494"/>
                </a:cxn>
                <a:cxn ang="f356">
                  <a:pos x="f495" y="f496"/>
                </a:cxn>
                <a:cxn ang="f356">
                  <a:pos x="f497" y="f498"/>
                </a:cxn>
                <a:cxn ang="f356">
                  <a:pos x="f499" y="f500"/>
                </a:cxn>
                <a:cxn ang="f356">
                  <a:pos x="f501" y="f502"/>
                </a:cxn>
                <a:cxn ang="f356">
                  <a:pos x="f503" y="f504"/>
                </a:cxn>
              </a:cxnLst>
              <a:rect l="f429" t="f432" r="f430" b="f431"/>
              <a:pathLst>
                <a:path w="4211600" h="1660822">
                  <a:moveTo>
                    <a:pt x="f6" y="f5"/>
                  </a:moveTo>
                  <a:lnTo>
                    <a:pt x="f6" y="f8"/>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cubicBezTo>
                    <a:pt x="f53" y="f54"/>
                    <a:pt x="f55" y="f56"/>
                    <a:pt x="f57" y="f58"/>
                  </a:cubicBezTo>
                  <a:cubicBezTo>
                    <a:pt x="f59" y="f60"/>
                    <a:pt x="f61" y="f62"/>
                    <a:pt x="f63" y="f64"/>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lnTo>
                    <a:pt x="f101" y="f7"/>
                  </a:lnTo>
                  <a:lnTo>
                    <a:pt x="f5" y="f7"/>
                  </a:lnTo>
                  <a:lnTo>
                    <a:pt x="f102" y="f103"/>
                  </a:lnTo>
                  <a:cubicBezTo>
                    <a:pt x="f104" y="f105"/>
                    <a:pt x="f106" y="f107"/>
                    <a:pt x="f108" y="f109"/>
                  </a:cubicBezTo>
                  <a:cubicBezTo>
                    <a:pt x="f110" y="f111"/>
                    <a:pt x="f112" y="f113"/>
                    <a:pt x="f114" y="f115"/>
                  </a:cubicBezTo>
                  <a:cubicBezTo>
                    <a:pt x="f116" y="f117"/>
                    <a:pt x="f118" y="f119"/>
                    <a:pt x="f120" y="f121"/>
                  </a:cubicBezTo>
                  <a:cubicBezTo>
                    <a:pt x="f122" y="f123"/>
                    <a:pt x="f124" y="f125"/>
                    <a:pt x="f126" y="f127"/>
                  </a:cubicBezTo>
                  <a:cubicBezTo>
                    <a:pt x="f128" y="f129"/>
                    <a:pt x="f130" y="f131"/>
                    <a:pt x="f132" y="f133"/>
                  </a:cubicBezTo>
                  <a:cubicBezTo>
                    <a:pt x="f134" y="f135"/>
                    <a:pt x="f136" y="f137"/>
                    <a:pt x="f138" y="f139"/>
                  </a:cubicBezTo>
                  <a:cubicBezTo>
                    <a:pt x="f140" y="f141"/>
                    <a:pt x="f142" y="f143"/>
                    <a:pt x="f144" y="f145"/>
                  </a:cubicBezTo>
                  <a:cubicBezTo>
                    <a:pt x="f146" y="f147"/>
                    <a:pt x="f148" y="f149"/>
                    <a:pt x="f150" y="f151"/>
                  </a:cubicBezTo>
                  <a:cubicBezTo>
                    <a:pt x="f152" y="f153"/>
                    <a:pt x="f154" y="f155"/>
                    <a:pt x="f156" y="f157"/>
                  </a:cubicBezTo>
                  <a:cubicBezTo>
                    <a:pt x="f158" y="f159"/>
                    <a:pt x="f160" y="f161"/>
                    <a:pt x="f162" y="f163"/>
                  </a:cubicBezTo>
                  <a:cubicBezTo>
                    <a:pt x="f164" y="f165"/>
                    <a:pt x="f166" y="f167"/>
                    <a:pt x="f168" y="f169"/>
                  </a:cubicBezTo>
                  <a:cubicBezTo>
                    <a:pt x="f170" y="f171"/>
                    <a:pt x="f172" y="f173"/>
                    <a:pt x="f174" y="f175"/>
                  </a:cubicBezTo>
                  <a:cubicBezTo>
                    <a:pt x="f176" y="f177"/>
                    <a:pt x="f27" y="f178"/>
                    <a:pt x="f179" y="f180"/>
                  </a:cubicBezTo>
                  <a:cubicBezTo>
                    <a:pt x="f181" y="f182"/>
                    <a:pt x="f183" y="f184"/>
                    <a:pt x="f185" y="f186"/>
                  </a:cubicBezTo>
                  <a:cubicBezTo>
                    <a:pt x="f187" y="f188"/>
                    <a:pt x="f189" y="f190"/>
                    <a:pt x="f191" y="f192"/>
                  </a:cubicBezTo>
                  <a:cubicBezTo>
                    <a:pt x="f193" y="f194"/>
                    <a:pt x="f195" y="f196"/>
                    <a:pt x="f197" y="f198"/>
                  </a:cubicBezTo>
                  <a:close/>
                </a:path>
              </a:pathLst>
            </a:custGeom>
            <a:solidFill>
              <a:srgbClr val="E45221"/>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Segoe U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4C03FB-CB63-4C8C-BE64-98E3A4D3EE6D}"/>
              </a:ext>
            </a:extLst>
          </p:cNvPr>
          <p:cNvSpPr txBox="1">
            <a:spLocks noGrp="1"/>
          </p:cNvSpPr>
          <p:nvPr>
            <p:ph type="title"/>
          </p:nvPr>
        </p:nvSpPr>
        <p:spPr/>
        <p:txBody>
          <a:bodyPr/>
          <a:lstStyle/>
          <a:p>
            <a:pPr lvl="0"/>
            <a:r>
              <a:rPr lang="fr-FR" dirty="0"/>
              <a:t>Objectifs du projet</a:t>
            </a:r>
          </a:p>
        </p:txBody>
      </p:sp>
      <p:sp>
        <p:nvSpPr>
          <p:cNvPr id="3" name="Espace réservé du contenu 2">
            <a:extLst>
              <a:ext uri="{FF2B5EF4-FFF2-40B4-BE49-F238E27FC236}">
                <a16:creationId xmlns:a16="http://schemas.microsoft.com/office/drawing/2014/main" id="{AFC83A87-AD0A-4AF4-93A5-7C89C7F4C791}"/>
              </a:ext>
            </a:extLst>
          </p:cNvPr>
          <p:cNvSpPr txBox="1">
            <a:spLocks noGrp="1"/>
          </p:cNvSpPr>
          <p:nvPr>
            <p:ph idx="1"/>
          </p:nvPr>
        </p:nvSpPr>
        <p:spPr/>
        <p:txBody>
          <a:bodyPr/>
          <a:lstStyle/>
          <a:p>
            <a:pPr lvl="0">
              <a:lnSpc>
                <a:spcPct val="100000"/>
              </a:lnSpc>
            </a:pPr>
            <a:r>
              <a:rPr lang="fr-FR" dirty="0"/>
              <a:t>Le premier objectif est de développer un </a:t>
            </a:r>
            <a:r>
              <a:rPr lang="fr-FR" dirty="0" err="1"/>
              <a:t>chatbot</a:t>
            </a:r>
            <a:r>
              <a:rPr lang="fr-FR" dirty="0"/>
              <a:t> avec </a:t>
            </a:r>
            <a:r>
              <a:rPr lang="fr-FR" dirty="0" err="1"/>
              <a:t>Botpress</a:t>
            </a:r>
            <a:r>
              <a:rPr lang="fr-FR" dirty="0"/>
              <a:t> qui discute avec l’utilisateur, pose quelques questions simples, puis propose des parfums adaptés à son profil.</a:t>
            </a:r>
          </a:p>
          <a:p>
            <a:pPr lvl="0">
              <a:lnSpc>
                <a:spcPct val="100000"/>
              </a:lnSpc>
            </a:pPr>
            <a:r>
              <a:rPr lang="fr-FR" dirty="0"/>
              <a:t>Le deuxième objectif du projet est de concevoir une application </a:t>
            </a:r>
            <a:r>
              <a:rPr lang="fr-FR" dirty="0" err="1"/>
              <a:t>Streamlit</a:t>
            </a:r>
            <a:r>
              <a:rPr lang="fr-FR" dirty="0"/>
              <a:t> capable d’afficher l’ensemble du catalogue de parfums, ainsi qu’une fiche détaillée pour chaque référence.</a:t>
            </a:r>
          </a:p>
          <a:p>
            <a:pPr lvl="0">
              <a:lnSpc>
                <a:spcPct val="100000"/>
              </a:lnSpc>
            </a:pPr>
            <a:r>
              <a:rPr lang="fr-FR" dirty="0"/>
              <a:t>Enfin, le troisième objectif est d’intégrer ces deux éléments, de façon ergonomique et fonctionnel . Puis enfin de déployer notre site web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5">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86410B-B885-4AC5-90F6-D50778C6DF63}"/>
              </a:ext>
            </a:extLst>
          </p:cNvPr>
          <p:cNvSpPr txBox="1">
            <a:spLocks noGrp="1"/>
          </p:cNvSpPr>
          <p:nvPr>
            <p:ph type="title"/>
          </p:nvPr>
        </p:nvSpPr>
        <p:spPr/>
        <p:txBody>
          <a:bodyPr/>
          <a:lstStyle/>
          <a:p>
            <a:pPr lvl="0"/>
            <a:r>
              <a:rPr lang="fr-FR"/>
              <a:t>Stack technique utilisée</a:t>
            </a:r>
          </a:p>
        </p:txBody>
      </p:sp>
      <p:sp>
        <p:nvSpPr>
          <p:cNvPr id="3" name="Espace réservé du contenu 2">
            <a:extLst>
              <a:ext uri="{FF2B5EF4-FFF2-40B4-BE49-F238E27FC236}">
                <a16:creationId xmlns:a16="http://schemas.microsoft.com/office/drawing/2014/main" id="{BC2F149E-8E1F-47C7-8236-C6B9D57B71E6}"/>
              </a:ext>
            </a:extLst>
          </p:cNvPr>
          <p:cNvSpPr txBox="1">
            <a:spLocks noGrp="1"/>
          </p:cNvSpPr>
          <p:nvPr>
            <p:ph idx="1"/>
          </p:nvPr>
        </p:nvSpPr>
        <p:spPr/>
        <p:txBody>
          <a:bodyPr/>
          <a:lstStyle/>
          <a:p>
            <a:pPr lvl="0"/>
            <a:r>
              <a:rPr lang="fr-FR" sz="2600" dirty="0"/>
              <a:t>L’application web est développée en Python en utilisant le </a:t>
            </a:r>
            <a:r>
              <a:rPr lang="fr-FR" sz="2600" dirty="0" err="1"/>
              <a:t>framework</a:t>
            </a:r>
            <a:r>
              <a:rPr lang="fr-FR" sz="2600" dirty="0"/>
              <a:t> </a:t>
            </a:r>
            <a:r>
              <a:rPr lang="fr-FR" sz="2600" dirty="0" err="1"/>
              <a:t>Streamlit</a:t>
            </a:r>
            <a:r>
              <a:rPr lang="fr-FR" sz="2600" dirty="0"/>
              <a:t>, qui permet de créer rapidement des interfaces interactives.</a:t>
            </a:r>
          </a:p>
          <a:p>
            <a:pPr lvl="0"/>
            <a:r>
              <a:rPr lang="fr-FR" sz="2600" dirty="0"/>
              <a:t>Les données sont stockées dans : </a:t>
            </a:r>
          </a:p>
          <a:p>
            <a:pPr lvl="1"/>
            <a:r>
              <a:rPr lang="fr-FR" sz="2200" dirty="0"/>
              <a:t>des fichiers CSV et TXT, qui décrivent les caractéristiques et les prix de parfums. </a:t>
            </a:r>
          </a:p>
          <a:p>
            <a:pPr lvl="1"/>
            <a:r>
              <a:rPr lang="fr-FR" sz="2200" dirty="0"/>
              <a:t> les images des flacons du catalogue de vente.</a:t>
            </a:r>
          </a:p>
          <a:p>
            <a:pPr lvl="0"/>
            <a:r>
              <a:rPr lang="fr-FR" sz="2600" dirty="0"/>
              <a:t>Le </a:t>
            </a:r>
            <a:r>
              <a:rPr lang="fr-FR" sz="2600" dirty="0" err="1"/>
              <a:t>chatbot</a:t>
            </a:r>
            <a:r>
              <a:rPr lang="fr-FR" sz="2600" dirty="0"/>
              <a:t> est construit avec </a:t>
            </a:r>
            <a:r>
              <a:rPr lang="fr-FR" sz="2600" dirty="0" err="1"/>
              <a:t>Botpress</a:t>
            </a:r>
            <a:r>
              <a:rPr lang="fr-FR" sz="2600" dirty="0"/>
              <a:t>, qui permet de définir des flows de conversation, des nœuds de décision, et une logique de recommandation adaptée à ce projet.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6">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725F74-7681-485A-A667-75A5CD32BAA4}"/>
              </a:ext>
            </a:extLst>
          </p:cNvPr>
          <p:cNvSpPr txBox="1">
            <a:spLocks noGrp="1"/>
          </p:cNvSpPr>
          <p:nvPr>
            <p:ph type="title"/>
          </p:nvPr>
        </p:nvSpPr>
        <p:spPr>
          <a:xfrm>
            <a:off x="915954" y="0"/>
            <a:ext cx="10515600" cy="1325559"/>
          </a:xfrm>
        </p:spPr>
        <p:txBody>
          <a:bodyPr/>
          <a:lstStyle/>
          <a:p>
            <a:pPr lvl="0"/>
            <a:r>
              <a:rPr lang="fr-FR" sz="4000" dirty="0"/>
              <a:t>Vue globale de l’Architecture du bot dans </a:t>
            </a:r>
            <a:r>
              <a:rPr lang="fr-FR" sz="4000" dirty="0" err="1"/>
              <a:t>Botpress</a:t>
            </a:r>
            <a:endParaRPr lang="fr-FR" sz="4000" dirty="0"/>
          </a:p>
        </p:txBody>
      </p:sp>
      <p:sp>
        <p:nvSpPr>
          <p:cNvPr id="5" name="Espace réservé du contenu 4">
            <a:extLst>
              <a:ext uri="{FF2B5EF4-FFF2-40B4-BE49-F238E27FC236}">
                <a16:creationId xmlns:a16="http://schemas.microsoft.com/office/drawing/2014/main" id="{0C02A475-ECDF-A595-A749-BAE8B5A2506B}"/>
              </a:ext>
            </a:extLst>
          </p:cNvPr>
          <p:cNvSpPr>
            <a:spLocks noGrp="1"/>
          </p:cNvSpPr>
          <p:nvPr>
            <p:ph idx="1"/>
          </p:nvPr>
        </p:nvSpPr>
        <p:spPr/>
        <p:txBody>
          <a:bodyPr/>
          <a:lstStyle/>
          <a:p>
            <a:endParaRPr lang="fr-FR"/>
          </a:p>
        </p:txBody>
      </p:sp>
      <p:pic>
        <p:nvPicPr>
          <p:cNvPr id="7" name="Image 6">
            <a:extLst>
              <a:ext uri="{FF2B5EF4-FFF2-40B4-BE49-F238E27FC236}">
                <a16:creationId xmlns:a16="http://schemas.microsoft.com/office/drawing/2014/main" id="{44872A5A-6C80-C11C-2C5C-4A2F27784734}"/>
              </a:ext>
            </a:extLst>
          </p:cNvPr>
          <p:cNvPicPr>
            <a:picLocks noChangeAspect="1"/>
          </p:cNvPicPr>
          <p:nvPr/>
        </p:nvPicPr>
        <p:blipFill>
          <a:blip r:embed="rId2"/>
          <a:stretch>
            <a:fillRect/>
          </a:stretch>
        </p:blipFill>
        <p:spPr>
          <a:xfrm>
            <a:off x="137651" y="1325559"/>
            <a:ext cx="11916697" cy="54224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7">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25986D-9F74-44C8-A4A2-3965E01033E0}"/>
              </a:ext>
            </a:extLst>
          </p:cNvPr>
          <p:cNvSpPr txBox="1">
            <a:spLocks noGrp="1"/>
          </p:cNvSpPr>
          <p:nvPr>
            <p:ph type="title"/>
          </p:nvPr>
        </p:nvSpPr>
        <p:spPr/>
        <p:txBody>
          <a:bodyPr/>
          <a:lstStyle/>
          <a:p>
            <a:pPr lvl="0"/>
            <a:r>
              <a:rPr lang="fr-FR"/>
              <a:t>Architecture du bot dans Botpress</a:t>
            </a:r>
          </a:p>
        </p:txBody>
      </p:sp>
      <p:sp>
        <p:nvSpPr>
          <p:cNvPr id="3" name="Espace réservé du contenu 2">
            <a:extLst>
              <a:ext uri="{FF2B5EF4-FFF2-40B4-BE49-F238E27FC236}">
                <a16:creationId xmlns:a16="http://schemas.microsoft.com/office/drawing/2014/main" id="{ABF44DB1-43A2-42E4-A7B6-64005BD3A744}"/>
              </a:ext>
            </a:extLst>
          </p:cNvPr>
          <p:cNvSpPr txBox="1">
            <a:spLocks noGrp="1"/>
          </p:cNvSpPr>
          <p:nvPr>
            <p:ph idx="1"/>
          </p:nvPr>
        </p:nvSpPr>
        <p:spPr>
          <a:xfrm>
            <a:off x="0" y="1690687"/>
            <a:ext cx="6531429" cy="5051757"/>
          </a:xfrm>
        </p:spPr>
        <p:txBody>
          <a:bodyPr>
            <a:normAutofit/>
          </a:bodyPr>
          <a:lstStyle/>
          <a:p>
            <a:pPr lvl="0">
              <a:lnSpc>
                <a:spcPct val="100000"/>
              </a:lnSpc>
            </a:pPr>
            <a:r>
              <a:rPr lang="fr-FR" sz="1800" dirty="0"/>
              <a:t>Dans </a:t>
            </a:r>
            <a:r>
              <a:rPr lang="fr-FR" sz="1800" dirty="0" err="1"/>
              <a:t>Botpress</a:t>
            </a:r>
            <a:r>
              <a:rPr lang="fr-FR" sz="1800" dirty="0"/>
              <a:t>, j’ai structuré l’assistant DJERIPERFUM autour de plusieurs flows reliés entre eux.</a:t>
            </a:r>
          </a:p>
          <a:p>
            <a:pPr lvl="0">
              <a:lnSpc>
                <a:spcPct val="100000"/>
              </a:lnSpc>
            </a:pPr>
            <a:r>
              <a:rPr lang="fr-FR" sz="1800" dirty="0"/>
              <a:t>Le bot commence toujours par un flow d’accueil, qui présente les fonctionnalités principales et propose un menu : obtenir une recommandation, définir son profil senteur, poser une question libre ,ou voir les promotions.</a:t>
            </a:r>
            <a:br>
              <a:rPr lang="fr-FR" sz="1800" dirty="0"/>
            </a:br>
            <a:r>
              <a:rPr lang="fr-FR" sz="1800" dirty="0"/>
              <a:t>Chaque fonctionnalité correspond ensuite à un flow dédié, avec ses propres nœuds, ses variables, et parfois du code JavaScript pour adapter la réponse aux préférences de l’utilisateur.</a:t>
            </a:r>
          </a:p>
          <a:p>
            <a:pPr lvl="0">
              <a:lnSpc>
                <a:spcPct val="100000"/>
              </a:lnSpc>
            </a:pPr>
            <a:r>
              <a:rPr lang="fr-FR" sz="1800" dirty="0"/>
              <a:t>A chaque flux de conversation les variables e conversation sont créer </a:t>
            </a:r>
          </a:p>
        </p:txBody>
      </p:sp>
      <p:pic>
        <p:nvPicPr>
          <p:cNvPr id="5" name="Image 4">
            <a:extLst>
              <a:ext uri="{FF2B5EF4-FFF2-40B4-BE49-F238E27FC236}">
                <a16:creationId xmlns:a16="http://schemas.microsoft.com/office/drawing/2014/main" id="{2971CB69-6AA2-0BE7-FE60-844B83551D55}"/>
              </a:ext>
            </a:extLst>
          </p:cNvPr>
          <p:cNvPicPr>
            <a:picLocks noChangeAspect="1"/>
          </p:cNvPicPr>
          <p:nvPr/>
        </p:nvPicPr>
        <p:blipFill rotWithShape="1">
          <a:blip r:embed="rId2"/>
          <a:srcRect l="1" r="48952"/>
          <a:stretch/>
        </p:blipFill>
        <p:spPr>
          <a:xfrm>
            <a:off x="7117923" y="1306286"/>
            <a:ext cx="2483819" cy="5551714"/>
          </a:xfrm>
          <a:prstGeom prst="rect">
            <a:avLst/>
          </a:prstGeom>
        </p:spPr>
      </p:pic>
      <p:pic>
        <p:nvPicPr>
          <p:cNvPr id="7" name="Image 6">
            <a:extLst>
              <a:ext uri="{FF2B5EF4-FFF2-40B4-BE49-F238E27FC236}">
                <a16:creationId xmlns:a16="http://schemas.microsoft.com/office/drawing/2014/main" id="{73EEF9C1-44A0-06E1-774C-640E64084C73}"/>
              </a:ext>
            </a:extLst>
          </p:cNvPr>
          <p:cNvPicPr>
            <a:picLocks noChangeAspect="1"/>
          </p:cNvPicPr>
          <p:nvPr/>
        </p:nvPicPr>
        <p:blipFill>
          <a:blip r:embed="rId3"/>
          <a:stretch>
            <a:fillRect/>
          </a:stretch>
        </p:blipFill>
        <p:spPr>
          <a:xfrm>
            <a:off x="9601742" y="970076"/>
            <a:ext cx="2499590" cy="58879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8">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BCD99340-FE8E-4A5B-BF66-56B55FC118A7}"/>
              </a:ext>
            </a:extLst>
          </p:cNvPr>
          <p:cNvSpPr>
            <a:spLocks noMove="1" noResize="1"/>
          </p:cNvSpPr>
          <p:nvPr/>
        </p:nvSpPr>
        <p:spPr>
          <a:xfrm>
            <a:off x="0" y="0"/>
            <a:ext cx="12188952" cy="6858000"/>
          </a:xfrm>
          <a:prstGeom prst="rect">
            <a:avLst/>
          </a:prstGeom>
          <a:solidFill>
            <a:srgbClr val="FFFFFF"/>
          </a:solidFill>
          <a:ln w="12701" cap="flat">
            <a:solidFill>
              <a:srgbClr val="F2F2F2"/>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sp>
        <p:nvSpPr>
          <p:cNvPr id="3" name="Rectangle 11">
            <a:extLst>
              <a:ext uri="{FF2B5EF4-FFF2-40B4-BE49-F238E27FC236}">
                <a16:creationId xmlns:a16="http://schemas.microsoft.com/office/drawing/2014/main" id="{21A110F1-8E7E-419C-B561-0A02284FBC1F}"/>
              </a:ext>
            </a:extLst>
          </p:cNvPr>
          <p:cNvSpPr>
            <a:spLocks noMove="1" noResize="1"/>
          </p:cNvSpPr>
          <p:nvPr/>
        </p:nvSpPr>
        <p:spPr>
          <a:xfrm>
            <a:off x="0" y="0"/>
            <a:ext cx="12188952" cy="6858000"/>
          </a:xfrm>
          <a:prstGeom prst="rect">
            <a:avLst/>
          </a:prstGeom>
          <a:solidFill>
            <a:srgbClr val="F3F0E9"/>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grpSp>
        <p:nvGrpSpPr>
          <p:cNvPr id="4" name="Top left">
            <a:extLst>
              <a:ext uri="{FF2B5EF4-FFF2-40B4-BE49-F238E27FC236}">
                <a16:creationId xmlns:a16="http://schemas.microsoft.com/office/drawing/2014/main" id="{98597DCE-C9C5-4D3C-9B4A-2BB5A54C7DAC}"/>
              </a:ext>
            </a:extLst>
          </p:cNvPr>
          <p:cNvGrpSpPr/>
          <p:nvPr/>
        </p:nvGrpSpPr>
        <p:grpSpPr>
          <a:xfrm>
            <a:off x="10844" y="-3101"/>
            <a:ext cx="2198958" cy="3349530"/>
            <a:chOff x="10844" y="-3101"/>
            <a:chExt cx="2198958" cy="3349530"/>
          </a:xfrm>
        </p:grpSpPr>
        <p:sp>
          <p:nvSpPr>
            <p:cNvPr id="5" name="Freeform: Shape 14">
              <a:extLst>
                <a:ext uri="{FF2B5EF4-FFF2-40B4-BE49-F238E27FC236}">
                  <a16:creationId xmlns:a16="http://schemas.microsoft.com/office/drawing/2014/main" id="{3398B5D8-6558-4D05-80FB-A6D098F823DC}"/>
                </a:ext>
              </a:extLst>
            </p:cNvPr>
            <p:cNvSpPr/>
            <p:nvPr/>
          </p:nvSpPr>
          <p:spPr>
            <a:xfrm rot="10799991">
              <a:off x="692840" y="-3101"/>
              <a:ext cx="1326108" cy="597606"/>
            </a:xfrm>
            <a:custGeom>
              <a:avLst/>
              <a:gdLst>
                <a:gd name="f0" fmla="val 10800000"/>
                <a:gd name="f1" fmla="val 5400000"/>
                <a:gd name="f2" fmla="val 180"/>
                <a:gd name="f3" fmla="val w"/>
                <a:gd name="f4" fmla="val h"/>
                <a:gd name="f5" fmla="val 0"/>
                <a:gd name="f6" fmla="val 1482102"/>
                <a:gd name="f7" fmla="val 679363"/>
                <a:gd name="f8" fmla="val 741051"/>
                <a:gd name="f9" fmla="val 1102506"/>
                <a:gd name="f10" fmla="val 1404077"/>
                <a:gd name="f11" fmla="val 256390"/>
                <a:gd name="f12" fmla="val 1473822"/>
                <a:gd name="f13" fmla="val 597226"/>
                <a:gd name="f14" fmla="val 8280"/>
                <a:gd name="f15" fmla="val 78025"/>
                <a:gd name="f16" fmla="val 379596"/>
                <a:gd name="f17" fmla="+- 0 0 -90"/>
                <a:gd name="f18" fmla="*/ f3 1 1482102"/>
                <a:gd name="f19" fmla="*/ f4 1 679363"/>
                <a:gd name="f20" fmla="+- f7 0 f5"/>
                <a:gd name="f21" fmla="+- f6 0 f5"/>
                <a:gd name="f22" fmla="*/ f17 f0 1"/>
                <a:gd name="f23" fmla="*/ f21 1 1482102"/>
                <a:gd name="f24" fmla="*/ f20 1 679363"/>
                <a:gd name="f25" fmla="*/ 741051 f21 1"/>
                <a:gd name="f26" fmla="*/ 0 f20 1"/>
                <a:gd name="f27" fmla="*/ 1473822 f21 1"/>
                <a:gd name="f28" fmla="*/ 597226 f20 1"/>
                <a:gd name="f29" fmla="*/ 1482102 f21 1"/>
                <a:gd name="f30" fmla="*/ 679363 f20 1"/>
                <a:gd name="f31" fmla="*/ 0 f21 1"/>
                <a:gd name="f32" fmla="*/ 8280 f21 1"/>
                <a:gd name="f33" fmla="*/ f22 1 f2"/>
                <a:gd name="f34" fmla="*/ f25 1 1482102"/>
                <a:gd name="f35" fmla="*/ f26 1 679363"/>
                <a:gd name="f36" fmla="*/ f27 1 1482102"/>
                <a:gd name="f37" fmla="*/ f28 1 679363"/>
                <a:gd name="f38" fmla="*/ f29 1 1482102"/>
                <a:gd name="f39" fmla="*/ f30 1 679363"/>
                <a:gd name="f40" fmla="*/ f31 1 1482102"/>
                <a:gd name="f41" fmla="*/ f32 1 1482102"/>
                <a:gd name="f42" fmla="*/ f5 1 f23"/>
                <a:gd name="f43" fmla="*/ f6 1 f23"/>
                <a:gd name="f44" fmla="*/ f5 1 f24"/>
                <a:gd name="f45" fmla="*/ f7 1 f24"/>
                <a:gd name="f46" fmla="+- f33 0 f1"/>
                <a:gd name="f47" fmla="*/ f34 1 f23"/>
                <a:gd name="f48" fmla="*/ f35 1 f24"/>
                <a:gd name="f49" fmla="*/ f36 1 f23"/>
                <a:gd name="f50" fmla="*/ f37 1 f24"/>
                <a:gd name="f51" fmla="*/ f38 1 f23"/>
                <a:gd name="f52" fmla="*/ f39 1 f24"/>
                <a:gd name="f53" fmla="*/ f40 1 f23"/>
                <a:gd name="f54" fmla="*/ f41 1 f23"/>
                <a:gd name="f55" fmla="*/ f42 f18 1"/>
                <a:gd name="f56" fmla="*/ f43 f18 1"/>
                <a:gd name="f57" fmla="*/ f45 f19 1"/>
                <a:gd name="f58" fmla="*/ f44 f19 1"/>
                <a:gd name="f59" fmla="*/ f47 f18 1"/>
                <a:gd name="f60" fmla="*/ f48 f19 1"/>
                <a:gd name="f61" fmla="*/ f49 f18 1"/>
                <a:gd name="f62" fmla="*/ f50 f19 1"/>
                <a:gd name="f63" fmla="*/ f51 f18 1"/>
                <a:gd name="f64" fmla="*/ f52 f19 1"/>
                <a:gd name="f65" fmla="*/ f53 f18 1"/>
                <a:gd name="f66" fmla="*/ f54 f18 1"/>
              </a:gdLst>
              <a:ahLst/>
              <a:cxnLst>
                <a:cxn ang="3cd4">
                  <a:pos x="hc" y="t"/>
                </a:cxn>
                <a:cxn ang="0">
                  <a:pos x="r" y="vc"/>
                </a:cxn>
                <a:cxn ang="cd4">
                  <a:pos x="hc" y="b"/>
                </a:cxn>
                <a:cxn ang="cd2">
                  <a:pos x="l" y="vc"/>
                </a:cxn>
                <a:cxn ang="f46">
                  <a:pos x="f59" y="f60"/>
                </a:cxn>
                <a:cxn ang="f46">
                  <a:pos x="f61" y="f62"/>
                </a:cxn>
                <a:cxn ang="f46">
                  <a:pos x="f63" y="f64"/>
                </a:cxn>
                <a:cxn ang="f46">
                  <a:pos x="f65" y="f64"/>
                </a:cxn>
                <a:cxn ang="f46">
                  <a:pos x="f66" y="f62"/>
                </a:cxn>
                <a:cxn ang="f46">
                  <a:pos x="f59" y="f60"/>
                </a:cxn>
              </a:cxnLst>
              <a:rect l="f55" t="f58" r="f56" b="f57"/>
              <a:pathLst>
                <a:path w="1482102" h="679363">
                  <a:moveTo>
                    <a:pt x="f8" y="f5"/>
                  </a:moveTo>
                  <a:cubicBezTo>
                    <a:pt x="f9" y="f5"/>
                    <a:pt x="f10" y="f11"/>
                    <a:pt x="f12" y="f13"/>
                  </a:cubicBezTo>
                  <a:lnTo>
                    <a:pt x="f6" y="f7"/>
                  </a:lnTo>
                  <a:lnTo>
                    <a:pt x="f5" y="f7"/>
                  </a:lnTo>
                  <a:lnTo>
                    <a:pt x="f14" y="f13"/>
                  </a:lnTo>
                  <a:cubicBezTo>
                    <a:pt x="f15" y="f11"/>
                    <a:pt x="f16" y="f5"/>
                    <a:pt x="f8" y="f5"/>
                  </a:cubicBezTo>
                  <a:close/>
                </a:path>
              </a:pathLst>
            </a:cu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sp>
          <p:nvSpPr>
            <p:cNvPr id="6" name="Freeform: Shape 15">
              <a:extLst>
                <a:ext uri="{FF2B5EF4-FFF2-40B4-BE49-F238E27FC236}">
                  <a16:creationId xmlns:a16="http://schemas.microsoft.com/office/drawing/2014/main" id="{3C559C4F-6F31-4B05-8496-548D77F1D49E}"/>
                </a:ext>
              </a:extLst>
            </p:cNvPr>
            <p:cNvSpPr/>
            <p:nvPr/>
          </p:nvSpPr>
          <p:spPr>
            <a:xfrm>
              <a:off x="19394" y="15243"/>
              <a:ext cx="2190408" cy="3331186"/>
            </a:xfrm>
            <a:custGeom>
              <a:avLst/>
              <a:gdLst>
                <a:gd name="f0" fmla="val 10800000"/>
                <a:gd name="f1" fmla="val 5400000"/>
                <a:gd name="f2" fmla="val 180"/>
                <a:gd name="f3" fmla="val w"/>
                <a:gd name="f4" fmla="val h"/>
                <a:gd name="f5" fmla="val 0"/>
                <a:gd name="f6" fmla="val 3296088"/>
                <a:gd name="f7" fmla="val 5012722"/>
                <a:gd name="f8" fmla="val 81820"/>
                <a:gd name="f9" fmla="val 4949095"/>
                <a:gd name="f10" fmla="val 163544"/>
                <a:gd name="f11" fmla="val 4885468"/>
                <a:gd name="f12" fmla="val 244031"/>
                <a:gd name="f13" fmla="val 4820222"/>
                <a:gd name="f14" fmla="val 417671"/>
                <a:gd name="f15" fmla="val 4679633"/>
                <a:gd name="f16" fmla="val 589883"/>
                <a:gd name="f17" fmla="val 4535139"/>
                <a:gd name="f18" fmla="val 729234"/>
                <a:gd name="f19" fmla="val 4360641"/>
                <a:gd name="f20" fmla="val 779431"/>
                <a:gd name="f21" fmla="val 4297776"/>
                <a:gd name="f22" fmla="val 825818"/>
                <a:gd name="f23" fmla="val 4231958"/>
                <a:gd name="f24" fmla="val 881444"/>
                <a:gd name="f25" fmla="val 4173950"/>
                <a:gd name="f26" fmla="val 959358"/>
                <a:gd name="f27" fmla="val 4092607"/>
                <a:gd name="f28" fmla="val 1054799"/>
                <a:gd name="f29" fmla="val 4031075"/>
                <a:gd name="f30" fmla="val 1151287"/>
                <a:gd name="f31" fmla="val 3972877"/>
                <a:gd name="f32" fmla="val 1263968"/>
                <a:gd name="f33" fmla="val 3904964"/>
                <a:gd name="f34" fmla="val 1379315"/>
                <a:gd name="f35" fmla="val 3841337"/>
                <a:gd name="f36" fmla="val 1498664"/>
                <a:gd name="f37" fmla="val 3786188"/>
                <a:gd name="f38" fmla="val 1573149"/>
                <a:gd name="f39" fmla="val 3751802"/>
                <a:gd name="f40" fmla="val 1649159"/>
                <a:gd name="f41" fmla="val 3720179"/>
                <a:gd name="f42" fmla="val 1716881"/>
                <a:gd name="f43" fmla="val 3674174"/>
                <a:gd name="f44" fmla="val 1794034"/>
                <a:gd name="f45" fmla="val 3621691"/>
                <a:gd name="f46" fmla="val 1856708"/>
                <a:gd name="f47" fmla="val 3551492"/>
                <a:gd name="f48" fmla="val 1913573"/>
                <a:gd name="f49" fmla="val 3477387"/>
                <a:gd name="f50" fmla="val 2016157"/>
                <a:gd name="f51" fmla="val 3343751"/>
                <a:gd name="f52" fmla="val 2099024"/>
                <a:gd name="f53" fmla="val 3196114"/>
                <a:gd name="f54" fmla="val 2167700"/>
                <a:gd name="f55" fmla="val 3042190"/>
                <a:gd name="f56" fmla="val 2206752"/>
                <a:gd name="f57" fmla="val 2954655"/>
                <a:gd name="f58" fmla="val 2241233"/>
                <a:gd name="f59" fmla="val 2865215"/>
                <a:gd name="f60" fmla="val 2273903"/>
                <a:gd name="f61" fmla="val 2775014"/>
                <a:gd name="f62" fmla="val 2328482"/>
                <a:gd name="f63" fmla="val 2624423"/>
                <a:gd name="f64" fmla="val 2379440"/>
                <a:gd name="f65" fmla="val 2471642"/>
                <a:gd name="f66" fmla="val 2463356"/>
                <a:gd name="f67" fmla="val 2335530"/>
                <a:gd name="f68" fmla="val 2542127"/>
                <a:gd name="f69" fmla="val 2207705"/>
                <a:gd name="f70" fmla="val 2647855"/>
                <a:gd name="f71" fmla="val 2099501"/>
                <a:gd name="f72" fmla="val 2741866"/>
                <a:gd name="f73" fmla="val 1982248"/>
                <a:gd name="f74" fmla="val 2830449"/>
                <a:gd name="f75" fmla="val 1871758"/>
                <a:gd name="f76" fmla="val 2908554"/>
                <a:gd name="f77" fmla="val 1753362"/>
                <a:gd name="f78" fmla="val 2985897"/>
                <a:gd name="f79" fmla="val 1634681"/>
                <a:gd name="f80" fmla="val 3071146"/>
                <a:gd name="f81" fmla="val 1503902"/>
                <a:gd name="f82" fmla="val 3156395"/>
                <a:gd name="f83" fmla="val 1372172"/>
                <a:gd name="f84" fmla="val 3212687"/>
                <a:gd name="f85" fmla="val 1226820"/>
                <a:gd name="f86" fmla="val 3246025"/>
                <a:gd name="f87" fmla="val 1140809"/>
                <a:gd name="f88" fmla="val 3268790"/>
                <a:gd name="f89" fmla="val 1051084"/>
                <a:gd name="f90" fmla="val 3281553"/>
                <a:gd name="f91" fmla="val 959644"/>
                <a:gd name="f92" fmla="val 3293555"/>
                <a:gd name="f93" fmla="val 874014"/>
                <a:gd name="f94" fmla="val 3296888"/>
                <a:gd name="f95" fmla="val 787527"/>
                <a:gd name="f96" fmla="val 3295936"/>
                <a:gd name="f97" fmla="val 701135"/>
                <a:gd name="f98" fmla="val 3294888"/>
                <a:gd name="f99" fmla="val 612172"/>
                <a:gd name="f100" fmla="val 3289268"/>
                <a:gd name="f101" fmla="val 523018"/>
                <a:gd name="f102" fmla="val 3267266"/>
                <a:gd name="f103" fmla="val 436817"/>
                <a:gd name="f104" fmla="val 3227832"/>
                <a:gd name="f105" fmla="val 282416"/>
                <a:gd name="f106" fmla="val 3105341"/>
                <a:gd name="f107" fmla="+- 0 0 -90"/>
                <a:gd name="f108" fmla="*/ f3 1 3296088"/>
                <a:gd name="f109" fmla="*/ f4 1 5012722"/>
                <a:gd name="f110" fmla="+- f7 0 f5"/>
                <a:gd name="f111" fmla="+- f6 0 f5"/>
                <a:gd name="f112" fmla="*/ f107 f0 1"/>
                <a:gd name="f113" fmla="*/ f111 1 3296088"/>
                <a:gd name="f114" fmla="*/ f110 1 5012722"/>
                <a:gd name="f115" fmla="*/ 0 f111 1"/>
                <a:gd name="f116" fmla="*/ 5012722 f110 1"/>
                <a:gd name="f117" fmla="*/ 244031 f111 1"/>
                <a:gd name="f118" fmla="*/ 4820222 f110 1"/>
                <a:gd name="f119" fmla="*/ 729234 f111 1"/>
                <a:gd name="f120" fmla="*/ 4360641 f110 1"/>
                <a:gd name="f121" fmla="*/ 881444 f111 1"/>
                <a:gd name="f122" fmla="*/ 4173950 f110 1"/>
                <a:gd name="f123" fmla="*/ 1151287 f111 1"/>
                <a:gd name="f124" fmla="*/ 3972877 f110 1"/>
                <a:gd name="f125" fmla="*/ 1498664 f111 1"/>
                <a:gd name="f126" fmla="*/ 3786188 f110 1"/>
                <a:gd name="f127" fmla="*/ 1716881 f111 1"/>
                <a:gd name="f128" fmla="*/ 3674174 f110 1"/>
                <a:gd name="f129" fmla="*/ 1913573 f111 1"/>
                <a:gd name="f130" fmla="*/ 3477387 f110 1"/>
                <a:gd name="f131" fmla="*/ 2167700 f111 1"/>
                <a:gd name="f132" fmla="*/ 3042190 f110 1"/>
                <a:gd name="f133" fmla="*/ 2273903 f111 1"/>
                <a:gd name="f134" fmla="*/ 2775014 f110 1"/>
                <a:gd name="f135" fmla="*/ 2463356 f111 1"/>
                <a:gd name="f136" fmla="*/ 2335530 f110 1"/>
                <a:gd name="f137" fmla="*/ 2741866 f111 1"/>
                <a:gd name="f138" fmla="*/ 1982248 f110 1"/>
                <a:gd name="f139" fmla="*/ 2985897 f111 1"/>
                <a:gd name="f140" fmla="*/ 1634681 f110 1"/>
                <a:gd name="f141" fmla="*/ 3212687 f111 1"/>
                <a:gd name="f142" fmla="*/ 1226820 f110 1"/>
                <a:gd name="f143" fmla="*/ 3281553 f111 1"/>
                <a:gd name="f144" fmla="*/ 959644 f110 1"/>
                <a:gd name="f145" fmla="*/ 3295936 f111 1"/>
                <a:gd name="f146" fmla="*/ 701135 f110 1"/>
                <a:gd name="f147" fmla="*/ 3267266 f111 1"/>
                <a:gd name="f148" fmla="*/ 436817 f110 1"/>
                <a:gd name="f149" fmla="*/ 3105341 f111 1"/>
                <a:gd name="f150" fmla="*/ 0 f110 1"/>
                <a:gd name="f151" fmla="*/ f112 1 f2"/>
                <a:gd name="f152" fmla="*/ f115 1 3296088"/>
                <a:gd name="f153" fmla="*/ f116 1 5012722"/>
                <a:gd name="f154" fmla="*/ f117 1 3296088"/>
                <a:gd name="f155" fmla="*/ f118 1 5012722"/>
                <a:gd name="f156" fmla="*/ f119 1 3296088"/>
                <a:gd name="f157" fmla="*/ f120 1 5012722"/>
                <a:gd name="f158" fmla="*/ f121 1 3296088"/>
                <a:gd name="f159" fmla="*/ f122 1 5012722"/>
                <a:gd name="f160" fmla="*/ f123 1 3296088"/>
                <a:gd name="f161" fmla="*/ f124 1 5012722"/>
                <a:gd name="f162" fmla="*/ f125 1 3296088"/>
                <a:gd name="f163" fmla="*/ f126 1 5012722"/>
                <a:gd name="f164" fmla="*/ f127 1 3296088"/>
                <a:gd name="f165" fmla="*/ f128 1 5012722"/>
                <a:gd name="f166" fmla="*/ f129 1 3296088"/>
                <a:gd name="f167" fmla="*/ f130 1 5012722"/>
                <a:gd name="f168" fmla="*/ f131 1 3296088"/>
                <a:gd name="f169" fmla="*/ f132 1 5012722"/>
                <a:gd name="f170" fmla="*/ f133 1 3296088"/>
                <a:gd name="f171" fmla="*/ f134 1 5012722"/>
                <a:gd name="f172" fmla="*/ f135 1 3296088"/>
                <a:gd name="f173" fmla="*/ f136 1 5012722"/>
                <a:gd name="f174" fmla="*/ f137 1 3296088"/>
                <a:gd name="f175" fmla="*/ f138 1 5012722"/>
                <a:gd name="f176" fmla="*/ f139 1 3296088"/>
                <a:gd name="f177" fmla="*/ f140 1 5012722"/>
                <a:gd name="f178" fmla="*/ f141 1 3296088"/>
                <a:gd name="f179" fmla="*/ f142 1 5012722"/>
                <a:gd name="f180" fmla="*/ f143 1 3296088"/>
                <a:gd name="f181" fmla="*/ f144 1 5012722"/>
                <a:gd name="f182" fmla="*/ f145 1 3296088"/>
                <a:gd name="f183" fmla="*/ f146 1 5012722"/>
                <a:gd name="f184" fmla="*/ f147 1 3296088"/>
                <a:gd name="f185" fmla="*/ f148 1 5012722"/>
                <a:gd name="f186" fmla="*/ f149 1 3296088"/>
                <a:gd name="f187" fmla="*/ f150 1 5012722"/>
                <a:gd name="f188" fmla="*/ f5 1 f113"/>
                <a:gd name="f189" fmla="*/ f6 1 f113"/>
                <a:gd name="f190" fmla="*/ f5 1 f114"/>
                <a:gd name="f191" fmla="*/ f7 1 f114"/>
                <a:gd name="f192" fmla="+- f151 0 f1"/>
                <a:gd name="f193" fmla="*/ f152 1 f113"/>
                <a:gd name="f194" fmla="*/ f153 1 f114"/>
                <a:gd name="f195" fmla="*/ f154 1 f113"/>
                <a:gd name="f196" fmla="*/ f155 1 f114"/>
                <a:gd name="f197" fmla="*/ f156 1 f113"/>
                <a:gd name="f198" fmla="*/ f157 1 f114"/>
                <a:gd name="f199" fmla="*/ f158 1 f113"/>
                <a:gd name="f200" fmla="*/ f159 1 f114"/>
                <a:gd name="f201" fmla="*/ f160 1 f113"/>
                <a:gd name="f202" fmla="*/ f161 1 f114"/>
                <a:gd name="f203" fmla="*/ f162 1 f113"/>
                <a:gd name="f204" fmla="*/ f163 1 f114"/>
                <a:gd name="f205" fmla="*/ f164 1 f113"/>
                <a:gd name="f206" fmla="*/ f165 1 f114"/>
                <a:gd name="f207" fmla="*/ f166 1 f113"/>
                <a:gd name="f208" fmla="*/ f167 1 f114"/>
                <a:gd name="f209" fmla="*/ f168 1 f113"/>
                <a:gd name="f210" fmla="*/ f169 1 f114"/>
                <a:gd name="f211" fmla="*/ f170 1 f113"/>
                <a:gd name="f212" fmla="*/ f171 1 f114"/>
                <a:gd name="f213" fmla="*/ f172 1 f113"/>
                <a:gd name="f214" fmla="*/ f173 1 f114"/>
                <a:gd name="f215" fmla="*/ f174 1 f113"/>
                <a:gd name="f216" fmla="*/ f175 1 f114"/>
                <a:gd name="f217" fmla="*/ f176 1 f113"/>
                <a:gd name="f218" fmla="*/ f177 1 f114"/>
                <a:gd name="f219" fmla="*/ f178 1 f113"/>
                <a:gd name="f220" fmla="*/ f179 1 f114"/>
                <a:gd name="f221" fmla="*/ f180 1 f113"/>
                <a:gd name="f222" fmla="*/ f181 1 f114"/>
                <a:gd name="f223" fmla="*/ f182 1 f113"/>
                <a:gd name="f224" fmla="*/ f183 1 f114"/>
                <a:gd name="f225" fmla="*/ f184 1 f113"/>
                <a:gd name="f226" fmla="*/ f185 1 f114"/>
                <a:gd name="f227" fmla="*/ f186 1 f113"/>
                <a:gd name="f228" fmla="*/ f187 1 f114"/>
                <a:gd name="f229" fmla="*/ f188 f108 1"/>
                <a:gd name="f230" fmla="*/ f189 f108 1"/>
                <a:gd name="f231" fmla="*/ f191 f109 1"/>
                <a:gd name="f232" fmla="*/ f190 f109 1"/>
                <a:gd name="f233" fmla="*/ f193 f108 1"/>
                <a:gd name="f234" fmla="*/ f194 f109 1"/>
                <a:gd name="f235" fmla="*/ f195 f108 1"/>
                <a:gd name="f236" fmla="*/ f196 f109 1"/>
                <a:gd name="f237" fmla="*/ f197 f108 1"/>
                <a:gd name="f238" fmla="*/ f198 f109 1"/>
                <a:gd name="f239" fmla="*/ f199 f108 1"/>
                <a:gd name="f240" fmla="*/ f200 f109 1"/>
                <a:gd name="f241" fmla="*/ f201 f108 1"/>
                <a:gd name="f242" fmla="*/ f202 f109 1"/>
                <a:gd name="f243" fmla="*/ f203 f108 1"/>
                <a:gd name="f244" fmla="*/ f204 f109 1"/>
                <a:gd name="f245" fmla="*/ f205 f108 1"/>
                <a:gd name="f246" fmla="*/ f206 f109 1"/>
                <a:gd name="f247" fmla="*/ f207 f108 1"/>
                <a:gd name="f248" fmla="*/ f208 f109 1"/>
                <a:gd name="f249" fmla="*/ f209 f108 1"/>
                <a:gd name="f250" fmla="*/ f210 f109 1"/>
                <a:gd name="f251" fmla="*/ f211 f108 1"/>
                <a:gd name="f252" fmla="*/ f212 f109 1"/>
                <a:gd name="f253" fmla="*/ f213 f108 1"/>
                <a:gd name="f254" fmla="*/ f214 f109 1"/>
                <a:gd name="f255" fmla="*/ f215 f108 1"/>
                <a:gd name="f256" fmla="*/ f216 f109 1"/>
                <a:gd name="f257" fmla="*/ f217 f108 1"/>
                <a:gd name="f258" fmla="*/ f218 f109 1"/>
                <a:gd name="f259" fmla="*/ f219 f108 1"/>
                <a:gd name="f260" fmla="*/ f220 f109 1"/>
                <a:gd name="f261" fmla="*/ f221 f108 1"/>
                <a:gd name="f262" fmla="*/ f222 f109 1"/>
                <a:gd name="f263" fmla="*/ f223 f108 1"/>
                <a:gd name="f264" fmla="*/ f224 f109 1"/>
                <a:gd name="f265" fmla="*/ f225 f108 1"/>
                <a:gd name="f266" fmla="*/ f226 f109 1"/>
                <a:gd name="f267" fmla="*/ f227 f108 1"/>
                <a:gd name="f268" fmla="*/ f228 f109 1"/>
              </a:gdLst>
              <a:ahLst/>
              <a:cxnLst>
                <a:cxn ang="3cd4">
                  <a:pos x="hc" y="t"/>
                </a:cxn>
                <a:cxn ang="0">
                  <a:pos x="r" y="vc"/>
                </a:cxn>
                <a:cxn ang="cd4">
                  <a:pos x="hc" y="b"/>
                </a:cxn>
                <a:cxn ang="cd2">
                  <a:pos x="l" y="vc"/>
                </a:cxn>
                <a:cxn ang="f192">
                  <a:pos x="f233" y="f234"/>
                </a:cxn>
                <a:cxn ang="f192">
                  <a:pos x="f235" y="f236"/>
                </a:cxn>
                <a:cxn ang="f192">
                  <a:pos x="f237" y="f238"/>
                </a:cxn>
                <a:cxn ang="f192">
                  <a:pos x="f239" y="f240"/>
                </a:cxn>
                <a:cxn ang="f192">
                  <a:pos x="f241" y="f242"/>
                </a:cxn>
                <a:cxn ang="f192">
                  <a:pos x="f243" y="f244"/>
                </a:cxn>
                <a:cxn ang="f192">
                  <a:pos x="f245" y="f246"/>
                </a:cxn>
                <a:cxn ang="f192">
                  <a:pos x="f247" y="f248"/>
                </a:cxn>
                <a:cxn ang="f192">
                  <a:pos x="f249" y="f250"/>
                </a:cxn>
                <a:cxn ang="f192">
                  <a:pos x="f251" y="f252"/>
                </a:cxn>
                <a:cxn ang="f192">
                  <a:pos x="f253" y="f254"/>
                </a:cxn>
                <a:cxn ang="f192">
                  <a:pos x="f255" y="f256"/>
                </a:cxn>
                <a:cxn ang="f192">
                  <a:pos x="f257" y="f258"/>
                </a:cxn>
                <a:cxn ang="f192">
                  <a:pos x="f259" y="f260"/>
                </a:cxn>
                <a:cxn ang="f192">
                  <a:pos x="f261" y="f262"/>
                </a:cxn>
                <a:cxn ang="f192">
                  <a:pos x="f263" y="f264"/>
                </a:cxn>
                <a:cxn ang="f192">
                  <a:pos x="f265" y="f266"/>
                </a:cxn>
                <a:cxn ang="f192">
                  <a:pos x="f267" y="f268"/>
                </a:cxn>
              </a:cxnLst>
              <a:rect l="f229" t="f232" r="f230" b="f231"/>
              <a:pathLst>
                <a:path w="3296088" h="5012722">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5"/>
                    <a:pt x="f106"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7" name="Freeform: Shape 16">
              <a:extLst>
                <a:ext uri="{FF2B5EF4-FFF2-40B4-BE49-F238E27FC236}">
                  <a16:creationId xmlns:a16="http://schemas.microsoft.com/office/drawing/2014/main" id="{F74A45AF-1CFB-448F-B4AD-A1893982271D}"/>
                </a:ext>
              </a:extLst>
            </p:cNvPr>
            <p:cNvSpPr/>
            <p:nvPr/>
          </p:nvSpPr>
          <p:spPr>
            <a:xfrm>
              <a:off x="10844" y="15179"/>
              <a:ext cx="1978670" cy="3074962"/>
            </a:xfrm>
            <a:custGeom>
              <a:avLst/>
              <a:gdLst>
                <a:gd name="f0" fmla="val 10800000"/>
                <a:gd name="f1" fmla="val 5400000"/>
                <a:gd name="f2" fmla="val 180"/>
                <a:gd name="f3" fmla="val w"/>
                <a:gd name="f4" fmla="val h"/>
                <a:gd name="f5" fmla="val 0"/>
                <a:gd name="f6" fmla="val 2977477"/>
                <a:gd name="f7" fmla="val 4627149"/>
                <a:gd name="f8" fmla="val 4627150"/>
                <a:gd name="f9" fmla="val 79820"/>
                <a:gd name="f10" fmla="val 4552283"/>
                <a:gd name="f11" fmla="val 203835"/>
                <a:gd name="f12" fmla="val 4424648"/>
                <a:gd name="f13" fmla="val 275082"/>
                <a:gd name="f14" fmla="val 4341590"/>
                <a:gd name="f15" fmla="val 354711"/>
                <a:gd name="f16" fmla="val 4248722"/>
                <a:gd name="f17" fmla="val 421005"/>
                <a:gd name="f18" fmla="val 4145090"/>
                <a:gd name="f19" fmla="val 502825"/>
                <a:gd name="f20" fmla="val 4054126"/>
                <a:gd name="f21" fmla="val 554355"/>
                <a:gd name="f22" fmla="val 3996881"/>
                <a:gd name="f23" fmla="val 612362"/>
                <a:gd name="f24" fmla="val 3945827"/>
                <a:gd name="f25" fmla="val 666179"/>
                <a:gd name="f26" fmla="val 3890677"/>
                <a:gd name="f27" fmla="val 734187"/>
                <a:gd name="f28" fmla="val 3821049"/>
                <a:gd name="f29" fmla="val 796671"/>
                <a:gd name="f30" fmla="val 3746183"/>
                <a:gd name="f31" fmla="val 864203"/>
                <a:gd name="f32" fmla="val 3675983"/>
                <a:gd name="f33" fmla="val 902875"/>
                <a:gd name="f34" fmla="val 3635788"/>
                <a:gd name="f35" fmla="val 943642"/>
                <a:gd name="f36" fmla="val 3597593"/>
                <a:gd name="f37" fmla="val 982599"/>
                <a:gd name="f38" fmla="val 3557492"/>
                <a:gd name="f39" fmla="val 1053941"/>
                <a:gd name="f40" fmla="val 3484150"/>
                <a:gd name="f41" fmla="val 1121378"/>
                <a:gd name="f42" fmla="val 3407093"/>
                <a:gd name="f43" fmla="val 1188244"/>
                <a:gd name="f44" fmla="val 3329654"/>
                <a:gd name="f45" fmla="val 1240631"/>
                <a:gd name="f46" fmla="val 3268885"/>
                <a:gd name="f47" fmla="val 1293495"/>
                <a:gd name="f48" fmla="val 3208496"/>
                <a:gd name="f49" fmla="val 1344740"/>
                <a:gd name="f50" fmla="val 3146774"/>
                <a:gd name="f51" fmla="val 1388459"/>
                <a:gd name="f52" fmla="val 3094101"/>
                <a:gd name="f53" fmla="val 1431512"/>
                <a:gd name="f54" fmla="val 3040761"/>
                <a:gd name="f55" fmla="val 1470755"/>
                <a:gd name="f56" fmla="val 2984659"/>
                <a:gd name="f57" fmla="val 1540764"/>
                <a:gd name="f58" fmla="val 2884646"/>
                <a:gd name="f59" fmla="val 1598771"/>
                <a:gd name="f60" fmla="val 2777109"/>
                <a:gd name="f61" fmla="val 1657636"/>
                <a:gd name="f62" fmla="val 2670239"/>
                <a:gd name="f63" fmla="val 1693545"/>
                <a:gd name="f64" fmla="val 2605088"/>
                <a:gd name="f65" fmla="val 1728502"/>
                <a:gd name="f66" fmla="val 2539460"/>
                <a:gd name="f67" fmla="val 1762887"/>
                <a:gd name="f68" fmla="val 2473547"/>
                <a:gd name="f69" fmla="val 1795367"/>
                <a:gd name="f70" fmla="val 2411349"/>
                <a:gd name="f71" fmla="val 1826419"/>
                <a:gd name="f72" fmla="val 2348103"/>
                <a:gd name="f73" fmla="val 1866710"/>
                <a:gd name="f74" fmla="val 2290667"/>
                <a:gd name="f75" fmla="val 1934623"/>
                <a:gd name="f76" fmla="val 2193893"/>
                <a:gd name="f77" fmla="val 2022729"/>
                <a:gd name="f78" fmla="val 2114169"/>
                <a:gd name="f79" fmla="val 2106263"/>
                <a:gd name="f80" fmla="val 2030254"/>
                <a:gd name="f81" fmla="val 2163128"/>
                <a:gd name="f82" fmla="val 1973104"/>
                <a:gd name="f83" fmla="val 2218182"/>
                <a:gd name="f84" fmla="val 1914049"/>
                <a:gd name="f85" fmla="val 2277237"/>
                <a:gd name="f86" fmla="val 1859185"/>
                <a:gd name="f87" fmla="val 2350770"/>
                <a:gd name="f88" fmla="val 1790891"/>
                <a:gd name="f89" fmla="val 2430304"/>
                <a:gd name="f90" fmla="val 1728978"/>
                <a:gd name="f91" fmla="val 2499455"/>
                <a:gd name="f92" fmla="val 1656207"/>
                <a:gd name="f93" fmla="val 2576989"/>
                <a:gd name="f94" fmla="val 1574578"/>
                <a:gd name="f95" fmla="val 2641568"/>
                <a:gd name="f96" fmla="val 1481900"/>
                <a:gd name="f97" fmla="val 2707100"/>
                <a:gd name="f98" fmla="val 1390269"/>
                <a:gd name="f99" fmla="val 2744153"/>
                <a:gd name="f100" fmla="val 1338453"/>
                <a:gd name="f101" fmla="val 2781586"/>
                <a:gd name="f102" fmla="val 1286732"/>
                <a:gd name="f103" fmla="val 2812352"/>
                <a:gd name="f104" fmla="val 1230916"/>
                <a:gd name="f105" fmla="val 2846546"/>
                <a:gd name="f106" fmla="val 1168908"/>
                <a:gd name="f107" fmla="val 2872550"/>
                <a:gd name="f108" fmla="val 1102900"/>
                <a:gd name="f109" fmla="val 2898172"/>
                <a:gd name="f110" fmla="val 1036987"/>
                <a:gd name="f111" fmla="val 2922175"/>
                <a:gd name="f112" fmla="val 975455"/>
                <a:gd name="f113" fmla="val 2948273"/>
                <a:gd name="f114" fmla="val 914305"/>
                <a:gd name="f115" fmla="val 2963228"/>
                <a:gd name="f116" fmla="val 850011"/>
                <a:gd name="f117" fmla="val 2971229"/>
                <a:gd name="f118" fmla="val 815626"/>
                <a:gd name="f119" fmla="val 2976563"/>
                <a:gd name="f120" fmla="val 780764"/>
                <a:gd name="f121" fmla="val 2977325"/>
                <a:gd name="f122" fmla="val 745427"/>
                <a:gd name="f123" fmla="val 2979230"/>
                <a:gd name="f124" fmla="val 654844"/>
                <a:gd name="f125" fmla="val 2963323"/>
                <a:gd name="f126" fmla="val 564261"/>
                <a:gd name="f127" fmla="val 2929509"/>
                <a:gd name="f128" fmla="val 480155"/>
                <a:gd name="f129" fmla="val 2851309"/>
                <a:gd name="f130" fmla="val 285655"/>
                <a:gd name="f131" fmla="val 2563082"/>
                <a:gd name="f132" fmla="+- 0 0 -90"/>
                <a:gd name="f133" fmla="*/ f3 1 2977477"/>
                <a:gd name="f134" fmla="*/ f4 1 4627149"/>
                <a:gd name="f135" fmla="+- f7 0 f5"/>
                <a:gd name="f136" fmla="+- f6 0 f5"/>
                <a:gd name="f137" fmla="*/ f132 f0 1"/>
                <a:gd name="f138" fmla="*/ f136 1 2977477"/>
                <a:gd name="f139" fmla="*/ f135 1 4627149"/>
                <a:gd name="f140" fmla="*/ 0 f136 1"/>
                <a:gd name="f141" fmla="*/ 4627150 f135 1"/>
                <a:gd name="f142" fmla="*/ 275082 f136 1"/>
                <a:gd name="f143" fmla="*/ 4341590 f135 1"/>
                <a:gd name="f144" fmla="*/ 502825 f136 1"/>
                <a:gd name="f145" fmla="*/ 4054126 f135 1"/>
                <a:gd name="f146" fmla="*/ 666179 f136 1"/>
                <a:gd name="f147" fmla="*/ 3890677 f135 1"/>
                <a:gd name="f148" fmla="*/ 864203 f136 1"/>
                <a:gd name="f149" fmla="*/ 3675983 f135 1"/>
                <a:gd name="f150" fmla="*/ 982599 f136 1"/>
                <a:gd name="f151" fmla="*/ 3557492 f135 1"/>
                <a:gd name="f152" fmla="*/ 1188244 f136 1"/>
                <a:gd name="f153" fmla="*/ 3329654 f135 1"/>
                <a:gd name="f154" fmla="*/ 1344740 f136 1"/>
                <a:gd name="f155" fmla="*/ 3146774 f135 1"/>
                <a:gd name="f156" fmla="*/ 1470755 f136 1"/>
                <a:gd name="f157" fmla="*/ 2984659 f135 1"/>
                <a:gd name="f158" fmla="*/ 1657636 f136 1"/>
                <a:gd name="f159" fmla="*/ 2670239 f135 1"/>
                <a:gd name="f160" fmla="*/ 1762887 f136 1"/>
                <a:gd name="f161" fmla="*/ 2473547 f135 1"/>
                <a:gd name="f162" fmla="*/ 1866710 f136 1"/>
                <a:gd name="f163" fmla="*/ 2290667 f135 1"/>
                <a:gd name="f164" fmla="*/ 2106263 f136 1"/>
                <a:gd name="f165" fmla="*/ 2030254 f135 1"/>
                <a:gd name="f166" fmla="*/ 2277237 f136 1"/>
                <a:gd name="f167" fmla="*/ 1859185 f135 1"/>
                <a:gd name="f168" fmla="*/ 2499455 f136 1"/>
                <a:gd name="f169" fmla="*/ 1656207 f135 1"/>
                <a:gd name="f170" fmla="*/ 2707100 f136 1"/>
                <a:gd name="f171" fmla="*/ 1390269 f135 1"/>
                <a:gd name="f172" fmla="*/ 2812352 f136 1"/>
                <a:gd name="f173" fmla="*/ 1230916 f135 1"/>
                <a:gd name="f174" fmla="*/ 2898172 f136 1"/>
                <a:gd name="f175" fmla="*/ 1036987 f135 1"/>
                <a:gd name="f176" fmla="*/ 2963228 f136 1"/>
                <a:gd name="f177" fmla="*/ 850011 f135 1"/>
                <a:gd name="f178" fmla="*/ 2977325 f136 1"/>
                <a:gd name="f179" fmla="*/ 745427 f135 1"/>
                <a:gd name="f180" fmla="*/ 2929509 f136 1"/>
                <a:gd name="f181" fmla="*/ 480155 f135 1"/>
                <a:gd name="f182" fmla="*/ 2563082 f136 1"/>
                <a:gd name="f183" fmla="*/ 0 f135 1"/>
                <a:gd name="f184" fmla="*/ f137 1 f2"/>
                <a:gd name="f185" fmla="*/ f140 1 2977477"/>
                <a:gd name="f186" fmla="*/ f141 1 4627149"/>
                <a:gd name="f187" fmla="*/ f142 1 2977477"/>
                <a:gd name="f188" fmla="*/ f143 1 4627149"/>
                <a:gd name="f189" fmla="*/ f144 1 2977477"/>
                <a:gd name="f190" fmla="*/ f145 1 4627149"/>
                <a:gd name="f191" fmla="*/ f146 1 2977477"/>
                <a:gd name="f192" fmla="*/ f147 1 4627149"/>
                <a:gd name="f193" fmla="*/ f148 1 2977477"/>
                <a:gd name="f194" fmla="*/ f149 1 4627149"/>
                <a:gd name="f195" fmla="*/ f150 1 2977477"/>
                <a:gd name="f196" fmla="*/ f151 1 4627149"/>
                <a:gd name="f197" fmla="*/ f152 1 2977477"/>
                <a:gd name="f198" fmla="*/ f153 1 4627149"/>
                <a:gd name="f199" fmla="*/ f154 1 2977477"/>
                <a:gd name="f200" fmla="*/ f155 1 4627149"/>
                <a:gd name="f201" fmla="*/ f156 1 2977477"/>
                <a:gd name="f202" fmla="*/ f157 1 4627149"/>
                <a:gd name="f203" fmla="*/ f158 1 2977477"/>
                <a:gd name="f204" fmla="*/ f159 1 4627149"/>
                <a:gd name="f205" fmla="*/ f160 1 2977477"/>
                <a:gd name="f206" fmla="*/ f161 1 4627149"/>
                <a:gd name="f207" fmla="*/ f162 1 2977477"/>
                <a:gd name="f208" fmla="*/ f163 1 4627149"/>
                <a:gd name="f209" fmla="*/ f164 1 2977477"/>
                <a:gd name="f210" fmla="*/ f165 1 4627149"/>
                <a:gd name="f211" fmla="*/ f166 1 2977477"/>
                <a:gd name="f212" fmla="*/ f167 1 4627149"/>
                <a:gd name="f213" fmla="*/ f168 1 2977477"/>
                <a:gd name="f214" fmla="*/ f169 1 4627149"/>
                <a:gd name="f215" fmla="*/ f170 1 2977477"/>
                <a:gd name="f216" fmla="*/ f171 1 4627149"/>
                <a:gd name="f217" fmla="*/ f172 1 2977477"/>
                <a:gd name="f218" fmla="*/ f173 1 4627149"/>
                <a:gd name="f219" fmla="*/ f174 1 2977477"/>
                <a:gd name="f220" fmla="*/ f175 1 4627149"/>
                <a:gd name="f221" fmla="*/ f176 1 2977477"/>
                <a:gd name="f222" fmla="*/ f177 1 4627149"/>
                <a:gd name="f223" fmla="*/ f178 1 2977477"/>
                <a:gd name="f224" fmla="*/ f179 1 4627149"/>
                <a:gd name="f225" fmla="*/ f180 1 2977477"/>
                <a:gd name="f226" fmla="*/ f181 1 4627149"/>
                <a:gd name="f227" fmla="*/ f182 1 2977477"/>
                <a:gd name="f228" fmla="*/ f183 1 4627149"/>
                <a:gd name="f229" fmla="*/ f5 1 f138"/>
                <a:gd name="f230" fmla="*/ f6 1 f138"/>
                <a:gd name="f231" fmla="*/ f5 1 f139"/>
                <a:gd name="f232" fmla="*/ f7 1 f139"/>
                <a:gd name="f233" fmla="+- f184 0 f1"/>
                <a:gd name="f234" fmla="*/ f185 1 f138"/>
                <a:gd name="f235" fmla="*/ f186 1 f139"/>
                <a:gd name="f236" fmla="*/ f187 1 f138"/>
                <a:gd name="f237" fmla="*/ f188 1 f139"/>
                <a:gd name="f238" fmla="*/ f189 1 f138"/>
                <a:gd name="f239" fmla="*/ f190 1 f139"/>
                <a:gd name="f240" fmla="*/ f191 1 f138"/>
                <a:gd name="f241" fmla="*/ f192 1 f139"/>
                <a:gd name="f242" fmla="*/ f193 1 f138"/>
                <a:gd name="f243" fmla="*/ f194 1 f139"/>
                <a:gd name="f244" fmla="*/ f195 1 f138"/>
                <a:gd name="f245" fmla="*/ f196 1 f139"/>
                <a:gd name="f246" fmla="*/ f197 1 f138"/>
                <a:gd name="f247" fmla="*/ f198 1 f139"/>
                <a:gd name="f248" fmla="*/ f199 1 f138"/>
                <a:gd name="f249" fmla="*/ f200 1 f139"/>
                <a:gd name="f250" fmla="*/ f201 1 f138"/>
                <a:gd name="f251" fmla="*/ f202 1 f139"/>
                <a:gd name="f252" fmla="*/ f203 1 f138"/>
                <a:gd name="f253" fmla="*/ f204 1 f139"/>
                <a:gd name="f254" fmla="*/ f205 1 f138"/>
                <a:gd name="f255" fmla="*/ f206 1 f139"/>
                <a:gd name="f256" fmla="*/ f207 1 f138"/>
                <a:gd name="f257" fmla="*/ f208 1 f139"/>
                <a:gd name="f258" fmla="*/ f209 1 f138"/>
                <a:gd name="f259" fmla="*/ f210 1 f139"/>
                <a:gd name="f260" fmla="*/ f211 1 f138"/>
                <a:gd name="f261" fmla="*/ f212 1 f139"/>
                <a:gd name="f262" fmla="*/ f213 1 f138"/>
                <a:gd name="f263" fmla="*/ f214 1 f139"/>
                <a:gd name="f264" fmla="*/ f215 1 f138"/>
                <a:gd name="f265" fmla="*/ f216 1 f139"/>
                <a:gd name="f266" fmla="*/ f217 1 f138"/>
                <a:gd name="f267" fmla="*/ f218 1 f139"/>
                <a:gd name="f268" fmla="*/ f219 1 f138"/>
                <a:gd name="f269" fmla="*/ f220 1 f139"/>
                <a:gd name="f270" fmla="*/ f221 1 f138"/>
                <a:gd name="f271" fmla="*/ f222 1 f139"/>
                <a:gd name="f272" fmla="*/ f223 1 f138"/>
                <a:gd name="f273" fmla="*/ f224 1 f139"/>
                <a:gd name="f274" fmla="*/ f225 1 f138"/>
                <a:gd name="f275" fmla="*/ f226 1 f139"/>
                <a:gd name="f276" fmla="*/ f227 1 f138"/>
                <a:gd name="f277" fmla="*/ f228 1 f139"/>
                <a:gd name="f278" fmla="*/ f229 f133 1"/>
                <a:gd name="f279" fmla="*/ f230 f133 1"/>
                <a:gd name="f280" fmla="*/ f232 f134 1"/>
                <a:gd name="f281" fmla="*/ f231 f134 1"/>
                <a:gd name="f282" fmla="*/ f234 f133 1"/>
                <a:gd name="f283" fmla="*/ f235 f134 1"/>
                <a:gd name="f284" fmla="*/ f236 f133 1"/>
                <a:gd name="f285" fmla="*/ f237 f134 1"/>
                <a:gd name="f286" fmla="*/ f238 f133 1"/>
                <a:gd name="f287" fmla="*/ f239 f134 1"/>
                <a:gd name="f288" fmla="*/ f240 f133 1"/>
                <a:gd name="f289" fmla="*/ f241 f134 1"/>
                <a:gd name="f290" fmla="*/ f242 f133 1"/>
                <a:gd name="f291" fmla="*/ f243 f134 1"/>
                <a:gd name="f292" fmla="*/ f244 f133 1"/>
                <a:gd name="f293" fmla="*/ f245 f134 1"/>
                <a:gd name="f294" fmla="*/ f246 f133 1"/>
                <a:gd name="f295" fmla="*/ f247 f134 1"/>
                <a:gd name="f296" fmla="*/ f248 f133 1"/>
                <a:gd name="f297" fmla="*/ f249 f134 1"/>
                <a:gd name="f298" fmla="*/ f250 f133 1"/>
                <a:gd name="f299" fmla="*/ f251 f134 1"/>
                <a:gd name="f300" fmla="*/ f252 f133 1"/>
                <a:gd name="f301" fmla="*/ f253 f134 1"/>
                <a:gd name="f302" fmla="*/ f254 f133 1"/>
                <a:gd name="f303" fmla="*/ f255 f134 1"/>
                <a:gd name="f304" fmla="*/ f256 f133 1"/>
                <a:gd name="f305" fmla="*/ f257 f134 1"/>
                <a:gd name="f306" fmla="*/ f258 f133 1"/>
                <a:gd name="f307" fmla="*/ f259 f134 1"/>
                <a:gd name="f308" fmla="*/ f260 f133 1"/>
                <a:gd name="f309" fmla="*/ f261 f134 1"/>
                <a:gd name="f310" fmla="*/ f262 f133 1"/>
                <a:gd name="f311" fmla="*/ f263 f134 1"/>
                <a:gd name="f312" fmla="*/ f264 f133 1"/>
                <a:gd name="f313" fmla="*/ f265 f134 1"/>
                <a:gd name="f314" fmla="*/ f266 f133 1"/>
                <a:gd name="f315" fmla="*/ f267 f134 1"/>
                <a:gd name="f316" fmla="*/ f268 f133 1"/>
                <a:gd name="f317" fmla="*/ f269 f134 1"/>
                <a:gd name="f318" fmla="*/ f270 f133 1"/>
                <a:gd name="f319" fmla="*/ f271 f134 1"/>
                <a:gd name="f320" fmla="*/ f272 f133 1"/>
                <a:gd name="f321" fmla="*/ f273 f134 1"/>
                <a:gd name="f322" fmla="*/ f274 f133 1"/>
                <a:gd name="f323" fmla="*/ f275 f134 1"/>
                <a:gd name="f324" fmla="*/ f276 f133 1"/>
                <a:gd name="f325" fmla="*/ f277 f134 1"/>
              </a:gdLst>
              <a:ahLst/>
              <a:cxnLst>
                <a:cxn ang="3cd4">
                  <a:pos x="hc" y="t"/>
                </a:cxn>
                <a:cxn ang="0">
                  <a:pos x="r" y="vc"/>
                </a:cxn>
                <a:cxn ang="cd4">
                  <a:pos x="hc" y="b"/>
                </a:cxn>
                <a:cxn ang="cd2">
                  <a:pos x="l" y="vc"/>
                </a:cxn>
                <a:cxn ang="f233">
                  <a:pos x="f282" y="f283"/>
                </a:cxn>
                <a:cxn ang="f233">
                  <a:pos x="f284" y="f285"/>
                </a:cxn>
                <a:cxn ang="f233">
                  <a:pos x="f286" y="f287"/>
                </a:cxn>
                <a:cxn ang="f233">
                  <a:pos x="f288" y="f289"/>
                </a:cxn>
                <a:cxn ang="f233">
                  <a:pos x="f290" y="f291"/>
                </a:cxn>
                <a:cxn ang="f233">
                  <a:pos x="f292" y="f293"/>
                </a:cxn>
                <a:cxn ang="f233">
                  <a:pos x="f294" y="f295"/>
                </a:cxn>
                <a:cxn ang="f233">
                  <a:pos x="f296" y="f297"/>
                </a:cxn>
                <a:cxn ang="f233">
                  <a:pos x="f298" y="f299"/>
                </a:cxn>
                <a:cxn ang="f233">
                  <a:pos x="f300" y="f301"/>
                </a:cxn>
                <a:cxn ang="f233">
                  <a:pos x="f302" y="f303"/>
                </a:cxn>
                <a:cxn ang="f233">
                  <a:pos x="f304" y="f305"/>
                </a:cxn>
                <a:cxn ang="f233">
                  <a:pos x="f306" y="f307"/>
                </a:cxn>
                <a:cxn ang="f233">
                  <a:pos x="f308" y="f309"/>
                </a:cxn>
                <a:cxn ang="f233">
                  <a:pos x="f310" y="f311"/>
                </a:cxn>
                <a:cxn ang="f233">
                  <a:pos x="f312" y="f313"/>
                </a:cxn>
                <a:cxn ang="f233">
                  <a:pos x="f314" y="f315"/>
                </a:cxn>
                <a:cxn ang="f233">
                  <a:pos x="f316" y="f317"/>
                </a:cxn>
                <a:cxn ang="f233">
                  <a:pos x="f318" y="f319"/>
                </a:cxn>
                <a:cxn ang="f233">
                  <a:pos x="f320" y="f321"/>
                </a:cxn>
                <a:cxn ang="f233">
                  <a:pos x="f322" y="f323"/>
                </a:cxn>
                <a:cxn ang="f233">
                  <a:pos x="f324" y="f325"/>
                </a:cxn>
              </a:cxnLst>
              <a:rect l="f278" t="f281" r="f279" b="f280"/>
              <a:pathLst>
                <a:path w="2977477" h="4627149">
                  <a:moveTo>
                    <a:pt x="f5" y="f8"/>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cubicBezTo>
                    <a:pt x="f63" y="f64"/>
                    <a:pt x="f65" y="f66"/>
                    <a:pt x="f67" y="f68"/>
                  </a:cubicBezTo>
                  <a:cubicBezTo>
                    <a:pt x="f69" y="f70"/>
                    <a:pt x="f71" y="f72"/>
                    <a:pt x="f73" y="f74"/>
                  </a:cubicBezTo>
                  <a:cubicBezTo>
                    <a:pt x="f75" y="f76"/>
                    <a:pt x="f77" y="f78"/>
                    <a:pt x="f79" y="f80"/>
                  </a:cubicBezTo>
                  <a:cubicBezTo>
                    <a:pt x="f81" y="f82"/>
                    <a:pt x="f83" y="f84"/>
                    <a:pt x="f85" y="f86"/>
                  </a:cubicBezTo>
                  <a:cubicBezTo>
                    <a:pt x="f87" y="f88"/>
                    <a:pt x="f89" y="f90"/>
                    <a:pt x="f91" y="f92"/>
                  </a:cubicBezTo>
                  <a:cubicBezTo>
                    <a:pt x="f93" y="f94"/>
                    <a:pt x="f95" y="f96"/>
                    <a:pt x="f97" y="f98"/>
                  </a:cubicBezTo>
                  <a:cubicBezTo>
                    <a:pt x="f99" y="f100"/>
                    <a:pt x="f101" y="f102"/>
                    <a:pt x="f103" y="f104"/>
                  </a:cubicBezTo>
                  <a:cubicBezTo>
                    <a:pt x="f105" y="f106"/>
                    <a:pt x="f107" y="f108"/>
                    <a:pt x="f109" y="f110"/>
                  </a:cubicBezTo>
                  <a:cubicBezTo>
                    <a:pt x="f111" y="f112"/>
                    <a:pt x="f113" y="f114"/>
                    <a:pt x="f115" y="f116"/>
                  </a:cubicBezTo>
                  <a:cubicBezTo>
                    <a:pt x="f117" y="f118"/>
                    <a:pt x="f119" y="f120"/>
                    <a:pt x="f121" y="f122"/>
                  </a:cubicBezTo>
                  <a:cubicBezTo>
                    <a:pt x="f123" y="f124"/>
                    <a:pt x="f125" y="f126"/>
                    <a:pt x="f127" y="f128"/>
                  </a:cubicBezTo>
                  <a:cubicBezTo>
                    <a:pt x="f129" y="f130"/>
                    <a:pt x="f131" y="f5"/>
                    <a:pt x="f131"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8" name="Freeform: Shape 17">
              <a:extLst>
                <a:ext uri="{FF2B5EF4-FFF2-40B4-BE49-F238E27FC236}">
                  <a16:creationId xmlns:a16="http://schemas.microsoft.com/office/drawing/2014/main" id="{8ECEDEC5-F22D-462B-A07B-19B21D12042E}"/>
                </a:ext>
              </a:extLst>
            </p:cNvPr>
            <p:cNvSpPr/>
            <p:nvPr/>
          </p:nvSpPr>
          <p:spPr>
            <a:xfrm>
              <a:off x="25091" y="15179"/>
              <a:ext cx="1566147" cy="2737265"/>
            </a:xfrm>
            <a:custGeom>
              <a:avLst/>
              <a:gdLst>
                <a:gd name="f0" fmla="val 10800000"/>
                <a:gd name="f1" fmla="val 5400000"/>
                <a:gd name="f2" fmla="val 180"/>
                <a:gd name="f3" fmla="val w"/>
                <a:gd name="f4" fmla="val h"/>
                <a:gd name="f5" fmla="val 0"/>
                <a:gd name="f6" fmla="val 2356712"/>
                <a:gd name="f7" fmla="val 4118991"/>
                <a:gd name="f8" fmla="val 1707071"/>
                <a:gd name="f9" fmla="val 1715357"/>
                <a:gd name="f10" fmla="val 22098"/>
                <a:gd name="f11" fmla="val 1812608"/>
                <a:gd name="f12" fmla="val 224409"/>
                <a:gd name="f13" fmla="val 1824514"/>
                <a:gd name="f14" fmla="val 244697"/>
                <a:gd name="f15" fmla="val 1844802"/>
                <a:gd name="f16" fmla="val 279273"/>
                <a:gd name="f17" fmla="val 1876996"/>
                <a:gd name="f18" fmla="val 304324"/>
                <a:gd name="f19" fmla="val 1908715"/>
                <a:gd name="f20" fmla="val 328994"/>
                <a:gd name="f21" fmla="val 2019967"/>
                <a:gd name="f22" fmla="val 415195"/>
                <a:gd name="f23" fmla="val 2137886"/>
                <a:gd name="f24" fmla="val 494633"/>
                <a:gd name="f25" fmla="val 2226469"/>
                <a:gd name="f26" fmla="val 603695"/>
                <a:gd name="f27" fmla="val 2296287"/>
                <a:gd name="f28" fmla="val 689610"/>
                <a:gd name="f29" fmla="val 2347817"/>
                <a:gd name="f30" fmla="val 790480"/>
                <a:gd name="f31" fmla="val 2355628"/>
                <a:gd name="f32" fmla="val 900494"/>
                <a:gd name="f33" fmla="val 2363248"/>
                <a:gd name="f34" fmla="val 1007078"/>
                <a:gd name="f35" fmla="val 2329910"/>
                <a:gd name="f36" fmla="val 1111187"/>
                <a:gd name="f37" fmla="val 2281428"/>
                <a:gd name="f38" fmla="val 1206913"/>
                <a:gd name="f39" fmla="val 2233422"/>
                <a:gd name="f40" fmla="val 1301877"/>
                <a:gd name="f41" fmla="val 2170938"/>
                <a:gd name="f42" fmla="val 1388936"/>
                <a:gd name="f43" fmla="val 2092452"/>
                <a:gd name="f44" fmla="val 1460659"/>
                <a:gd name="f45" fmla="val 2016538"/>
                <a:gd name="f46" fmla="val 1530001"/>
                <a:gd name="f47" fmla="val 1927765"/>
                <a:gd name="f48" fmla="val 1583436"/>
                <a:gd name="f49" fmla="val 1834039"/>
                <a:gd name="f50" fmla="val 1625822"/>
                <a:gd name="f51" fmla="val 1743075"/>
                <a:gd name="f52" fmla="val 1666970"/>
                <a:gd name="f53" fmla="val 1647730"/>
                <a:gd name="f54" fmla="val 1697736"/>
                <a:gd name="f55" fmla="val 1558862"/>
                <a:gd name="f56" fmla="val 1494758"/>
                <a:gd name="f57" fmla="val 1775841"/>
                <a:gd name="f58" fmla="val 1434275"/>
                <a:gd name="f59" fmla="val 1816132"/>
                <a:gd name="f60" fmla="val 1386554"/>
                <a:gd name="f61" fmla="val 1869948"/>
                <a:gd name="f62" fmla="val 1334548"/>
                <a:gd name="f63" fmla="val 1928622"/>
                <a:gd name="f64" fmla="val 1300544"/>
                <a:gd name="f65" fmla="val 2000345"/>
                <a:gd name="f66" fmla="val 1271683"/>
                <a:gd name="f67" fmla="val 2073402"/>
                <a:gd name="f68" fmla="val 1235202"/>
                <a:gd name="f69" fmla="val 2165699"/>
                <a:gd name="f70" fmla="val 1206722"/>
                <a:gd name="f71" fmla="val 2260759"/>
                <a:gd name="f72" fmla="val 1178338"/>
                <a:gd name="f73" fmla="val 2355914"/>
                <a:gd name="f74" fmla="val 1156240"/>
                <a:gd name="f75" fmla="val 2429923"/>
                <a:gd name="f76" fmla="val 1134237"/>
                <a:gd name="f77" fmla="val 2504028"/>
                <a:gd name="f78" fmla="val 1113758"/>
                <a:gd name="f79" fmla="val 2578513"/>
                <a:gd name="f80" fmla="val 1090041"/>
                <a:gd name="f81" fmla="val 2664714"/>
                <a:gd name="f82" fmla="val 1068134"/>
                <a:gd name="f83" fmla="val 2751678"/>
                <a:gd name="f84" fmla="val 1034796"/>
                <a:gd name="f85" fmla="val 2834640"/>
                <a:gd name="f86" fmla="val 1000125"/>
                <a:gd name="f87" fmla="val 2920841"/>
                <a:gd name="f88" fmla="val 953643"/>
                <a:gd name="f89" fmla="val 3001613"/>
                <a:gd name="f90" fmla="val 905637"/>
                <a:gd name="f91" fmla="val 3081242"/>
                <a:gd name="f92" fmla="val 869442"/>
                <a:gd name="f93" fmla="val 3141155"/>
                <a:gd name="f94" fmla="val 832295"/>
                <a:gd name="f95" fmla="val 3200400"/>
                <a:gd name="f96" fmla="val 793147"/>
                <a:gd name="f97" fmla="val 3258407"/>
                <a:gd name="f98" fmla="val 718661"/>
                <a:gd name="f99" fmla="val 3368802"/>
                <a:gd name="f100" fmla="val 637223"/>
                <a:gd name="f101" fmla="val 3474434"/>
                <a:gd name="f102" fmla="val 546735"/>
                <a:gd name="f103" fmla="val 3571970"/>
                <a:gd name="f104" fmla="val 482632"/>
                <a:gd name="f105" fmla="val 3641027"/>
                <a:gd name="f106" fmla="val 414147"/>
                <a:gd name="f107" fmla="val 3705797"/>
                <a:gd name="f108" fmla="val 346996"/>
                <a:gd name="f109" fmla="val 3771900"/>
                <a:gd name="f110" fmla="val 288989"/>
                <a:gd name="f111" fmla="val 3828764"/>
                <a:gd name="f112" fmla="val 232029"/>
                <a:gd name="f113" fmla="val 3886676"/>
                <a:gd name="f114" fmla="val 174689"/>
                <a:gd name="f115" fmla="val 3944207"/>
                <a:gd name="f116" fmla="val 116586"/>
                <a:gd name="f117" fmla="val 4002596"/>
                <a:gd name="f118" fmla="val 58293"/>
                <a:gd name="f119" fmla="val 4060698"/>
                <a:gd name="f120" fmla="+- 0 0 -90"/>
                <a:gd name="f121" fmla="*/ f3 1 2356712"/>
                <a:gd name="f122" fmla="*/ f4 1 4118991"/>
                <a:gd name="f123" fmla="+- f7 0 f5"/>
                <a:gd name="f124" fmla="+- f6 0 f5"/>
                <a:gd name="f125" fmla="*/ f120 f0 1"/>
                <a:gd name="f126" fmla="*/ f124 1 2356712"/>
                <a:gd name="f127" fmla="*/ f123 1 4118991"/>
                <a:gd name="f128" fmla="*/ 1707071 f124 1"/>
                <a:gd name="f129" fmla="*/ 0 f123 1"/>
                <a:gd name="f130" fmla="*/ 1824514 f124 1"/>
                <a:gd name="f131" fmla="*/ 244697 f123 1"/>
                <a:gd name="f132" fmla="*/ 1908715 f124 1"/>
                <a:gd name="f133" fmla="*/ 328994 f123 1"/>
                <a:gd name="f134" fmla="*/ 2226469 f124 1"/>
                <a:gd name="f135" fmla="*/ 603695 f123 1"/>
                <a:gd name="f136" fmla="*/ 2355628 f124 1"/>
                <a:gd name="f137" fmla="*/ 900494 f123 1"/>
                <a:gd name="f138" fmla="*/ 2281428 f124 1"/>
                <a:gd name="f139" fmla="*/ 1206913 f123 1"/>
                <a:gd name="f140" fmla="*/ 2092452 f124 1"/>
                <a:gd name="f141" fmla="*/ 1460659 f123 1"/>
                <a:gd name="f142" fmla="*/ 1834039 f124 1"/>
                <a:gd name="f143" fmla="*/ 1625822 f123 1"/>
                <a:gd name="f144" fmla="*/ 1558862 f124 1"/>
                <a:gd name="f145" fmla="*/ 1743075 f123 1"/>
                <a:gd name="f146" fmla="*/ 1386554 f124 1"/>
                <a:gd name="f147" fmla="*/ 1869948 f123 1"/>
                <a:gd name="f148" fmla="*/ 1271683 f124 1"/>
                <a:gd name="f149" fmla="*/ 2073402 f123 1"/>
                <a:gd name="f150" fmla="*/ 1178338 f124 1"/>
                <a:gd name="f151" fmla="*/ 2355914 f123 1"/>
                <a:gd name="f152" fmla="*/ 1113758 f124 1"/>
                <a:gd name="f153" fmla="*/ 2578513 f123 1"/>
                <a:gd name="f154" fmla="*/ 1034796 f124 1"/>
                <a:gd name="f155" fmla="*/ 2834640 f123 1"/>
                <a:gd name="f156" fmla="*/ 905637 f124 1"/>
                <a:gd name="f157" fmla="*/ 3081242 f123 1"/>
                <a:gd name="f158" fmla="*/ 793147 f124 1"/>
                <a:gd name="f159" fmla="*/ 3258407 f123 1"/>
                <a:gd name="f160" fmla="*/ 546735 f124 1"/>
                <a:gd name="f161" fmla="*/ 3571970 f123 1"/>
                <a:gd name="f162" fmla="*/ 346996 f124 1"/>
                <a:gd name="f163" fmla="*/ 3771900 f123 1"/>
                <a:gd name="f164" fmla="*/ 174689 f124 1"/>
                <a:gd name="f165" fmla="*/ 3944207 f123 1"/>
                <a:gd name="f166" fmla="*/ 0 f124 1"/>
                <a:gd name="f167" fmla="*/ 4118991 f123 1"/>
                <a:gd name="f168" fmla="*/ f125 1 f2"/>
                <a:gd name="f169" fmla="*/ f128 1 2356712"/>
                <a:gd name="f170" fmla="*/ f129 1 4118991"/>
                <a:gd name="f171" fmla="*/ f130 1 2356712"/>
                <a:gd name="f172" fmla="*/ f131 1 4118991"/>
                <a:gd name="f173" fmla="*/ f132 1 2356712"/>
                <a:gd name="f174" fmla="*/ f133 1 4118991"/>
                <a:gd name="f175" fmla="*/ f134 1 2356712"/>
                <a:gd name="f176" fmla="*/ f135 1 4118991"/>
                <a:gd name="f177" fmla="*/ f136 1 2356712"/>
                <a:gd name="f178" fmla="*/ f137 1 4118991"/>
                <a:gd name="f179" fmla="*/ f138 1 2356712"/>
                <a:gd name="f180" fmla="*/ f139 1 4118991"/>
                <a:gd name="f181" fmla="*/ f140 1 2356712"/>
                <a:gd name="f182" fmla="*/ f141 1 4118991"/>
                <a:gd name="f183" fmla="*/ f142 1 2356712"/>
                <a:gd name="f184" fmla="*/ f143 1 4118991"/>
                <a:gd name="f185" fmla="*/ f144 1 2356712"/>
                <a:gd name="f186" fmla="*/ f145 1 4118991"/>
                <a:gd name="f187" fmla="*/ f146 1 2356712"/>
                <a:gd name="f188" fmla="*/ f147 1 4118991"/>
                <a:gd name="f189" fmla="*/ f148 1 2356712"/>
                <a:gd name="f190" fmla="*/ f149 1 4118991"/>
                <a:gd name="f191" fmla="*/ f150 1 2356712"/>
                <a:gd name="f192" fmla="*/ f151 1 4118991"/>
                <a:gd name="f193" fmla="*/ f152 1 2356712"/>
                <a:gd name="f194" fmla="*/ f153 1 4118991"/>
                <a:gd name="f195" fmla="*/ f154 1 2356712"/>
                <a:gd name="f196" fmla="*/ f155 1 4118991"/>
                <a:gd name="f197" fmla="*/ f156 1 2356712"/>
                <a:gd name="f198" fmla="*/ f157 1 4118991"/>
                <a:gd name="f199" fmla="*/ f158 1 2356712"/>
                <a:gd name="f200" fmla="*/ f159 1 4118991"/>
                <a:gd name="f201" fmla="*/ f160 1 2356712"/>
                <a:gd name="f202" fmla="*/ f161 1 4118991"/>
                <a:gd name="f203" fmla="*/ f162 1 2356712"/>
                <a:gd name="f204" fmla="*/ f163 1 4118991"/>
                <a:gd name="f205" fmla="*/ f164 1 2356712"/>
                <a:gd name="f206" fmla="*/ f165 1 4118991"/>
                <a:gd name="f207" fmla="*/ f166 1 2356712"/>
                <a:gd name="f208" fmla="*/ f167 1 4118991"/>
                <a:gd name="f209" fmla="*/ f5 1 f126"/>
                <a:gd name="f210" fmla="*/ f6 1 f126"/>
                <a:gd name="f211" fmla="*/ f5 1 f127"/>
                <a:gd name="f212" fmla="*/ f7 1 f127"/>
                <a:gd name="f213" fmla="+- f168 0 f1"/>
                <a:gd name="f214" fmla="*/ f169 1 f126"/>
                <a:gd name="f215" fmla="*/ f170 1 f127"/>
                <a:gd name="f216" fmla="*/ f171 1 f126"/>
                <a:gd name="f217" fmla="*/ f172 1 f127"/>
                <a:gd name="f218" fmla="*/ f173 1 f126"/>
                <a:gd name="f219" fmla="*/ f174 1 f127"/>
                <a:gd name="f220" fmla="*/ f175 1 f126"/>
                <a:gd name="f221" fmla="*/ f176 1 f127"/>
                <a:gd name="f222" fmla="*/ f177 1 f126"/>
                <a:gd name="f223" fmla="*/ f178 1 f127"/>
                <a:gd name="f224" fmla="*/ f179 1 f126"/>
                <a:gd name="f225" fmla="*/ f180 1 f127"/>
                <a:gd name="f226" fmla="*/ f181 1 f126"/>
                <a:gd name="f227" fmla="*/ f182 1 f127"/>
                <a:gd name="f228" fmla="*/ f183 1 f126"/>
                <a:gd name="f229" fmla="*/ f184 1 f127"/>
                <a:gd name="f230" fmla="*/ f185 1 f126"/>
                <a:gd name="f231" fmla="*/ f186 1 f127"/>
                <a:gd name="f232" fmla="*/ f187 1 f126"/>
                <a:gd name="f233" fmla="*/ f188 1 f127"/>
                <a:gd name="f234" fmla="*/ f189 1 f126"/>
                <a:gd name="f235" fmla="*/ f190 1 f127"/>
                <a:gd name="f236" fmla="*/ f191 1 f126"/>
                <a:gd name="f237" fmla="*/ f192 1 f127"/>
                <a:gd name="f238" fmla="*/ f193 1 f126"/>
                <a:gd name="f239" fmla="*/ f194 1 f127"/>
                <a:gd name="f240" fmla="*/ f195 1 f126"/>
                <a:gd name="f241" fmla="*/ f196 1 f127"/>
                <a:gd name="f242" fmla="*/ f197 1 f126"/>
                <a:gd name="f243" fmla="*/ f198 1 f127"/>
                <a:gd name="f244" fmla="*/ f199 1 f126"/>
                <a:gd name="f245" fmla="*/ f200 1 f127"/>
                <a:gd name="f246" fmla="*/ f201 1 f126"/>
                <a:gd name="f247" fmla="*/ f202 1 f127"/>
                <a:gd name="f248" fmla="*/ f203 1 f126"/>
                <a:gd name="f249" fmla="*/ f204 1 f127"/>
                <a:gd name="f250" fmla="*/ f205 1 f126"/>
                <a:gd name="f251" fmla="*/ f206 1 f127"/>
                <a:gd name="f252" fmla="*/ f207 1 f126"/>
                <a:gd name="f253" fmla="*/ f208 1 f127"/>
                <a:gd name="f254" fmla="*/ f209 f121 1"/>
                <a:gd name="f255" fmla="*/ f210 f121 1"/>
                <a:gd name="f256" fmla="*/ f212 f122 1"/>
                <a:gd name="f257" fmla="*/ f211 f122 1"/>
                <a:gd name="f258" fmla="*/ f214 f121 1"/>
                <a:gd name="f259" fmla="*/ f215 f122 1"/>
                <a:gd name="f260" fmla="*/ f216 f121 1"/>
                <a:gd name="f261" fmla="*/ f217 f122 1"/>
                <a:gd name="f262" fmla="*/ f218 f121 1"/>
                <a:gd name="f263" fmla="*/ f219 f122 1"/>
                <a:gd name="f264" fmla="*/ f220 f121 1"/>
                <a:gd name="f265" fmla="*/ f221 f122 1"/>
                <a:gd name="f266" fmla="*/ f222 f121 1"/>
                <a:gd name="f267" fmla="*/ f223 f122 1"/>
                <a:gd name="f268" fmla="*/ f224 f121 1"/>
                <a:gd name="f269" fmla="*/ f225 f122 1"/>
                <a:gd name="f270" fmla="*/ f226 f121 1"/>
                <a:gd name="f271" fmla="*/ f227 f122 1"/>
                <a:gd name="f272" fmla="*/ f228 f121 1"/>
                <a:gd name="f273" fmla="*/ f229 f122 1"/>
                <a:gd name="f274" fmla="*/ f230 f121 1"/>
                <a:gd name="f275" fmla="*/ f231 f122 1"/>
                <a:gd name="f276" fmla="*/ f232 f121 1"/>
                <a:gd name="f277" fmla="*/ f233 f122 1"/>
                <a:gd name="f278" fmla="*/ f234 f121 1"/>
                <a:gd name="f279" fmla="*/ f235 f122 1"/>
                <a:gd name="f280" fmla="*/ f236 f121 1"/>
                <a:gd name="f281" fmla="*/ f237 f122 1"/>
                <a:gd name="f282" fmla="*/ f238 f121 1"/>
                <a:gd name="f283" fmla="*/ f239 f122 1"/>
                <a:gd name="f284" fmla="*/ f240 f121 1"/>
                <a:gd name="f285" fmla="*/ f241 f122 1"/>
                <a:gd name="f286" fmla="*/ f242 f121 1"/>
                <a:gd name="f287" fmla="*/ f243 f122 1"/>
                <a:gd name="f288" fmla="*/ f244 f121 1"/>
                <a:gd name="f289" fmla="*/ f245 f122 1"/>
                <a:gd name="f290" fmla="*/ f246 f121 1"/>
                <a:gd name="f291" fmla="*/ f247 f122 1"/>
                <a:gd name="f292" fmla="*/ f248 f121 1"/>
                <a:gd name="f293" fmla="*/ f249 f122 1"/>
                <a:gd name="f294" fmla="*/ f250 f121 1"/>
                <a:gd name="f295" fmla="*/ f251 f122 1"/>
                <a:gd name="f296" fmla="*/ f252 f121 1"/>
                <a:gd name="f297" fmla="*/ f253 f122 1"/>
              </a:gdLst>
              <a:ahLst/>
              <a:cxnLst>
                <a:cxn ang="3cd4">
                  <a:pos x="hc" y="t"/>
                </a:cxn>
                <a:cxn ang="0">
                  <a:pos x="r" y="vc"/>
                </a:cxn>
                <a:cxn ang="cd4">
                  <a:pos x="hc" y="b"/>
                </a:cxn>
                <a:cxn ang="cd2">
                  <a:pos x="l" y="vc"/>
                </a:cxn>
                <a:cxn ang="f213">
                  <a:pos x="f258" y="f259"/>
                </a:cxn>
                <a:cxn ang="f213">
                  <a:pos x="f260" y="f261"/>
                </a:cxn>
                <a:cxn ang="f213">
                  <a:pos x="f262" y="f263"/>
                </a:cxn>
                <a:cxn ang="f213">
                  <a:pos x="f264" y="f265"/>
                </a:cxn>
                <a:cxn ang="f213">
                  <a:pos x="f266" y="f267"/>
                </a:cxn>
                <a:cxn ang="f213">
                  <a:pos x="f268" y="f269"/>
                </a:cxn>
                <a:cxn ang="f213">
                  <a:pos x="f270" y="f271"/>
                </a:cxn>
                <a:cxn ang="f213">
                  <a:pos x="f272" y="f273"/>
                </a:cxn>
                <a:cxn ang="f213">
                  <a:pos x="f274" y="f275"/>
                </a:cxn>
                <a:cxn ang="f213">
                  <a:pos x="f276" y="f277"/>
                </a:cxn>
                <a:cxn ang="f213">
                  <a:pos x="f278" y="f279"/>
                </a:cxn>
                <a:cxn ang="f213">
                  <a:pos x="f280" y="f281"/>
                </a:cxn>
                <a:cxn ang="f213">
                  <a:pos x="f282" y="f283"/>
                </a:cxn>
                <a:cxn ang="f213">
                  <a:pos x="f284" y="f285"/>
                </a:cxn>
                <a:cxn ang="f213">
                  <a:pos x="f286" y="f287"/>
                </a:cxn>
                <a:cxn ang="f213">
                  <a:pos x="f288" y="f289"/>
                </a:cxn>
                <a:cxn ang="f213">
                  <a:pos x="f290" y="f291"/>
                </a:cxn>
                <a:cxn ang="f213">
                  <a:pos x="f292" y="f293"/>
                </a:cxn>
                <a:cxn ang="f213">
                  <a:pos x="f294" y="f295"/>
                </a:cxn>
                <a:cxn ang="f213">
                  <a:pos x="f296" y="f297"/>
                </a:cxn>
              </a:cxnLst>
              <a:rect l="f254" t="f257" r="f255" b="f256"/>
              <a:pathLst>
                <a:path w="2356712" h="4118991">
                  <a:moveTo>
                    <a:pt x="f8" y="f5"/>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1"/>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107"/>
                    <a:pt x="f108" y="f109"/>
                  </a:cubicBezTo>
                  <a:cubicBezTo>
                    <a:pt x="f110" y="f111"/>
                    <a:pt x="f112" y="f113"/>
                    <a:pt x="f114" y="f115"/>
                  </a:cubicBezTo>
                  <a:cubicBezTo>
                    <a:pt x="f116" y="f117"/>
                    <a:pt x="f118" y="f119"/>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9" name="Freeform: Shape 18">
              <a:extLst>
                <a:ext uri="{FF2B5EF4-FFF2-40B4-BE49-F238E27FC236}">
                  <a16:creationId xmlns:a16="http://schemas.microsoft.com/office/drawing/2014/main" id="{ABB864E1-27EA-41A3-A689-D2A83E935DB2}"/>
                </a:ext>
              </a:extLst>
            </p:cNvPr>
            <p:cNvSpPr/>
            <p:nvPr/>
          </p:nvSpPr>
          <p:spPr>
            <a:xfrm>
              <a:off x="10844" y="15179"/>
              <a:ext cx="1368427" cy="2644975"/>
            </a:xfrm>
            <a:custGeom>
              <a:avLst/>
              <a:gdLst>
                <a:gd name="f0" fmla="val 10800000"/>
                <a:gd name="f1" fmla="val 5400000"/>
                <a:gd name="f2" fmla="val 180"/>
                <a:gd name="f3" fmla="val w"/>
                <a:gd name="f4" fmla="val h"/>
                <a:gd name="f5" fmla="val 0"/>
                <a:gd name="f6" fmla="val 2059193"/>
                <a:gd name="f7" fmla="val 3980116"/>
                <a:gd name="f8" fmla="val 91345"/>
                <a:gd name="f9" fmla="val 3889534"/>
                <a:gd name="f10" fmla="val 382715"/>
                <a:gd name="f11" fmla="val 3608737"/>
                <a:gd name="f12" fmla="val 471583"/>
                <a:gd name="f13" fmla="val 3515678"/>
                <a:gd name="f14" fmla="val 576358"/>
                <a:gd name="f15" fmla="val 3405949"/>
                <a:gd name="f16" fmla="val 675989"/>
                <a:gd name="f17" fmla="val 3290983"/>
                <a:gd name="f18" fmla="val 758666"/>
                <a:gd name="f19" fmla="val 3163824"/>
                <a:gd name="f20" fmla="val 836105"/>
                <a:gd name="f21" fmla="val 3044857"/>
                <a:gd name="f22" fmla="val 897445"/>
                <a:gd name="f23" fmla="val 2916079"/>
                <a:gd name="f24" fmla="val 940499"/>
                <a:gd name="f25" fmla="val 2780824"/>
                <a:gd name="f26" fmla="val 996315"/>
                <a:gd name="f27" fmla="val 2605754"/>
                <a:gd name="f28" fmla="val 1020985"/>
                <a:gd name="f29" fmla="val 2422874"/>
                <a:gd name="f30" fmla="val 1055370"/>
                <a:gd name="f31" fmla="val 2242185"/>
                <a:gd name="f32" fmla="val 1078611"/>
                <a:gd name="f33" fmla="val 2120075"/>
                <a:gd name="f34" fmla="val 1107472"/>
                <a:gd name="f35" fmla="val 1999107"/>
                <a:gd name="f36" fmla="val 1136714"/>
                <a:gd name="f37" fmla="val 1878330"/>
                <a:gd name="f38" fmla="val 1163098"/>
                <a:gd name="f39" fmla="val 1769174"/>
                <a:gd name="f40" fmla="val 1189482"/>
                <a:gd name="f41" fmla="val 1658588"/>
                <a:gd name="f42" fmla="val 1246727"/>
                <a:gd name="f43" fmla="val 1562386"/>
                <a:gd name="f44" fmla="val 1279208"/>
                <a:gd name="f45" fmla="val 1507808"/>
                <a:gd name="f46" fmla="val 1321689"/>
                <a:gd name="f47" fmla="val 1459039"/>
                <a:gd name="f48" fmla="val 1378363"/>
                <a:gd name="f49" fmla="val 1430750"/>
                <a:gd name="f50" fmla="val 1473327"/>
                <a:gd name="f51" fmla="val 1383221"/>
                <a:gd name="f52" fmla="val 1584865"/>
                <a:gd name="f53" fmla="val 1402652"/>
                <a:gd name="f54" fmla="val 1691831"/>
                <a:gd name="f55" fmla="val 1394841"/>
                <a:gd name="f56" fmla="val 1771079"/>
                <a:gd name="f57" fmla="val 1389031"/>
                <a:gd name="f58" fmla="val 1849279"/>
                <a:gd name="f59" fmla="val 1368266"/>
                <a:gd name="f60" fmla="val 1914335"/>
                <a:gd name="f61" fmla="val 1323023"/>
                <a:gd name="f62" fmla="val 1989963"/>
                <a:gd name="f63" fmla="val 1270445"/>
                <a:gd name="f64" fmla="val 2041493"/>
                <a:gd name="f65" fmla="val 1189101"/>
                <a:gd name="f66" fmla="val 2055495"/>
                <a:gd name="f67" fmla="val 1098042"/>
                <a:gd name="f68" fmla="val 2064258"/>
                <a:gd name="f69" fmla="val 1041178"/>
                <a:gd name="f70" fmla="val 2057591"/>
                <a:gd name="f71" fmla="val 982980"/>
                <a:gd name="f72" fmla="val 2033969"/>
                <a:gd name="f73" fmla="val 930497"/>
                <a:gd name="f74" fmla="val 2002727"/>
                <a:gd name="f75" fmla="val 861060"/>
                <a:gd name="f76" fmla="val 1945958"/>
                <a:gd name="f77" fmla="val 807625"/>
                <a:gd name="f78" fmla="val 1885664"/>
                <a:gd name="f79" fmla="val 760571"/>
                <a:gd name="f80" fmla="val 1809179"/>
                <a:gd name="f81" fmla="val 700945"/>
                <a:gd name="f82" fmla="val 1725549"/>
                <a:gd name="f83" fmla="val 651415"/>
                <a:gd name="f84" fmla="val 1636871"/>
                <a:gd name="f85" fmla="val 612172"/>
                <a:gd name="f86" fmla="val 1532763"/>
                <a:gd name="f87" fmla="val 566071"/>
                <a:gd name="f88" fmla="val 1421606"/>
                <a:gd name="f89" fmla="val 532543"/>
                <a:gd name="f90" fmla="val 1335405"/>
                <a:gd name="f91" fmla="val 459010"/>
                <a:gd name="f92" fmla="val 1277969"/>
                <a:gd name="f93" fmla="val 409956"/>
                <a:gd name="f94" fmla="val 1232059"/>
                <a:gd name="f95" fmla="val 344615"/>
                <a:gd name="f96" fmla="val 1234916"/>
                <a:gd name="f97" fmla="val 269939"/>
                <a:gd name="f98" fmla="val 1237012"/>
                <a:gd name="f99" fmla="val 211741"/>
                <a:gd name="f100" fmla="val 1386935"/>
                <a:gd name="f101" fmla="+- 0 0 -90"/>
                <a:gd name="f102" fmla="*/ f3 1 2059193"/>
                <a:gd name="f103" fmla="*/ f4 1 3980116"/>
                <a:gd name="f104" fmla="+- f7 0 f5"/>
                <a:gd name="f105" fmla="+- f6 0 f5"/>
                <a:gd name="f106" fmla="*/ f101 f0 1"/>
                <a:gd name="f107" fmla="*/ f105 1 2059193"/>
                <a:gd name="f108" fmla="*/ f104 1 3980116"/>
                <a:gd name="f109" fmla="*/ 0 f105 1"/>
                <a:gd name="f110" fmla="*/ 3980116 f104 1"/>
                <a:gd name="f111" fmla="*/ 471583 f105 1"/>
                <a:gd name="f112" fmla="*/ 3515678 f104 1"/>
                <a:gd name="f113" fmla="*/ 758666 f105 1"/>
                <a:gd name="f114" fmla="*/ 3163824 f104 1"/>
                <a:gd name="f115" fmla="*/ 940499 f105 1"/>
                <a:gd name="f116" fmla="*/ 2780824 f104 1"/>
                <a:gd name="f117" fmla="*/ 1055370 f105 1"/>
                <a:gd name="f118" fmla="*/ 2242185 f104 1"/>
                <a:gd name="f119" fmla="*/ 1136714 f105 1"/>
                <a:gd name="f120" fmla="*/ 1878330 f104 1"/>
                <a:gd name="f121" fmla="*/ 1246727 f105 1"/>
                <a:gd name="f122" fmla="*/ 1562386 f104 1"/>
                <a:gd name="f123" fmla="*/ 1378363 f105 1"/>
                <a:gd name="f124" fmla="*/ 1430750 f104 1"/>
                <a:gd name="f125" fmla="*/ 1691831 f105 1"/>
                <a:gd name="f126" fmla="*/ 1394841 f104 1"/>
                <a:gd name="f127" fmla="*/ 1914335 f105 1"/>
                <a:gd name="f128" fmla="*/ 1323023 f104 1"/>
                <a:gd name="f129" fmla="*/ 2055495 f105 1"/>
                <a:gd name="f130" fmla="*/ 1098042 f104 1"/>
                <a:gd name="f131" fmla="*/ 2033969 f105 1"/>
                <a:gd name="f132" fmla="*/ 930497 f104 1"/>
                <a:gd name="f133" fmla="*/ 1885664 f105 1"/>
                <a:gd name="f134" fmla="*/ 760571 f104 1"/>
                <a:gd name="f135" fmla="*/ 1636871 f105 1"/>
                <a:gd name="f136" fmla="*/ 612172 f104 1"/>
                <a:gd name="f137" fmla="*/ 1335405 f105 1"/>
                <a:gd name="f138" fmla="*/ 459010 f104 1"/>
                <a:gd name="f139" fmla="*/ 1234916 f105 1"/>
                <a:gd name="f140" fmla="*/ 269939 f104 1"/>
                <a:gd name="f141" fmla="*/ 1386935 f105 1"/>
                <a:gd name="f142" fmla="*/ 0 f104 1"/>
                <a:gd name="f143" fmla="*/ f106 1 f2"/>
                <a:gd name="f144" fmla="*/ f109 1 2059193"/>
                <a:gd name="f145" fmla="*/ f110 1 3980116"/>
                <a:gd name="f146" fmla="*/ f111 1 2059193"/>
                <a:gd name="f147" fmla="*/ f112 1 3980116"/>
                <a:gd name="f148" fmla="*/ f113 1 2059193"/>
                <a:gd name="f149" fmla="*/ f114 1 3980116"/>
                <a:gd name="f150" fmla="*/ f115 1 2059193"/>
                <a:gd name="f151" fmla="*/ f116 1 3980116"/>
                <a:gd name="f152" fmla="*/ f117 1 2059193"/>
                <a:gd name="f153" fmla="*/ f118 1 3980116"/>
                <a:gd name="f154" fmla="*/ f119 1 2059193"/>
                <a:gd name="f155" fmla="*/ f120 1 3980116"/>
                <a:gd name="f156" fmla="*/ f121 1 2059193"/>
                <a:gd name="f157" fmla="*/ f122 1 3980116"/>
                <a:gd name="f158" fmla="*/ f123 1 2059193"/>
                <a:gd name="f159" fmla="*/ f124 1 3980116"/>
                <a:gd name="f160" fmla="*/ f125 1 2059193"/>
                <a:gd name="f161" fmla="*/ f126 1 3980116"/>
                <a:gd name="f162" fmla="*/ f127 1 2059193"/>
                <a:gd name="f163" fmla="*/ f128 1 3980116"/>
                <a:gd name="f164" fmla="*/ f129 1 2059193"/>
                <a:gd name="f165" fmla="*/ f130 1 3980116"/>
                <a:gd name="f166" fmla="*/ f131 1 2059193"/>
                <a:gd name="f167" fmla="*/ f132 1 3980116"/>
                <a:gd name="f168" fmla="*/ f133 1 2059193"/>
                <a:gd name="f169" fmla="*/ f134 1 3980116"/>
                <a:gd name="f170" fmla="*/ f135 1 2059193"/>
                <a:gd name="f171" fmla="*/ f136 1 3980116"/>
                <a:gd name="f172" fmla="*/ f137 1 2059193"/>
                <a:gd name="f173" fmla="*/ f138 1 3980116"/>
                <a:gd name="f174" fmla="*/ f139 1 2059193"/>
                <a:gd name="f175" fmla="*/ f140 1 3980116"/>
                <a:gd name="f176" fmla="*/ f141 1 2059193"/>
                <a:gd name="f177" fmla="*/ f142 1 3980116"/>
                <a:gd name="f178" fmla="*/ f5 1 f107"/>
                <a:gd name="f179" fmla="*/ f6 1 f107"/>
                <a:gd name="f180" fmla="*/ f5 1 f108"/>
                <a:gd name="f181" fmla="*/ f7 1 f108"/>
                <a:gd name="f182" fmla="+- f143 0 f1"/>
                <a:gd name="f183" fmla="*/ f144 1 f107"/>
                <a:gd name="f184" fmla="*/ f145 1 f108"/>
                <a:gd name="f185" fmla="*/ f146 1 f107"/>
                <a:gd name="f186" fmla="*/ f147 1 f108"/>
                <a:gd name="f187" fmla="*/ f148 1 f107"/>
                <a:gd name="f188" fmla="*/ f149 1 f108"/>
                <a:gd name="f189" fmla="*/ f150 1 f107"/>
                <a:gd name="f190" fmla="*/ f151 1 f108"/>
                <a:gd name="f191" fmla="*/ f152 1 f107"/>
                <a:gd name="f192" fmla="*/ f153 1 f108"/>
                <a:gd name="f193" fmla="*/ f154 1 f107"/>
                <a:gd name="f194" fmla="*/ f155 1 f108"/>
                <a:gd name="f195" fmla="*/ f156 1 f107"/>
                <a:gd name="f196" fmla="*/ f157 1 f108"/>
                <a:gd name="f197" fmla="*/ f158 1 f107"/>
                <a:gd name="f198" fmla="*/ f159 1 f108"/>
                <a:gd name="f199" fmla="*/ f160 1 f107"/>
                <a:gd name="f200" fmla="*/ f161 1 f108"/>
                <a:gd name="f201" fmla="*/ f162 1 f107"/>
                <a:gd name="f202" fmla="*/ f163 1 f108"/>
                <a:gd name="f203" fmla="*/ f164 1 f107"/>
                <a:gd name="f204" fmla="*/ f165 1 f108"/>
                <a:gd name="f205" fmla="*/ f166 1 f107"/>
                <a:gd name="f206" fmla="*/ f167 1 f108"/>
                <a:gd name="f207" fmla="*/ f168 1 f107"/>
                <a:gd name="f208" fmla="*/ f169 1 f108"/>
                <a:gd name="f209" fmla="*/ f170 1 f107"/>
                <a:gd name="f210" fmla="*/ f171 1 f108"/>
                <a:gd name="f211" fmla="*/ f172 1 f107"/>
                <a:gd name="f212" fmla="*/ f173 1 f108"/>
                <a:gd name="f213" fmla="*/ f174 1 f107"/>
                <a:gd name="f214" fmla="*/ f175 1 f108"/>
                <a:gd name="f215" fmla="*/ f176 1 f107"/>
                <a:gd name="f216" fmla="*/ f177 1 f108"/>
                <a:gd name="f217" fmla="*/ f178 f102 1"/>
                <a:gd name="f218" fmla="*/ f179 f102 1"/>
                <a:gd name="f219" fmla="*/ f181 f103 1"/>
                <a:gd name="f220" fmla="*/ f180 f103 1"/>
                <a:gd name="f221" fmla="*/ f183 f102 1"/>
                <a:gd name="f222" fmla="*/ f184 f103 1"/>
                <a:gd name="f223" fmla="*/ f185 f102 1"/>
                <a:gd name="f224" fmla="*/ f186 f103 1"/>
                <a:gd name="f225" fmla="*/ f187 f102 1"/>
                <a:gd name="f226" fmla="*/ f188 f103 1"/>
                <a:gd name="f227" fmla="*/ f189 f102 1"/>
                <a:gd name="f228" fmla="*/ f190 f103 1"/>
                <a:gd name="f229" fmla="*/ f191 f102 1"/>
                <a:gd name="f230" fmla="*/ f192 f103 1"/>
                <a:gd name="f231" fmla="*/ f193 f102 1"/>
                <a:gd name="f232" fmla="*/ f194 f103 1"/>
                <a:gd name="f233" fmla="*/ f195 f102 1"/>
                <a:gd name="f234" fmla="*/ f196 f103 1"/>
                <a:gd name="f235" fmla="*/ f197 f102 1"/>
                <a:gd name="f236" fmla="*/ f198 f103 1"/>
                <a:gd name="f237" fmla="*/ f199 f102 1"/>
                <a:gd name="f238" fmla="*/ f200 f103 1"/>
                <a:gd name="f239" fmla="*/ f201 f102 1"/>
                <a:gd name="f240" fmla="*/ f202 f103 1"/>
                <a:gd name="f241" fmla="*/ f203 f102 1"/>
                <a:gd name="f242" fmla="*/ f204 f103 1"/>
                <a:gd name="f243" fmla="*/ f205 f102 1"/>
                <a:gd name="f244" fmla="*/ f206 f103 1"/>
                <a:gd name="f245" fmla="*/ f207 f102 1"/>
                <a:gd name="f246" fmla="*/ f208 f103 1"/>
                <a:gd name="f247" fmla="*/ f209 f102 1"/>
                <a:gd name="f248" fmla="*/ f210 f103 1"/>
                <a:gd name="f249" fmla="*/ f211 f102 1"/>
                <a:gd name="f250" fmla="*/ f212 f103 1"/>
                <a:gd name="f251" fmla="*/ f213 f102 1"/>
                <a:gd name="f252" fmla="*/ f214 f103 1"/>
                <a:gd name="f253" fmla="*/ f215 f102 1"/>
                <a:gd name="f254" fmla="*/ f216 f103 1"/>
              </a:gdLst>
              <a:ahLst/>
              <a:cxnLst>
                <a:cxn ang="3cd4">
                  <a:pos x="hc" y="t"/>
                </a:cxn>
                <a:cxn ang="0">
                  <a:pos x="r" y="vc"/>
                </a:cxn>
                <a:cxn ang="cd4">
                  <a:pos x="hc" y="b"/>
                </a:cxn>
                <a:cxn ang="cd2">
                  <a:pos x="l" y="vc"/>
                </a:cxn>
                <a:cxn ang="f182">
                  <a:pos x="f221" y="f222"/>
                </a:cxn>
                <a:cxn ang="f182">
                  <a:pos x="f223" y="f224"/>
                </a:cxn>
                <a:cxn ang="f182">
                  <a:pos x="f225" y="f226"/>
                </a:cxn>
                <a:cxn ang="f182">
                  <a:pos x="f227" y="f228"/>
                </a:cxn>
                <a:cxn ang="f182">
                  <a:pos x="f229" y="f230"/>
                </a:cxn>
                <a:cxn ang="f182">
                  <a:pos x="f231" y="f232"/>
                </a:cxn>
                <a:cxn ang="f182">
                  <a:pos x="f233" y="f234"/>
                </a:cxn>
                <a:cxn ang="f182">
                  <a:pos x="f235" y="f236"/>
                </a:cxn>
                <a:cxn ang="f182">
                  <a:pos x="f237" y="f238"/>
                </a:cxn>
                <a:cxn ang="f182">
                  <a:pos x="f239" y="f240"/>
                </a:cxn>
                <a:cxn ang="f182">
                  <a:pos x="f241" y="f242"/>
                </a:cxn>
                <a:cxn ang="f182">
                  <a:pos x="f243" y="f244"/>
                </a:cxn>
                <a:cxn ang="f182">
                  <a:pos x="f245" y="f246"/>
                </a:cxn>
                <a:cxn ang="f182">
                  <a:pos x="f247" y="f248"/>
                </a:cxn>
                <a:cxn ang="f182">
                  <a:pos x="f249" y="f250"/>
                </a:cxn>
                <a:cxn ang="f182">
                  <a:pos x="f251" y="f252"/>
                </a:cxn>
                <a:cxn ang="f182">
                  <a:pos x="f253" y="f254"/>
                </a:cxn>
              </a:cxnLst>
              <a:rect l="f217" t="f220" r="f218" b="f219"/>
              <a:pathLst>
                <a:path w="2059193" h="3980116">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5"/>
                    <a:pt x="f100"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0" name="Freeform: Shape 19">
              <a:extLst>
                <a:ext uri="{FF2B5EF4-FFF2-40B4-BE49-F238E27FC236}">
                  <a16:creationId xmlns:a16="http://schemas.microsoft.com/office/drawing/2014/main" id="{85177152-5DC2-4A4F-AFD1-54D9576E83DC}"/>
                </a:ext>
              </a:extLst>
            </p:cNvPr>
            <p:cNvSpPr/>
            <p:nvPr/>
          </p:nvSpPr>
          <p:spPr>
            <a:xfrm>
              <a:off x="18827" y="543784"/>
              <a:ext cx="494288" cy="1905591"/>
            </a:xfrm>
            <a:custGeom>
              <a:avLst/>
              <a:gdLst>
                <a:gd name="f0" fmla="val 10800000"/>
                <a:gd name="f1" fmla="val 5400000"/>
                <a:gd name="f2" fmla="val 180"/>
                <a:gd name="f3" fmla="val w"/>
                <a:gd name="f4" fmla="val h"/>
                <a:gd name="f5" fmla="val 0"/>
                <a:gd name="f6" fmla="val 743796"/>
                <a:gd name="f7" fmla="val 2867501"/>
                <a:gd name="f8" fmla="val 11144"/>
                <a:gd name="f9" fmla="val 101060"/>
                <a:gd name="f10" fmla="val 2953"/>
                <a:gd name="f11" fmla="val 268796"/>
                <a:gd name="f12" fmla="val 25146"/>
                <a:gd name="f13" fmla="val 353663"/>
                <a:gd name="f14" fmla="val 55245"/>
                <a:gd name="f15" fmla="val 433483"/>
                <a:gd name="f16" fmla="val 83534"/>
                <a:gd name="f17" fmla="val 510635"/>
                <a:gd name="f18" fmla="val 120967"/>
                <a:gd name="f19" fmla="val 571405"/>
                <a:gd name="f20" fmla="val 179737"/>
                <a:gd name="f21" fmla="val 625412"/>
                <a:gd name="f22" fmla="val 231934"/>
                <a:gd name="f23" fmla="val 663607"/>
                <a:gd name="f24" fmla="val 297942"/>
                <a:gd name="f25" fmla="val 688658"/>
                <a:gd name="f26" fmla="val 368808"/>
                <a:gd name="f27" fmla="val 716375"/>
                <a:gd name="f28" fmla="val 447103"/>
                <a:gd name="f29" fmla="val 727996"/>
                <a:gd name="f30" fmla="val 529876"/>
                <a:gd name="f31" fmla="val 731711"/>
                <a:gd name="f32" fmla="val 612934"/>
                <a:gd name="f33" fmla="val 737426"/>
                <a:gd name="f34" fmla="val 740474"/>
                <a:gd name="f35" fmla="val 724948"/>
                <a:gd name="f36" fmla="val 867918"/>
                <a:gd name="f37" fmla="val 725233"/>
                <a:gd name="f38" fmla="val 995648"/>
                <a:gd name="f39" fmla="val 725710"/>
                <a:gd name="f40" fmla="val 1163765"/>
                <a:gd name="f41" fmla="val 748665"/>
                <a:gd name="f42" fmla="val 1331309"/>
                <a:gd name="f43" fmla="val 742855"/>
                <a:gd name="f44" fmla="val 1499330"/>
                <a:gd name="f45" fmla="val 739426"/>
                <a:gd name="f46" fmla="val 1598009"/>
                <a:gd name="f47" fmla="val 725996"/>
                <a:gd name="f48" fmla="val 1696022"/>
                <a:gd name="f49" fmla="val 707898"/>
                <a:gd name="f50" fmla="val 1793081"/>
                <a:gd name="f51" fmla="val 690086"/>
                <a:gd name="f52" fmla="val 1888426"/>
                <a:gd name="f53" fmla="val 666845"/>
                <a:gd name="f54" fmla="val 1982724"/>
                <a:gd name="f55" fmla="val 633222"/>
                <a:gd name="f56" fmla="val 2073592"/>
                <a:gd name="f57" fmla="val 579692"/>
                <a:gd name="f58" fmla="val 2218182"/>
                <a:gd name="f59" fmla="val 499682"/>
                <a:gd name="f60" fmla="val 2351056"/>
                <a:gd name="f61" fmla="val 404527"/>
                <a:gd name="f62" fmla="val 2472404"/>
                <a:gd name="f63" fmla="val 266033"/>
                <a:gd name="f64" fmla="val 2648902"/>
                <a:gd name="f65" fmla="val 179642"/>
                <a:gd name="f66" fmla="val 2732818"/>
                <a:gd name="f67" fmla="+- 0 0 -90"/>
                <a:gd name="f68" fmla="*/ f3 1 743796"/>
                <a:gd name="f69" fmla="*/ f4 1 2867501"/>
                <a:gd name="f70" fmla="+- f7 0 f5"/>
                <a:gd name="f71" fmla="+- f6 0 f5"/>
                <a:gd name="f72" fmla="*/ f67 f0 1"/>
                <a:gd name="f73" fmla="*/ f71 1 743796"/>
                <a:gd name="f74" fmla="*/ f70 1 2867501"/>
                <a:gd name="f75" fmla="*/ 11144 f71 1"/>
                <a:gd name="f76" fmla="*/ 0 f70 1"/>
                <a:gd name="f77" fmla="*/ 353663 f71 1"/>
                <a:gd name="f78" fmla="*/ 55245 f70 1"/>
                <a:gd name="f79" fmla="*/ 571405 f71 1"/>
                <a:gd name="f80" fmla="*/ 179737 f70 1"/>
                <a:gd name="f81" fmla="*/ 688658 f71 1"/>
                <a:gd name="f82" fmla="*/ 368808 f70 1"/>
                <a:gd name="f83" fmla="*/ 731711 f71 1"/>
                <a:gd name="f84" fmla="*/ 612934 f70 1"/>
                <a:gd name="f85" fmla="*/ 725233 f71 1"/>
                <a:gd name="f86" fmla="*/ 995648 f70 1"/>
                <a:gd name="f87" fmla="*/ 742855 f71 1"/>
                <a:gd name="f88" fmla="*/ 1499330 f70 1"/>
                <a:gd name="f89" fmla="*/ 707898 f71 1"/>
                <a:gd name="f90" fmla="*/ 1793081 f70 1"/>
                <a:gd name="f91" fmla="*/ 633222 f71 1"/>
                <a:gd name="f92" fmla="*/ 2073592 f70 1"/>
                <a:gd name="f93" fmla="*/ 404527 f71 1"/>
                <a:gd name="f94" fmla="*/ 2472404 f70 1"/>
                <a:gd name="f95" fmla="*/ 0 f71 1"/>
                <a:gd name="f96" fmla="*/ 2867501 f70 1"/>
                <a:gd name="f97" fmla="*/ f72 1 f2"/>
                <a:gd name="f98" fmla="*/ f75 1 743796"/>
                <a:gd name="f99" fmla="*/ f76 1 2867501"/>
                <a:gd name="f100" fmla="*/ f77 1 743796"/>
                <a:gd name="f101" fmla="*/ f78 1 2867501"/>
                <a:gd name="f102" fmla="*/ f79 1 743796"/>
                <a:gd name="f103" fmla="*/ f80 1 2867501"/>
                <a:gd name="f104" fmla="*/ f81 1 743796"/>
                <a:gd name="f105" fmla="*/ f82 1 2867501"/>
                <a:gd name="f106" fmla="*/ f83 1 743796"/>
                <a:gd name="f107" fmla="*/ f84 1 2867501"/>
                <a:gd name="f108" fmla="*/ f85 1 743796"/>
                <a:gd name="f109" fmla="*/ f86 1 2867501"/>
                <a:gd name="f110" fmla="*/ f87 1 743796"/>
                <a:gd name="f111" fmla="*/ f88 1 2867501"/>
                <a:gd name="f112" fmla="*/ f89 1 743796"/>
                <a:gd name="f113" fmla="*/ f90 1 2867501"/>
                <a:gd name="f114" fmla="*/ f91 1 743796"/>
                <a:gd name="f115" fmla="*/ f92 1 2867501"/>
                <a:gd name="f116" fmla="*/ f93 1 743796"/>
                <a:gd name="f117" fmla="*/ f94 1 2867501"/>
                <a:gd name="f118" fmla="*/ f95 1 743796"/>
                <a:gd name="f119" fmla="*/ f96 1 2867501"/>
                <a:gd name="f120" fmla="*/ f5 1 f73"/>
                <a:gd name="f121" fmla="*/ f6 1 f73"/>
                <a:gd name="f122" fmla="*/ f5 1 f74"/>
                <a:gd name="f123" fmla="*/ f7 1 f74"/>
                <a:gd name="f124" fmla="+- f97 0 f1"/>
                <a:gd name="f125" fmla="*/ f98 1 f73"/>
                <a:gd name="f126" fmla="*/ f99 1 f74"/>
                <a:gd name="f127" fmla="*/ f100 1 f73"/>
                <a:gd name="f128" fmla="*/ f101 1 f74"/>
                <a:gd name="f129" fmla="*/ f102 1 f73"/>
                <a:gd name="f130" fmla="*/ f103 1 f74"/>
                <a:gd name="f131" fmla="*/ f104 1 f73"/>
                <a:gd name="f132" fmla="*/ f105 1 f74"/>
                <a:gd name="f133" fmla="*/ f106 1 f73"/>
                <a:gd name="f134" fmla="*/ f107 1 f74"/>
                <a:gd name="f135" fmla="*/ f108 1 f73"/>
                <a:gd name="f136" fmla="*/ f109 1 f74"/>
                <a:gd name="f137" fmla="*/ f110 1 f73"/>
                <a:gd name="f138" fmla="*/ f111 1 f74"/>
                <a:gd name="f139" fmla="*/ f112 1 f73"/>
                <a:gd name="f140" fmla="*/ f113 1 f74"/>
                <a:gd name="f141" fmla="*/ f114 1 f73"/>
                <a:gd name="f142" fmla="*/ f115 1 f74"/>
                <a:gd name="f143" fmla="*/ f116 1 f73"/>
                <a:gd name="f144" fmla="*/ f117 1 f74"/>
                <a:gd name="f145" fmla="*/ f118 1 f73"/>
                <a:gd name="f146" fmla="*/ f119 1 f74"/>
                <a:gd name="f147" fmla="*/ f120 f68 1"/>
                <a:gd name="f148" fmla="*/ f121 f68 1"/>
                <a:gd name="f149" fmla="*/ f123 f69 1"/>
                <a:gd name="f150" fmla="*/ f122 f69 1"/>
                <a:gd name="f151" fmla="*/ f125 f68 1"/>
                <a:gd name="f152" fmla="*/ f126 f69 1"/>
                <a:gd name="f153" fmla="*/ f127 f68 1"/>
                <a:gd name="f154" fmla="*/ f128 f69 1"/>
                <a:gd name="f155" fmla="*/ f129 f68 1"/>
                <a:gd name="f156" fmla="*/ f130 f69 1"/>
                <a:gd name="f157" fmla="*/ f131 f68 1"/>
                <a:gd name="f158" fmla="*/ f132 f69 1"/>
                <a:gd name="f159" fmla="*/ f133 f68 1"/>
                <a:gd name="f160" fmla="*/ f134 f69 1"/>
                <a:gd name="f161" fmla="*/ f135 f68 1"/>
                <a:gd name="f162" fmla="*/ f136 f69 1"/>
                <a:gd name="f163" fmla="*/ f137 f68 1"/>
                <a:gd name="f164" fmla="*/ f138 f69 1"/>
                <a:gd name="f165" fmla="*/ f139 f68 1"/>
                <a:gd name="f166" fmla="*/ f140 f69 1"/>
                <a:gd name="f167" fmla="*/ f141 f68 1"/>
                <a:gd name="f168" fmla="*/ f142 f69 1"/>
                <a:gd name="f169" fmla="*/ f143 f68 1"/>
                <a:gd name="f170" fmla="*/ f144 f69 1"/>
                <a:gd name="f171" fmla="*/ f145 f68 1"/>
                <a:gd name="f172" fmla="*/ f146 f69 1"/>
              </a:gdLst>
              <a:ahLst/>
              <a:cxnLst>
                <a:cxn ang="3cd4">
                  <a:pos x="hc" y="t"/>
                </a:cxn>
                <a:cxn ang="0">
                  <a:pos x="r" y="vc"/>
                </a:cxn>
                <a:cxn ang="cd4">
                  <a:pos x="hc" y="b"/>
                </a:cxn>
                <a:cxn ang="cd2">
                  <a:pos x="l" y="vc"/>
                </a:cxn>
                <a:cxn ang="f124">
                  <a:pos x="f151" y="f152"/>
                </a:cxn>
                <a:cxn ang="f124">
                  <a:pos x="f153" y="f154"/>
                </a:cxn>
                <a:cxn ang="f124">
                  <a:pos x="f155" y="f156"/>
                </a:cxn>
                <a:cxn ang="f124">
                  <a:pos x="f157" y="f158"/>
                </a:cxn>
                <a:cxn ang="f124">
                  <a:pos x="f159" y="f160"/>
                </a:cxn>
                <a:cxn ang="f124">
                  <a:pos x="f161" y="f162"/>
                </a:cxn>
                <a:cxn ang="f124">
                  <a:pos x="f163" y="f164"/>
                </a:cxn>
                <a:cxn ang="f124">
                  <a:pos x="f165" y="f166"/>
                </a:cxn>
                <a:cxn ang="f124">
                  <a:pos x="f167" y="f168"/>
                </a:cxn>
                <a:cxn ang="f124">
                  <a:pos x="f169" y="f170"/>
                </a:cxn>
                <a:cxn ang="f124">
                  <a:pos x="f171" y="f172"/>
                </a:cxn>
              </a:cxnLst>
              <a:rect l="f147" t="f150" r="f148" b="f149"/>
              <a:pathLst>
                <a:path w="743796" h="2867501">
                  <a:moveTo>
                    <a:pt x="f8" y="f5"/>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cubicBezTo>
                    <a:pt x="f63" y="f64"/>
                    <a:pt x="f65" y="f66"/>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1" name="Freeform: Shape 20">
              <a:extLst>
                <a:ext uri="{FF2B5EF4-FFF2-40B4-BE49-F238E27FC236}">
                  <a16:creationId xmlns:a16="http://schemas.microsoft.com/office/drawing/2014/main" id="{69FEC4AC-8D3C-472A-B3AA-7892251BFFDF}"/>
                </a:ext>
              </a:extLst>
            </p:cNvPr>
            <p:cNvSpPr/>
            <p:nvPr/>
          </p:nvSpPr>
          <p:spPr>
            <a:xfrm>
              <a:off x="10844" y="672285"/>
              <a:ext cx="396931" cy="1690304"/>
            </a:xfrm>
            <a:custGeom>
              <a:avLst/>
              <a:gdLst>
                <a:gd name="f0" fmla="val 10800000"/>
                <a:gd name="f1" fmla="val 5400000"/>
                <a:gd name="f2" fmla="val 180"/>
                <a:gd name="f3" fmla="val w"/>
                <a:gd name="f4" fmla="val h"/>
                <a:gd name="f5" fmla="val 0"/>
                <a:gd name="f6" fmla="val 597294"/>
                <a:gd name="f7" fmla="val 2543540"/>
                <a:gd name="f8" fmla="val 16478"/>
                <a:gd name="f9" fmla="val 2079"/>
                <a:gd name="f10" fmla="val 101441"/>
                <a:gd name="f11" fmla="+- 0 0 6684"/>
                <a:gd name="f12" fmla="val 224885"/>
                <a:gd name="f13" fmla="val 12557"/>
                <a:gd name="f14" fmla="val 299847"/>
                <a:gd name="f15" fmla="val 53991"/>
                <a:gd name="f16" fmla="val 394240"/>
                <a:gd name="f17" fmla="val 106092"/>
                <a:gd name="f18" fmla="val 468440"/>
                <a:gd name="f19" fmla="val 189341"/>
                <a:gd name="f20" fmla="val 503206"/>
                <a:gd name="f21" fmla="val 291354"/>
                <a:gd name="f22" fmla="val 550069"/>
                <a:gd name="f23" fmla="val 429085"/>
                <a:gd name="f24" fmla="val 520827"/>
                <a:gd name="f25" fmla="val 577770"/>
                <a:gd name="f26" fmla="val 525113"/>
                <a:gd name="f27" fmla="val 724265"/>
                <a:gd name="f28" fmla="val 529019"/>
                <a:gd name="f29" fmla="val 856472"/>
                <a:gd name="f30" fmla="val 561118"/>
                <a:gd name="f31" fmla="val 986012"/>
                <a:gd name="f32" fmla="val 578930"/>
                <a:gd name="f33" fmla="val 1117267"/>
                <a:gd name="f34" fmla="val 595122"/>
                <a:gd name="f35" fmla="val 1236234"/>
                <a:gd name="f36" fmla="val 602742"/>
                <a:gd name="f37" fmla="val 1356630"/>
                <a:gd name="f38" fmla="val 592931"/>
                <a:gd name="f39" fmla="val 1476359"/>
                <a:gd name="f40" fmla="val 582073"/>
                <a:gd name="f41" fmla="val 1607709"/>
                <a:gd name="f42" fmla="val 549783"/>
                <a:gd name="f43" fmla="val 1736011"/>
                <a:gd name="f44" fmla="val 1859359"/>
                <a:gd name="f45" fmla="val 450628"/>
                <a:gd name="f46" fmla="val 1998710"/>
                <a:gd name="f47" fmla="val 383857"/>
                <a:gd name="f48" fmla="val 2133298"/>
                <a:gd name="f49" fmla="val 291846"/>
                <a:gd name="f50" fmla="val 2250361"/>
                <a:gd name="f51" fmla="val 231553"/>
                <a:gd name="f52" fmla="val 2327132"/>
                <a:gd name="f53" fmla="val 73819"/>
                <a:gd name="f54" fmla="val 2479532"/>
                <a:gd name="f55" fmla="+- 0 0 -90"/>
                <a:gd name="f56" fmla="*/ f3 1 597294"/>
                <a:gd name="f57" fmla="*/ f4 1 2543540"/>
                <a:gd name="f58" fmla="+- f7 0 f5"/>
                <a:gd name="f59" fmla="+- f6 0 f5"/>
                <a:gd name="f60" fmla="*/ f55 f0 1"/>
                <a:gd name="f61" fmla="*/ f59 1 597294"/>
                <a:gd name="f62" fmla="*/ f58 1 2543540"/>
                <a:gd name="f63" fmla="*/ 16478 f59 1"/>
                <a:gd name="f64" fmla="*/ 2079 f58 1"/>
                <a:gd name="f65" fmla="*/ 299847 f59 1"/>
                <a:gd name="f66" fmla="*/ 53991 f58 1"/>
                <a:gd name="f67" fmla="*/ 503206 f59 1"/>
                <a:gd name="f68" fmla="*/ 291354 f58 1"/>
                <a:gd name="f69" fmla="*/ 525113 f59 1"/>
                <a:gd name="f70" fmla="*/ 724265 f58 1"/>
                <a:gd name="f71" fmla="*/ 578930 f59 1"/>
                <a:gd name="f72" fmla="*/ 1117267 f58 1"/>
                <a:gd name="f73" fmla="*/ 592931 f59 1"/>
                <a:gd name="f74" fmla="*/ 1476359 f58 1"/>
                <a:gd name="f75" fmla="*/ 1859359 f58 1"/>
                <a:gd name="f76" fmla="*/ 291846 f59 1"/>
                <a:gd name="f77" fmla="*/ 2250361 f58 1"/>
                <a:gd name="f78" fmla="*/ 0 f59 1"/>
                <a:gd name="f79" fmla="*/ 2543540 f58 1"/>
                <a:gd name="f80" fmla="*/ f60 1 f2"/>
                <a:gd name="f81" fmla="*/ f63 1 597294"/>
                <a:gd name="f82" fmla="*/ f64 1 2543540"/>
                <a:gd name="f83" fmla="*/ f65 1 597294"/>
                <a:gd name="f84" fmla="*/ f66 1 2543540"/>
                <a:gd name="f85" fmla="*/ f67 1 597294"/>
                <a:gd name="f86" fmla="*/ f68 1 2543540"/>
                <a:gd name="f87" fmla="*/ f69 1 597294"/>
                <a:gd name="f88" fmla="*/ f70 1 2543540"/>
                <a:gd name="f89" fmla="*/ f71 1 597294"/>
                <a:gd name="f90" fmla="*/ f72 1 2543540"/>
                <a:gd name="f91" fmla="*/ f73 1 597294"/>
                <a:gd name="f92" fmla="*/ f74 1 2543540"/>
                <a:gd name="f93" fmla="*/ f75 1 2543540"/>
                <a:gd name="f94" fmla="*/ f76 1 597294"/>
                <a:gd name="f95" fmla="*/ f77 1 2543540"/>
                <a:gd name="f96" fmla="*/ f78 1 597294"/>
                <a:gd name="f97" fmla="*/ f79 1 2543540"/>
                <a:gd name="f98" fmla="*/ f5 1 f61"/>
                <a:gd name="f99" fmla="*/ f6 1 f61"/>
                <a:gd name="f100" fmla="*/ f5 1 f62"/>
                <a:gd name="f101" fmla="*/ f7 1 f62"/>
                <a:gd name="f102" fmla="+- f80 0 f1"/>
                <a:gd name="f103" fmla="*/ f81 1 f61"/>
                <a:gd name="f104" fmla="*/ f82 1 f62"/>
                <a:gd name="f105" fmla="*/ f83 1 f61"/>
                <a:gd name="f106" fmla="*/ f84 1 f62"/>
                <a:gd name="f107" fmla="*/ f85 1 f61"/>
                <a:gd name="f108" fmla="*/ f86 1 f62"/>
                <a:gd name="f109" fmla="*/ f87 1 f61"/>
                <a:gd name="f110" fmla="*/ f88 1 f62"/>
                <a:gd name="f111" fmla="*/ f89 1 f61"/>
                <a:gd name="f112" fmla="*/ f90 1 f62"/>
                <a:gd name="f113" fmla="*/ f91 1 f61"/>
                <a:gd name="f114" fmla="*/ f92 1 f62"/>
                <a:gd name="f115" fmla="*/ f93 1 f62"/>
                <a:gd name="f116" fmla="*/ f94 1 f61"/>
                <a:gd name="f117" fmla="*/ f95 1 f62"/>
                <a:gd name="f118" fmla="*/ f96 1 f61"/>
                <a:gd name="f119" fmla="*/ f97 1 f62"/>
                <a:gd name="f120" fmla="*/ f98 f56 1"/>
                <a:gd name="f121" fmla="*/ f99 f56 1"/>
                <a:gd name="f122" fmla="*/ f101 f57 1"/>
                <a:gd name="f123" fmla="*/ f100 f57 1"/>
                <a:gd name="f124" fmla="*/ f103 f56 1"/>
                <a:gd name="f125" fmla="*/ f104 f57 1"/>
                <a:gd name="f126" fmla="*/ f105 f56 1"/>
                <a:gd name="f127" fmla="*/ f106 f57 1"/>
                <a:gd name="f128" fmla="*/ f107 f56 1"/>
                <a:gd name="f129" fmla="*/ f108 f57 1"/>
                <a:gd name="f130" fmla="*/ f109 f56 1"/>
                <a:gd name="f131" fmla="*/ f110 f57 1"/>
                <a:gd name="f132" fmla="*/ f111 f56 1"/>
                <a:gd name="f133" fmla="*/ f112 f57 1"/>
                <a:gd name="f134" fmla="*/ f113 f56 1"/>
                <a:gd name="f135" fmla="*/ f114 f57 1"/>
                <a:gd name="f136" fmla="*/ f115 f57 1"/>
                <a:gd name="f137" fmla="*/ f116 f56 1"/>
                <a:gd name="f138" fmla="*/ f117 f57 1"/>
                <a:gd name="f139" fmla="*/ f118 f56 1"/>
                <a:gd name="f140" fmla="*/ f119 f57 1"/>
              </a:gdLst>
              <a:ahLst/>
              <a:cxnLst>
                <a:cxn ang="3cd4">
                  <a:pos x="hc" y="t"/>
                </a:cxn>
                <a:cxn ang="0">
                  <a:pos x="r" y="vc"/>
                </a:cxn>
                <a:cxn ang="cd4">
                  <a:pos x="hc" y="b"/>
                </a:cxn>
                <a:cxn ang="cd2">
                  <a:pos x="l" y="vc"/>
                </a:cxn>
                <a:cxn ang="f102">
                  <a:pos x="f124" y="f125"/>
                </a:cxn>
                <a:cxn ang="f102">
                  <a:pos x="f126" y="f127"/>
                </a:cxn>
                <a:cxn ang="f102">
                  <a:pos x="f128" y="f129"/>
                </a:cxn>
                <a:cxn ang="f102">
                  <a:pos x="f130" y="f131"/>
                </a:cxn>
                <a:cxn ang="f102">
                  <a:pos x="f132" y="f133"/>
                </a:cxn>
                <a:cxn ang="f102">
                  <a:pos x="f134" y="f135"/>
                </a:cxn>
                <a:cxn ang="f102">
                  <a:pos x="f128" y="f136"/>
                </a:cxn>
                <a:cxn ang="f102">
                  <a:pos x="f137" y="f138"/>
                </a:cxn>
                <a:cxn ang="f102">
                  <a:pos x="f139" y="f140"/>
                </a:cxn>
              </a:cxnLst>
              <a:rect l="f120" t="f123" r="f121" b="f122"/>
              <a:pathLst>
                <a:path w="597294" h="2543540">
                  <a:moveTo>
                    <a:pt x="f8" y="f9"/>
                  </a:moveTo>
                  <a:cubicBezTo>
                    <a:pt x="f10" y="f11"/>
                    <a:pt x="f12" y="f13"/>
                    <a:pt x="f14" y="f15"/>
                  </a:cubicBezTo>
                  <a:cubicBezTo>
                    <a:pt x="f16" y="f17"/>
                    <a:pt x="f18" y="f19"/>
                    <a:pt x="f20" y="f21"/>
                  </a:cubicBezTo>
                  <a:cubicBezTo>
                    <a:pt x="f22" y="f23"/>
                    <a:pt x="f24" y="f25"/>
                    <a:pt x="f26" y="f27"/>
                  </a:cubicBezTo>
                  <a:cubicBezTo>
                    <a:pt x="f28" y="f29"/>
                    <a:pt x="f30" y="f31"/>
                    <a:pt x="f32" y="f33"/>
                  </a:cubicBezTo>
                  <a:cubicBezTo>
                    <a:pt x="f34" y="f35"/>
                    <a:pt x="f36" y="f37"/>
                    <a:pt x="f38" y="f39"/>
                  </a:cubicBezTo>
                  <a:cubicBezTo>
                    <a:pt x="f40" y="f41"/>
                    <a:pt x="f42" y="f43"/>
                    <a:pt x="f20" y="f44"/>
                  </a:cubicBezTo>
                  <a:cubicBezTo>
                    <a:pt x="f45" y="f46"/>
                    <a:pt x="f47" y="f48"/>
                    <a:pt x="f49" y="f50"/>
                  </a:cubicBezTo>
                  <a:cubicBezTo>
                    <a:pt x="f51" y="f52"/>
                    <a:pt x="f53" y="f54"/>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2" name="Freeform: Shape 21">
              <a:extLst>
                <a:ext uri="{FF2B5EF4-FFF2-40B4-BE49-F238E27FC236}">
                  <a16:creationId xmlns:a16="http://schemas.microsoft.com/office/drawing/2014/main" id="{021484A8-0C36-455B-8B2E-599660169B82}"/>
                </a:ext>
              </a:extLst>
            </p:cNvPr>
            <p:cNvSpPr/>
            <p:nvPr/>
          </p:nvSpPr>
          <p:spPr>
            <a:xfrm>
              <a:off x="23006" y="881262"/>
              <a:ext cx="258793" cy="1336560"/>
            </a:xfrm>
            <a:custGeom>
              <a:avLst/>
              <a:gdLst>
                <a:gd name="f0" fmla="val 10800000"/>
                <a:gd name="f1" fmla="val 5400000"/>
                <a:gd name="f2" fmla="val 180"/>
                <a:gd name="f3" fmla="val w"/>
                <a:gd name="f4" fmla="val h"/>
                <a:gd name="f5" fmla="val 0"/>
                <a:gd name="f6" fmla="val 389425"/>
                <a:gd name="f7" fmla="val 2011236"/>
                <a:gd name="f8" fmla="val 33"/>
                <a:gd name="f9" fmla="val 57912"/>
                <a:gd name="f10" fmla="+- 0 0 824"/>
                <a:gd name="f11" fmla="val 136112"/>
                <a:gd name="f12" fmla="val 14892"/>
                <a:gd name="f13" fmla="val 171260"/>
                <a:gd name="f14" fmla="val 60326"/>
                <a:gd name="f15" fmla="val 205645"/>
                <a:gd name="f16" fmla="val 104903"/>
                <a:gd name="f17" fmla="val 207740"/>
                <a:gd name="f18" fmla="val 164244"/>
                <a:gd name="f19" fmla="val 211455"/>
                <a:gd name="f20" fmla="val 221204"/>
                <a:gd name="f21" fmla="val 216408"/>
                <a:gd name="f22" fmla="val 297594"/>
                <a:gd name="f23" fmla="val 225838"/>
                <a:gd name="f24" fmla="val 373604"/>
                <a:gd name="f25" fmla="val 243078"/>
                <a:gd name="f26" fmla="val 448089"/>
                <a:gd name="f27" fmla="val 269939"/>
                <a:gd name="f28" fmla="val 564199"/>
                <a:gd name="f29" fmla="val 319183"/>
                <a:gd name="f30" fmla="val 673927"/>
                <a:gd name="f31" fmla="val 346424"/>
                <a:gd name="f32" fmla="val 789941"/>
                <a:gd name="f33" fmla="val 358235"/>
                <a:gd name="f34" fmla="val 840043"/>
                <a:gd name="f35" fmla="val 365951"/>
                <a:gd name="f36" fmla="val 891097"/>
                <a:gd name="f37" fmla="val 372237"/>
                <a:gd name="f38" fmla="val 942151"/>
                <a:gd name="f39" fmla="val 385858"/>
                <a:gd name="f40" fmla="val 1051784"/>
                <a:gd name="f41" fmla="val 394049"/>
                <a:gd name="f42" fmla="val 1162274"/>
                <a:gd name="f43" fmla="val 386620"/>
                <a:gd name="f44" fmla="val 1272478"/>
                <a:gd name="f45" fmla="val 377476"/>
                <a:gd name="f46" fmla="val 1407828"/>
                <a:gd name="f47" fmla="val 344996"/>
                <a:gd name="f48" fmla="val 1541178"/>
                <a:gd name="f49" fmla="val 280416"/>
                <a:gd name="f50" fmla="val 1660241"/>
                <a:gd name="f51" fmla="val 244602"/>
                <a:gd name="f52" fmla="val 1726249"/>
                <a:gd name="f53" fmla="val 199358"/>
                <a:gd name="f54" fmla="val 1786352"/>
                <a:gd name="f55" fmla="val 151257"/>
                <a:gd name="f56" fmla="val 1844073"/>
                <a:gd name="f57" fmla="val 79534"/>
                <a:gd name="f58" fmla="val 1930084"/>
                <a:gd name="f59" fmla="val 89345"/>
                <a:gd name="f60" fmla="val 1941419"/>
                <a:gd name="f61" fmla="val 1905"/>
                <a:gd name="f62" fmla="val 2011237"/>
                <a:gd name="f63" fmla="+- 0 0 -90"/>
                <a:gd name="f64" fmla="*/ f3 1 389425"/>
                <a:gd name="f65" fmla="*/ f4 1 2011236"/>
                <a:gd name="f66" fmla="+- f7 0 f5"/>
                <a:gd name="f67" fmla="+- f6 0 f5"/>
                <a:gd name="f68" fmla="*/ f63 f0 1"/>
                <a:gd name="f69" fmla="*/ f67 1 389425"/>
                <a:gd name="f70" fmla="*/ f66 1 2011236"/>
                <a:gd name="f71" fmla="*/ 0 f67 1"/>
                <a:gd name="f72" fmla="*/ 33 f66 1"/>
                <a:gd name="f73" fmla="*/ 171260 f67 1"/>
                <a:gd name="f74" fmla="*/ 60326 f66 1"/>
                <a:gd name="f75" fmla="*/ 211455 f67 1"/>
                <a:gd name="f76" fmla="*/ 221204 f66 1"/>
                <a:gd name="f77" fmla="*/ 243078 f67 1"/>
                <a:gd name="f78" fmla="*/ 448089 f66 1"/>
                <a:gd name="f79" fmla="*/ 346424 f67 1"/>
                <a:gd name="f80" fmla="*/ 789941 f66 1"/>
                <a:gd name="f81" fmla="*/ 372237 f67 1"/>
                <a:gd name="f82" fmla="*/ 942151 f66 1"/>
                <a:gd name="f83" fmla="*/ 386620 f67 1"/>
                <a:gd name="f84" fmla="*/ 1272478 f66 1"/>
                <a:gd name="f85" fmla="*/ 280416 f67 1"/>
                <a:gd name="f86" fmla="*/ 1660241 f66 1"/>
                <a:gd name="f87" fmla="*/ 151257 f67 1"/>
                <a:gd name="f88" fmla="*/ 1844073 f66 1"/>
                <a:gd name="f89" fmla="*/ 1905 f67 1"/>
                <a:gd name="f90" fmla="*/ 2011237 f66 1"/>
                <a:gd name="f91" fmla="*/ f68 1 f2"/>
                <a:gd name="f92" fmla="*/ f71 1 389425"/>
                <a:gd name="f93" fmla="*/ f72 1 2011236"/>
                <a:gd name="f94" fmla="*/ f73 1 389425"/>
                <a:gd name="f95" fmla="*/ f74 1 2011236"/>
                <a:gd name="f96" fmla="*/ f75 1 389425"/>
                <a:gd name="f97" fmla="*/ f76 1 2011236"/>
                <a:gd name="f98" fmla="*/ f77 1 389425"/>
                <a:gd name="f99" fmla="*/ f78 1 2011236"/>
                <a:gd name="f100" fmla="*/ f79 1 389425"/>
                <a:gd name="f101" fmla="*/ f80 1 2011236"/>
                <a:gd name="f102" fmla="*/ f81 1 389425"/>
                <a:gd name="f103" fmla="*/ f82 1 2011236"/>
                <a:gd name="f104" fmla="*/ f83 1 389425"/>
                <a:gd name="f105" fmla="*/ f84 1 2011236"/>
                <a:gd name="f106" fmla="*/ f85 1 389425"/>
                <a:gd name="f107" fmla="*/ f86 1 2011236"/>
                <a:gd name="f108" fmla="*/ f87 1 389425"/>
                <a:gd name="f109" fmla="*/ f88 1 2011236"/>
                <a:gd name="f110" fmla="*/ f89 1 389425"/>
                <a:gd name="f111" fmla="*/ f90 1 2011236"/>
                <a:gd name="f112" fmla="*/ f5 1 f69"/>
                <a:gd name="f113" fmla="*/ f6 1 f69"/>
                <a:gd name="f114" fmla="*/ f5 1 f70"/>
                <a:gd name="f115" fmla="*/ f7 1 f70"/>
                <a:gd name="f116" fmla="+- f91 0 f1"/>
                <a:gd name="f117" fmla="*/ f92 1 f69"/>
                <a:gd name="f118" fmla="*/ f93 1 f70"/>
                <a:gd name="f119" fmla="*/ f94 1 f69"/>
                <a:gd name="f120" fmla="*/ f95 1 f70"/>
                <a:gd name="f121" fmla="*/ f96 1 f69"/>
                <a:gd name="f122" fmla="*/ f97 1 f70"/>
                <a:gd name="f123" fmla="*/ f98 1 f69"/>
                <a:gd name="f124" fmla="*/ f99 1 f70"/>
                <a:gd name="f125" fmla="*/ f100 1 f69"/>
                <a:gd name="f126" fmla="*/ f101 1 f70"/>
                <a:gd name="f127" fmla="*/ f102 1 f69"/>
                <a:gd name="f128" fmla="*/ f103 1 f70"/>
                <a:gd name="f129" fmla="*/ f104 1 f69"/>
                <a:gd name="f130" fmla="*/ f105 1 f70"/>
                <a:gd name="f131" fmla="*/ f106 1 f69"/>
                <a:gd name="f132" fmla="*/ f107 1 f70"/>
                <a:gd name="f133" fmla="*/ f108 1 f69"/>
                <a:gd name="f134" fmla="*/ f109 1 f70"/>
                <a:gd name="f135" fmla="*/ f110 1 f69"/>
                <a:gd name="f136" fmla="*/ f111 1 f70"/>
                <a:gd name="f137" fmla="*/ f112 f64 1"/>
                <a:gd name="f138" fmla="*/ f113 f64 1"/>
                <a:gd name="f139" fmla="*/ f115 f65 1"/>
                <a:gd name="f140" fmla="*/ f114 f65 1"/>
                <a:gd name="f141" fmla="*/ f117 f64 1"/>
                <a:gd name="f142" fmla="*/ f118 f65 1"/>
                <a:gd name="f143" fmla="*/ f119 f64 1"/>
                <a:gd name="f144" fmla="*/ f120 f65 1"/>
                <a:gd name="f145" fmla="*/ f121 f64 1"/>
                <a:gd name="f146" fmla="*/ f122 f65 1"/>
                <a:gd name="f147" fmla="*/ f123 f64 1"/>
                <a:gd name="f148" fmla="*/ f124 f65 1"/>
                <a:gd name="f149" fmla="*/ f125 f64 1"/>
                <a:gd name="f150" fmla="*/ f126 f65 1"/>
                <a:gd name="f151" fmla="*/ f127 f64 1"/>
                <a:gd name="f152" fmla="*/ f128 f65 1"/>
                <a:gd name="f153" fmla="*/ f129 f64 1"/>
                <a:gd name="f154" fmla="*/ f130 f65 1"/>
                <a:gd name="f155" fmla="*/ f131 f64 1"/>
                <a:gd name="f156" fmla="*/ f132 f65 1"/>
                <a:gd name="f157" fmla="*/ f133 f64 1"/>
                <a:gd name="f158" fmla="*/ f134 f65 1"/>
                <a:gd name="f159" fmla="*/ f135 f64 1"/>
                <a:gd name="f160" fmla="*/ f136 f65 1"/>
              </a:gdLst>
              <a:ahLst/>
              <a:cxnLst>
                <a:cxn ang="3cd4">
                  <a:pos x="hc" y="t"/>
                </a:cxn>
                <a:cxn ang="0">
                  <a:pos x="r" y="vc"/>
                </a:cxn>
                <a:cxn ang="cd4">
                  <a:pos x="hc" y="b"/>
                </a:cxn>
                <a:cxn ang="cd2">
                  <a:pos x="l" y="vc"/>
                </a:cxn>
                <a:cxn ang="f116">
                  <a:pos x="f141" y="f142"/>
                </a:cxn>
                <a:cxn ang="f116">
                  <a:pos x="f143" y="f144"/>
                </a:cxn>
                <a:cxn ang="f116">
                  <a:pos x="f145" y="f146"/>
                </a:cxn>
                <a:cxn ang="f116">
                  <a:pos x="f147" y="f148"/>
                </a:cxn>
                <a:cxn ang="f116">
                  <a:pos x="f149" y="f150"/>
                </a:cxn>
                <a:cxn ang="f116">
                  <a:pos x="f151" y="f152"/>
                </a:cxn>
                <a:cxn ang="f116">
                  <a:pos x="f153" y="f154"/>
                </a:cxn>
                <a:cxn ang="f116">
                  <a:pos x="f155" y="f156"/>
                </a:cxn>
                <a:cxn ang="f116">
                  <a:pos x="f157" y="f158"/>
                </a:cxn>
                <a:cxn ang="f116">
                  <a:pos x="f159" y="f160"/>
                </a:cxn>
              </a:cxnLst>
              <a:rect l="f137" t="f140" r="f138" b="f139"/>
              <a:pathLst>
                <a:path w="389425" h="2011236">
                  <a:moveTo>
                    <a:pt x="f5" y="f8"/>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sp>
        <p:nvSpPr>
          <p:cNvPr id="13" name="Titre 1">
            <a:extLst>
              <a:ext uri="{FF2B5EF4-FFF2-40B4-BE49-F238E27FC236}">
                <a16:creationId xmlns:a16="http://schemas.microsoft.com/office/drawing/2014/main" id="{F2EE1B9D-BB5F-44EF-9E04-473D3C0035B8}"/>
              </a:ext>
            </a:extLst>
          </p:cNvPr>
          <p:cNvSpPr txBox="1">
            <a:spLocks noGrp="1"/>
          </p:cNvSpPr>
          <p:nvPr>
            <p:ph type="title"/>
          </p:nvPr>
        </p:nvSpPr>
        <p:spPr>
          <a:xfrm>
            <a:off x="114912" y="113797"/>
            <a:ext cx="6688625" cy="2110590"/>
          </a:xfrm>
        </p:spPr>
        <p:txBody>
          <a:bodyPr/>
          <a:lstStyle/>
          <a:p>
            <a:pPr lvl="0">
              <a:lnSpc>
                <a:spcPct val="90000"/>
              </a:lnSpc>
            </a:pPr>
            <a:r>
              <a:rPr lang="fr-FR" sz="3700" dirty="0"/>
              <a:t>Flow principal et scénarios de conversation</a:t>
            </a:r>
          </a:p>
        </p:txBody>
      </p:sp>
      <p:sp>
        <p:nvSpPr>
          <p:cNvPr id="14" name="Espace réservé du contenu 2">
            <a:extLst>
              <a:ext uri="{FF2B5EF4-FFF2-40B4-BE49-F238E27FC236}">
                <a16:creationId xmlns:a16="http://schemas.microsoft.com/office/drawing/2014/main" id="{CA9A1A31-8187-4C4E-BD48-2BD80759E0CB}"/>
              </a:ext>
            </a:extLst>
          </p:cNvPr>
          <p:cNvSpPr txBox="1">
            <a:spLocks noGrp="1"/>
          </p:cNvSpPr>
          <p:nvPr>
            <p:ph idx="1"/>
          </p:nvPr>
        </p:nvSpPr>
        <p:spPr>
          <a:xfrm>
            <a:off x="102120" y="1779641"/>
            <a:ext cx="6688625" cy="4333451"/>
          </a:xfrm>
        </p:spPr>
        <p:txBody>
          <a:bodyPr>
            <a:normAutofit fontScale="92500" lnSpcReduction="10000"/>
          </a:bodyPr>
          <a:lstStyle/>
          <a:p>
            <a:pPr lvl="0">
              <a:lnSpc>
                <a:spcPct val="100000"/>
              </a:lnSpc>
            </a:pPr>
            <a:r>
              <a:rPr lang="fr-FR" sz="2000" dirty="0"/>
              <a:t>Le flow principal sert de point d’entrée au </a:t>
            </a:r>
            <a:r>
              <a:rPr lang="fr-FR" sz="2000" dirty="0" err="1"/>
              <a:t>chatbot</a:t>
            </a:r>
            <a:r>
              <a:rPr lang="fr-FR" sz="2000" dirty="0"/>
              <a:t>. Il détecte le premier message de l’utilisateur et lui envoie un message de bienvenue.</a:t>
            </a:r>
            <a:br>
              <a:rPr lang="fr-FR" sz="2000" dirty="0"/>
            </a:br>
            <a:r>
              <a:rPr lang="fr-FR" sz="2000" dirty="0"/>
              <a:t>Le bot propose alors 5 scénarios :</a:t>
            </a:r>
            <a:br>
              <a:rPr lang="fr-FR" sz="2000" dirty="0"/>
            </a:br>
            <a:r>
              <a:rPr lang="fr-FR" sz="2000" dirty="0"/>
              <a:t>	– une recommandation personnalisée de parfum ;</a:t>
            </a:r>
          </a:p>
          <a:p>
            <a:pPr marL="457200" lvl="1" indent="0">
              <a:lnSpc>
                <a:spcPct val="100000"/>
              </a:lnSpc>
              <a:buNone/>
            </a:pPr>
            <a:r>
              <a:rPr lang="fr-FR" sz="2000" dirty="0"/>
              <a:t>	– définir son profil senteur.</a:t>
            </a:r>
          </a:p>
          <a:p>
            <a:pPr marL="0" lvl="0" indent="0">
              <a:lnSpc>
                <a:spcPct val="100000"/>
              </a:lnSpc>
              <a:buNone/>
            </a:pPr>
            <a:r>
              <a:rPr lang="fr-FR" sz="2000" dirty="0"/>
              <a:t>	–un mode “FAQ” où l’utilisateur peut poser ses questions en langage naturel.</a:t>
            </a:r>
            <a:br>
              <a:rPr lang="fr-FR" sz="2000" dirty="0"/>
            </a:br>
            <a:r>
              <a:rPr lang="fr-FR" sz="2000" dirty="0"/>
              <a:t>	– l’affichage des promotions du moment ;</a:t>
            </a:r>
          </a:p>
          <a:p>
            <a:pPr marL="0" lvl="0" indent="0">
              <a:lnSpc>
                <a:spcPct val="100000"/>
              </a:lnSpc>
              <a:buNone/>
            </a:pPr>
            <a:r>
              <a:rPr lang="fr-FR" sz="2000" dirty="0"/>
              <a:t>	-  tester vos connaissances sur l'univers des parfums</a:t>
            </a:r>
            <a:br>
              <a:rPr lang="fr-FR" sz="2000" dirty="0"/>
            </a:br>
            <a:br>
              <a:rPr lang="fr-FR" sz="2000" dirty="0"/>
            </a:br>
            <a:r>
              <a:rPr lang="fr-FR" sz="2000" dirty="0"/>
              <a:t>En fonction du choix de l’utilisateur, </a:t>
            </a:r>
            <a:r>
              <a:rPr lang="fr-FR" sz="2000" dirty="0" err="1"/>
              <a:t>Botpress</a:t>
            </a:r>
            <a:r>
              <a:rPr lang="fr-FR" sz="2000" dirty="0"/>
              <a:t> déclenche le flow approprié, ce qui permet d’avoir une conversation structurée tout en restant simple à utiliser.</a:t>
            </a:r>
          </a:p>
        </p:txBody>
      </p:sp>
      <p:grpSp>
        <p:nvGrpSpPr>
          <p:cNvPr id="16" name="Bottom Right">
            <a:extLst>
              <a:ext uri="{FF2B5EF4-FFF2-40B4-BE49-F238E27FC236}">
                <a16:creationId xmlns:a16="http://schemas.microsoft.com/office/drawing/2014/main" id="{8B3AC421-AC9B-4F4D-8143-A8403619103D}"/>
              </a:ext>
            </a:extLst>
          </p:cNvPr>
          <p:cNvGrpSpPr/>
          <p:nvPr/>
        </p:nvGrpSpPr>
        <p:grpSpPr>
          <a:xfrm>
            <a:off x="7980398" y="3276596"/>
            <a:ext cx="4211598" cy="3581403"/>
            <a:chOff x="7980398" y="3276596"/>
            <a:chExt cx="4211598" cy="3581403"/>
          </a:xfrm>
        </p:grpSpPr>
        <p:sp>
          <p:nvSpPr>
            <p:cNvPr id="17" name="Freeform: Shape 24">
              <a:extLst>
                <a:ext uri="{FF2B5EF4-FFF2-40B4-BE49-F238E27FC236}">
                  <a16:creationId xmlns:a16="http://schemas.microsoft.com/office/drawing/2014/main" id="{25D48C27-68AA-4EB5-A133-94557517B5BE}"/>
                </a:ext>
              </a:extLst>
            </p:cNvPr>
            <p:cNvSpPr/>
            <p:nvPr/>
          </p:nvSpPr>
          <p:spPr>
            <a:xfrm>
              <a:off x="10439256" y="6178637"/>
              <a:ext cx="1482105" cy="679362"/>
            </a:xfrm>
            <a:custGeom>
              <a:avLst/>
              <a:gdLst>
                <a:gd name="f0" fmla="val 10800000"/>
                <a:gd name="f1" fmla="val 5400000"/>
                <a:gd name="f2" fmla="val 180"/>
                <a:gd name="f3" fmla="val w"/>
                <a:gd name="f4" fmla="val h"/>
                <a:gd name="f5" fmla="val 0"/>
                <a:gd name="f6" fmla="val 1482102"/>
                <a:gd name="f7" fmla="val 679363"/>
                <a:gd name="f8" fmla="val 741051"/>
                <a:gd name="f9" fmla="val 1102506"/>
                <a:gd name="f10" fmla="val 1404077"/>
                <a:gd name="f11" fmla="val 256390"/>
                <a:gd name="f12" fmla="val 1473822"/>
                <a:gd name="f13" fmla="val 597226"/>
                <a:gd name="f14" fmla="val 8280"/>
                <a:gd name="f15" fmla="val 78025"/>
                <a:gd name="f16" fmla="val 379596"/>
                <a:gd name="f17" fmla="+- 0 0 -90"/>
                <a:gd name="f18" fmla="*/ f3 1 1482102"/>
                <a:gd name="f19" fmla="*/ f4 1 679363"/>
                <a:gd name="f20" fmla="+- f7 0 f5"/>
                <a:gd name="f21" fmla="+- f6 0 f5"/>
                <a:gd name="f22" fmla="*/ f17 f0 1"/>
                <a:gd name="f23" fmla="*/ f21 1 1482102"/>
                <a:gd name="f24" fmla="*/ f20 1 679363"/>
                <a:gd name="f25" fmla="*/ 741051 f21 1"/>
                <a:gd name="f26" fmla="*/ 0 f20 1"/>
                <a:gd name="f27" fmla="*/ 1473822 f21 1"/>
                <a:gd name="f28" fmla="*/ 597226 f20 1"/>
                <a:gd name="f29" fmla="*/ 1482102 f21 1"/>
                <a:gd name="f30" fmla="*/ 679363 f20 1"/>
                <a:gd name="f31" fmla="*/ 0 f21 1"/>
                <a:gd name="f32" fmla="*/ 8280 f21 1"/>
                <a:gd name="f33" fmla="*/ f22 1 f2"/>
                <a:gd name="f34" fmla="*/ f25 1 1482102"/>
                <a:gd name="f35" fmla="*/ f26 1 679363"/>
                <a:gd name="f36" fmla="*/ f27 1 1482102"/>
                <a:gd name="f37" fmla="*/ f28 1 679363"/>
                <a:gd name="f38" fmla="*/ f29 1 1482102"/>
                <a:gd name="f39" fmla="*/ f30 1 679363"/>
                <a:gd name="f40" fmla="*/ f31 1 1482102"/>
                <a:gd name="f41" fmla="*/ f32 1 1482102"/>
                <a:gd name="f42" fmla="*/ f5 1 f23"/>
                <a:gd name="f43" fmla="*/ f6 1 f23"/>
                <a:gd name="f44" fmla="*/ f5 1 f24"/>
                <a:gd name="f45" fmla="*/ f7 1 f24"/>
                <a:gd name="f46" fmla="+- f33 0 f1"/>
                <a:gd name="f47" fmla="*/ f34 1 f23"/>
                <a:gd name="f48" fmla="*/ f35 1 f24"/>
                <a:gd name="f49" fmla="*/ f36 1 f23"/>
                <a:gd name="f50" fmla="*/ f37 1 f24"/>
                <a:gd name="f51" fmla="*/ f38 1 f23"/>
                <a:gd name="f52" fmla="*/ f39 1 f24"/>
                <a:gd name="f53" fmla="*/ f40 1 f23"/>
                <a:gd name="f54" fmla="*/ f41 1 f23"/>
                <a:gd name="f55" fmla="*/ f42 f18 1"/>
                <a:gd name="f56" fmla="*/ f43 f18 1"/>
                <a:gd name="f57" fmla="*/ f45 f19 1"/>
                <a:gd name="f58" fmla="*/ f44 f19 1"/>
                <a:gd name="f59" fmla="*/ f47 f18 1"/>
                <a:gd name="f60" fmla="*/ f48 f19 1"/>
                <a:gd name="f61" fmla="*/ f49 f18 1"/>
                <a:gd name="f62" fmla="*/ f50 f19 1"/>
                <a:gd name="f63" fmla="*/ f51 f18 1"/>
                <a:gd name="f64" fmla="*/ f52 f19 1"/>
                <a:gd name="f65" fmla="*/ f53 f18 1"/>
                <a:gd name="f66" fmla="*/ f54 f18 1"/>
              </a:gdLst>
              <a:ahLst/>
              <a:cxnLst>
                <a:cxn ang="3cd4">
                  <a:pos x="hc" y="t"/>
                </a:cxn>
                <a:cxn ang="0">
                  <a:pos x="r" y="vc"/>
                </a:cxn>
                <a:cxn ang="cd4">
                  <a:pos x="hc" y="b"/>
                </a:cxn>
                <a:cxn ang="cd2">
                  <a:pos x="l" y="vc"/>
                </a:cxn>
                <a:cxn ang="f46">
                  <a:pos x="f59" y="f60"/>
                </a:cxn>
                <a:cxn ang="f46">
                  <a:pos x="f61" y="f62"/>
                </a:cxn>
                <a:cxn ang="f46">
                  <a:pos x="f63" y="f64"/>
                </a:cxn>
                <a:cxn ang="f46">
                  <a:pos x="f65" y="f64"/>
                </a:cxn>
                <a:cxn ang="f46">
                  <a:pos x="f66" y="f62"/>
                </a:cxn>
                <a:cxn ang="f46">
                  <a:pos x="f59" y="f60"/>
                </a:cxn>
              </a:cxnLst>
              <a:rect l="f55" t="f58" r="f56" b="f57"/>
              <a:pathLst>
                <a:path w="1482102" h="679363">
                  <a:moveTo>
                    <a:pt x="f8" y="f5"/>
                  </a:moveTo>
                  <a:cubicBezTo>
                    <a:pt x="f9" y="f5"/>
                    <a:pt x="f10" y="f11"/>
                    <a:pt x="f12" y="f13"/>
                  </a:cubicBezTo>
                  <a:lnTo>
                    <a:pt x="f6" y="f7"/>
                  </a:lnTo>
                  <a:lnTo>
                    <a:pt x="f5" y="f7"/>
                  </a:lnTo>
                  <a:lnTo>
                    <a:pt x="f14" y="f13"/>
                  </a:lnTo>
                  <a:cubicBezTo>
                    <a:pt x="f15" y="f11"/>
                    <a:pt x="f16" y="f5"/>
                    <a:pt x="f8" y="f5"/>
                  </a:cubicBezTo>
                  <a:close/>
                </a:path>
              </a:pathLst>
            </a:cu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grpSp>
          <p:nvGrpSpPr>
            <p:cNvPr id="18" name="Graphic 157">
              <a:extLst>
                <a:ext uri="{FF2B5EF4-FFF2-40B4-BE49-F238E27FC236}">
                  <a16:creationId xmlns:a16="http://schemas.microsoft.com/office/drawing/2014/main" id="{C83DFA46-40E5-4CC3-B957-24F6B9F394D7}"/>
                </a:ext>
              </a:extLst>
            </p:cNvPr>
            <p:cNvGrpSpPr/>
            <p:nvPr/>
          </p:nvGrpSpPr>
          <p:grpSpPr>
            <a:xfrm>
              <a:off x="8662742" y="3276596"/>
              <a:ext cx="3529254" cy="3581403"/>
              <a:chOff x="8662742" y="3276596"/>
              <a:chExt cx="3529254" cy="3581403"/>
            </a:xfrm>
          </p:grpSpPr>
          <p:sp>
            <p:nvSpPr>
              <p:cNvPr id="19" name="Freeform: Shape 27">
                <a:extLst>
                  <a:ext uri="{FF2B5EF4-FFF2-40B4-BE49-F238E27FC236}">
                    <a16:creationId xmlns:a16="http://schemas.microsoft.com/office/drawing/2014/main" id="{CE8832FA-C764-4C9B-A239-46D27C056867}"/>
                  </a:ext>
                </a:extLst>
              </p:cNvPr>
              <p:cNvSpPr/>
              <p:nvPr/>
            </p:nvSpPr>
            <p:spPr>
              <a:xfrm>
                <a:off x="8662742" y="3276596"/>
                <a:ext cx="3516197" cy="3565391"/>
              </a:xfrm>
              <a:custGeom>
                <a:avLst/>
                <a:gdLst>
                  <a:gd name="f0" fmla="val 10800000"/>
                  <a:gd name="f1" fmla="val 5400000"/>
                  <a:gd name="f2" fmla="val 180"/>
                  <a:gd name="f3" fmla="val w"/>
                  <a:gd name="f4" fmla="val h"/>
                  <a:gd name="f5" fmla="val 0"/>
                  <a:gd name="f6" fmla="val 3946874"/>
                  <a:gd name="f7" fmla="val 3989641"/>
                  <a:gd name="f8" fmla="val 19050"/>
                  <a:gd name="f9" fmla="val 3957257"/>
                  <a:gd name="f10" fmla="val 50959"/>
                  <a:gd name="f11" fmla="val 3916013"/>
                  <a:gd name="f12" fmla="val 79439"/>
                  <a:gd name="f13" fmla="val 3891153"/>
                  <a:gd name="f14" fmla="val 165544"/>
                  <a:gd name="f15" fmla="val 3815906"/>
                  <a:gd name="f16" fmla="val 227933"/>
                  <a:gd name="f17" fmla="val 3717989"/>
                  <a:gd name="f18" fmla="val 297371"/>
                  <a:gd name="f19" fmla="val 3626930"/>
                  <a:gd name="f20" fmla="val 346615"/>
                  <a:gd name="f21" fmla="val 3562255"/>
                  <a:gd name="f22" fmla="val 398050"/>
                  <a:gd name="f23" fmla="val 3499009"/>
                  <a:gd name="f24" fmla="val 454343"/>
                  <a:gd name="f25" fmla="val 3440335"/>
                  <a:gd name="f26" fmla="val 506349"/>
                  <a:gd name="f27" fmla="val 3386042"/>
                  <a:gd name="f28" fmla="val 562642"/>
                  <a:gd name="f29" fmla="val 3336227"/>
                  <a:gd name="f30" fmla="val 622363"/>
                  <a:gd name="f31" fmla="val 3290697"/>
                  <a:gd name="f32" fmla="val 719519"/>
                  <a:gd name="f33" fmla="val 3216688"/>
                  <a:gd name="f34" fmla="val 824960"/>
                  <a:gd name="f35" fmla="val 3154585"/>
                  <a:gd name="f36" fmla="val 927068"/>
                  <a:gd name="f37" fmla="val 3087434"/>
                  <a:gd name="f38" fmla="val 1011365"/>
                  <a:gd name="f39" fmla="val 3031998"/>
                  <a:gd name="f40" fmla="val 1093565"/>
                  <a:gd name="f41" fmla="val 2973324"/>
                  <a:gd name="f42" fmla="val 1176338"/>
                  <a:gd name="f43" fmla="val 2915603"/>
                  <a:gd name="f44" fmla="val 1246537"/>
                  <a:gd name="f45" fmla="val 2866644"/>
                  <a:gd name="f46" fmla="val 1317308"/>
                  <a:gd name="f47" fmla="val 2818066"/>
                  <a:gd name="f48" fmla="val 1394270"/>
                  <a:gd name="f49" fmla="val 2780729"/>
                  <a:gd name="f50" fmla="val 1459421"/>
                  <a:gd name="f51" fmla="val 2749106"/>
                  <a:gd name="f52" fmla="val 1528763"/>
                  <a:gd name="f53" fmla="val 2724436"/>
                  <a:gd name="f54" fmla="val 1601057"/>
                  <a:gd name="f55" fmla="val 2723483"/>
                  <a:gd name="f56" fmla="val 1653350"/>
                  <a:gd name="f57" fmla="val 2722721"/>
                  <a:gd name="f58" fmla="val 1704785"/>
                  <a:gd name="f59" fmla="val 2733485"/>
                  <a:gd name="f60" fmla="val 1756220"/>
                  <a:gd name="f61" fmla="val 2743772"/>
                  <a:gd name="f62" fmla="val 1800320"/>
                  <a:gd name="f63" fmla="val 2752630"/>
                  <a:gd name="f64" fmla="val 1844612"/>
                  <a:gd name="f65" fmla="val 2760250"/>
                  <a:gd name="f66" fmla="val 1889189"/>
                  <a:gd name="f67" fmla="val 2765965"/>
                  <a:gd name="f68" fmla="val 1928622"/>
                  <a:gd name="f69" fmla="val 2771013"/>
                  <a:gd name="f70" fmla="val 1968437"/>
                  <a:gd name="f71" fmla="val 2773299"/>
                  <a:gd name="f72" fmla="val 2007394"/>
                  <a:gd name="f73" fmla="val 2073878"/>
                  <a:gd name="f74" fmla="val 2753487"/>
                  <a:gd name="f75" fmla="val 2130647"/>
                  <a:gd name="f76" fmla="val 2712911"/>
                  <a:gd name="f77" fmla="val 2184654"/>
                  <a:gd name="f78" fmla="val 2671763"/>
                  <a:gd name="f79" fmla="val 2245900"/>
                  <a:gd name="f80" fmla="val 2625090"/>
                  <a:gd name="f81" fmla="val 2304002"/>
                  <a:gd name="f82" fmla="val 2573465"/>
                  <a:gd name="f83" fmla="val 2372773"/>
                  <a:gd name="f84" fmla="val 2538984"/>
                  <a:gd name="f85" fmla="val 2394395"/>
                  <a:gd name="f86" fmla="val 2528126"/>
                  <a:gd name="f87" fmla="val 2416874"/>
                  <a:gd name="f88" fmla="val 2518982"/>
                  <a:gd name="f89" fmla="val 2439543"/>
                  <a:gd name="f90" fmla="val 2510504"/>
                  <a:gd name="f91" fmla="val 2509552"/>
                  <a:gd name="f92" fmla="val 2484215"/>
                  <a:gd name="f93" fmla="val 2580037"/>
                  <a:gd name="f94" fmla="val 2459450"/>
                  <a:gd name="f95" fmla="val 2650617"/>
                  <a:gd name="f96" fmla="val 2434781"/>
                  <a:gd name="f97" fmla="val 2695956"/>
                  <a:gd name="f98" fmla="val 2418874"/>
                  <a:gd name="f99" fmla="val 2741295"/>
                  <a:gd name="f100" fmla="val 2402872"/>
                  <a:gd name="f101" fmla="val 2785110"/>
                  <a:gd name="f102" fmla="val 2383060"/>
                  <a:gd name="f103" fmla="val 2824448"/>
                  <a:gd name="f104" fmla="val 2365248"/>
                  <a:gd name="f105" fmla="val 2862358"/>
                  <a:gd name="f106" fmla="val 2344198"/>
                  <a:gd name="f107" fmla="val 2897315"/>
                  <a:gd name="f108" fmla="val 2318861"/>
                  <a:gd name="f109" fmla="val 2934367"/>
                  <a:gd name="f110" fmla="val 2292096"/>
                  <a:gd name="f111" fmla="val 2968085"/>
                  <a:gd name="f112" fmla="val 2260854"/>
                  <a:gd name="f113" fmla="val 2997994"/>
                  <a:gd name="f114" fmla="val 2226183"/>
                  <a:gd name="f115" fmla="val 3020949"/>
                  <a:gd name="f116" fmla="val 2199513"/>
                  <a:gd name="f117" fmla="val 3041714"/>
                  <a:gd name="f118" fmla="val 2170938"/>
                  <a:gd name="f119" fmla="val 3061240"/>
                  <a:gd name="f120" fmla="val 2141506"/>
                  <a:gd name="f121" fmla="val 3091529"/>
                  <a:gd name="f122" fmla="val 2095976"/>
                  <a:gd name="f123" fmla="val 3119533"/>
                  <a:gd name="f124" fmla="val 2049018"/>
                  <a:gd name="f125" fmla="val 3152108"/>
                  <a:gd name="f126" fmla="val 2005203"/>
                  <a:gd name="f127" fmla="val 3188113"/>
                  <a:gd name="f128" fmla="val 1956626"/>
                  <a:gd name="f129" fmla="val 3229261"/>
                  <a:gd name="f130" fmla="val 1912144"/>
                  <a:gd name="f131" fmla="val 3274124"/>
                  <a:gd name="f132" fmla="val 1871567"/>
                  <a:gd name="f133" fmla="val 3311747"/>
                  <a:gd name="f134" fmla="val 1837563"/>
                  <a:gd name="f135" fmla="val 3351848"/>
                  <a:gd name="f136" fmla="val 1806321"/>
                  <a:gd name="f137" fmla="val 3388138"/>
                  <a:gd name="f138" fmla="val 1770888"/>
                  <a:gd name="f139" fmla="val 3416999"/>
                  <a:gd name="f140" fmla="val 1742694"/>
                  <a:gd name="f141" fmla="val 3443002"/>
                  <a:gd name="f142" fmla="val 1711833"/>
                  <a:gd name="f143" fmla="val 3466529"/>
                  <a:gd name="f144" fmla="val 1679162"/>
                  <a:gd name="f145" fmla="val 3495008"/>
                  <a:gd name="f146" fmla="val 1639348"/>
                  <a:gd name="f147" fmla="val 3519392"/>
                  <a:gd name="f148" fmla="val 1596771"/>
                  <a:gd name="f149" fmla="val 3538633"/>
                  <a:gd name="f150" fmla="val 1551718"/>
                  <a:gd name="f151" fmla="val 3562731"/>
                  <a:gd name="f152" fmla="val 1495616"/>
                  <a:gd name="f153" fmla="val 3578924"/>
                  <a:gd name="f154" fmla="val 1436465"/>
                  <a:gd name="f155" fmla="val 3588544"/>
                  <a:gd name="f156" fmla="val 1376172"/>
                  <a:gd name="f157" fmla="val 3592925"/>
                  <a:gd name="f158" fmla="val 1348740"/>
                  <a:gd name="f159" fmla="val 3595688"/>
                  <a:gd name="f160" fmla="val 1321022"/>
                  <a:gd name="f161" fmla="val 3597402"/>
                  <a:gd name="f162" fmla="val 1293305"/>
                  <a:gd name="f163" fmla="val 3605974"/>
                  <a:gd name="f164" fmla="val 1155859"/>
                  <a:gd name="f165" fmla="val 3717703"/>
                  <a:gd name="f166" fmla="val 1018127"/>
                  <a:gd name="f167" fmla="val 3721227"/>
                  <a:gd name="f168" fmla="val 880491"/>
                  <a:gd name="f169" fmla="val 3724751"/>
                  <a:gd name="f170" fmla="val 740855"/>
                  <a:gd name="f171" fmla="val 3743135"/>
                  <a:gd name="f172" fmla="val 602171"/>
                  <a:gd name="f173" fmla="val 3761137"/>
                  <a:gd name="f174" fmla="val 463677"/>
                  <a:gd name="f175" fmla="val 3776186"/>
                  <a:gd name="f176" fmla="val 347758"/>
                  <a:gd name="f177" fmla="val 3934968"/>
                  <a:gd name="f178" fmla="val 116205"/>
                  <a:gd name="f179" fmla="+- 0 0 -90"/>
                  <a:gd name="f180" fmla="*/ f3 1 3946874"/>
                  <a:gd name="f181" fmla="*/ f4 1 3989641"/>
                  <a:gd name="f182" fmla="+- f7 0 f5"/>
                  <a:gd name="f183" fmla="+- f6 0 f5"/>
                  <a:gd name="f184" fmla="*/ f179 f0 1"/>
                  <a:gd name="f185" fmla="*/ f183 1 3946874"/>
                  <a:gd name="f186" fmla="*/ f182 1 3989641"/>
                  <a:gd name="f187" fmla="*/ 0 f183 1"/>
                  <a:gd name="f188" fmla="*/ 3989641 f182 1"/>
                  <a:gd name="f189" fmla="*/ 79439 f183 1"/>
                  <a:gd name="f190" fmla="*/ 3891153 f182 1"/>
                  <a:gd name="f191" fmla="*/ 297371 f183 1"/>
                  <a:gd name="f192" fmla="*/ 3626930 f182 1"/>
                  <a:gd name="f193" fmla="*/ 454343 f183 1"/>
                  <a:gd name="f194" fmla="*/ 3440335 f182 1"/>
                  <a:gd name="f195" fmla="*/ 622363 f183 1"/>
                  <a:gd name="f196" fmla="*/ 3290697 f182 1"/>
                  <a:gd name="f197" fmla="*/ 927068 f183 1"/>
                  <a:gd name="f198" fmla="*/ 3087434 f182 1"/>
                  <a:gd name="f199" fmla="*/ 1176338 f183 1"/>
                  <a:gd name="f200" fmla="*/ 2915603 f182 1"/>
                  <a:gd name="f201" fmla="*/ 1394270 f183 1"/>
                  <a:gd name="f202" fmla="*/ 2780729 f182 1"/>
                  <a:gd name="f203" fmla="*/ 1601057 f183 1"/>
                  <a:gd name="f204" fmla="*/ 2723483 f182 1"/>
                  <a:gd name="f205" fmla="*/ 1756220 f183 1"/>
                  <a:gd name="f206" fmla="*/ 2743772 f182 1"/>
                  <a:gd name="f207" fmla="*/ 1889189 f183 1"/>
                  <a:gd name="f208" fmla="*/ 2765965 f182 1"/>
                  <a:gd name="f209" fmla="*/ 2007394 f183 1"/>
                  <a:gd name="f210" fmla="*/ 2184654 f183 1"/>
                  <a:gd name="f211" fmla="*/ 2671763 f182 1"/>
                  <a:gd name="f212" fmla="*/ 2372773 f183 1"/>
                  <a:gd name="f213" fmla="*/ 2538984 f182 1"/>
                  <a:gd name="f214" fmla="*/ 2439543 f183 1"/>
                  <a:gd name="f215" fmla="*/ 2510504 f182 1"/>
                  <a:gd name="f216" fmla="*/ 2650617 f183 1"/>
                  <a:gd name="f217" fmla="*/ 2434781 f182 1"/>
                  <a:gd name="f218" fmla="*/ 2785110 f183 1"/>
                  <a:gd name="f219" fmla="*/ 2383060 f182 1"/>
                  <a:gd name="f220" fmla="*/ 2897315 f183 1"/>
                  <a:gd name="f221" fmla="*/ 2318861 f182 1"/>
                  <a:gd name="f222" fmla="*/ 2997994 f183 1"/>
                  <a:gd name="f223" fmla="*/ 2226183 f182 1"/>
                  <a:gd name="f224" fmla="*/ 3061240 f183 1"/>
                  <a:gd name="f225" fmla="*/ 2141506 f182 1"/>
                  <a:gd name="f226" fmla="*/ 3152108 f183 1"/>
                  <a:gd name="f227" fmla="*/ 2005203 f182 1"/>
                  <a:gd name="f228" fmla="*/ 3274124 f183 1"/>
                  <a:gd name="f229" fmla="*/ 1871567 f182 1"/>
                  <a:gd name="f230" fmla="*/ 3388138 f183 1"/>
                  <a:gd name="f231" fmla="*/ 1770888 f182 1"/>
                  <a:gd name="f232" fmla="*/ 3466529 f183 1"/>
                  <a:gd name="f233" fmla="*/ 1679162 f182 1"/>
                  <a:gd name="f234" fmla="*/ 3538633 f183 1"/>
                  <a:gd name="f235" fmla="*/ 1551718 f182 1"/>
                  <a:gd name="f236" fmla="*/ 3588544 f183 1"/>
                  <a:gd name="f237" fmla="*/ 1376172 f182 1"/>
                  <a:gd name="f238" fmla="*/ 3597402 f183 1"/>
                  <a:gd name="f239" fmla="*/ 1293305 f182 1"/>
                  <a:gd name="f240" fmla="*/ 3721227 f183 1"/>
                  <a:gd name="f241" fmla="*/ 880491 f182 1"/>
                  <a:gd name="f242" fmla="*/ 3761137 f183 1"/>
                  <a:gd name="f243" fmla="*/ 463677 f182 1"/>
                  <a:gd name="f244" fmla="*/ 3946874 f183 1"/>
                  <a:gd name="f245" fmla="*/ 0 f182 1"/>
                  <a:gd name="f246" fmla="*/ f184 1 f2"/>
                  <a:gd name="f247" fmla="*/ f187 1 3946874"/>
                  <a:gd name="f248" fmla="*/ f188 1 3989641"/>
                  <a:gd name="f249" fmla="*/ f189 1 3946874"/>
                  <a:gd name="f250" fmla="*/ f190 1 3989641"/>
                  <a:gd name="f251" fmla="*/ f191 1 3946874"/>
                  <a:gd name="f252" fmla="*/ f192 1 3989641"/>
                  <a:gd name="f253" fmla="*/ f193 1 3946874"/>
                  <a:gd name="f254" fmla="*/ f194 1 3989641"/>
                  <a:gd name="f255" fmla="*/ f195 1 3946874"/>
                  <a:gd name="f256" fmla="*/ f196 1 3989641"/>
                  <a:gd name="f257" fmla="*/ f197 1 3946874"/>
                  <a:gd name="f258" fmla="*/ f198 1 3989641"/>
                  <a:gd name="f259" fmla="*/ f199 1 3946874"/>
                  <a:gd name="f260" fmla="*/ f200 1 3989641"/>
                  <a:gd name="f261" fmla="*/ f201 1 3946874"/>
                  <a:gd name="f262" fmla="*/ f202 1 3989641"/>
                  <a:gd name="f263" fmla="*/ f203 1 3946874"/>
                  <a:gd name="f264" fmla="*/ f204 1 3989641"/>
                  <a:gd name="f265" fmla="*/ f205 1 3946874"/>
                  <a:gd name="f266" fmla="*/ f206 1 3989641"/>
                  <a:gd name="f267" fmla="*/ f207 1 3946874"/>
                  <a:gd name="f268" fmla="*/ f208 1 3989641"/>
                  <a:gd name="f269" fmla="*/ f209 1 3946874"/>
                  <a:gd name="f270" fmla="*/ f210 1 3946874"/>
                  <a:gd name="f271" fmla="*/ f211 1 3989641"/>
                  <a:gd name="f272" fmla="*/ f212 1 3946874"/>
                  <a:gd name="f273" fmla="*/ f213 1 3989641"/>
                  <a:gd name="f274" fmla="*/ f214 1 3946874"/>
                  <a:gd name="f275" fmla="*/ f215 1 3989641"/>
                  <a:gd name="f276" fmla="*/ f216 1 3946874"/>
                  <a:gd name="f277" fmla="*/ f217 1 3989641"/>
                  <a:gd name="f278" fmla="*/ f218 1 3946874"/>
                  <a:gd name="f279" fmla="*/ f219 1 3989641"/>
                  <a:gd name="f280" fmla="*/ f220 1 3946874"/>
                  <a:gd name="f281" fmla="*/ f221 1 3989641"/>
                  <a:gd name="f282" fmla="*/ f222 1 3946874"/>
                  <a:gd name="f283" fmla="*/ f223 1 3989641"/>
                  <a:gd name="f284" fmla="*/ f224 1 3946874"/>
                  <a:gd name="f285" fmla="*/ f225 1 3989641"/>
                  <a:gd name="f286" fmla="*/ f226 1 3946874"/>
                  <a:gd name="f287" fmla="*/ f227 1 3989641"/>
                  <a:gd name="f288" fmla="*/ f228 1 3946874"/>
                  <a:gd name="f289" fmla="*/ f229 1 3989641"/>
                  <a:gd name="f290" fmla="*/ f230 1 3946874"/>
                  <a:gd name="f291" fmla="*/ f231 1 3989641"/>
                  <a:gd name="f292" fmla="*/ f232 1 3946874"/>
                  <a:gd name="f293" fmla="*/ f233 1 3989641"/>
                  <a:gd name="f294" fmla="*/ f234 1 3946874"/>
                  <a:gd name="f295" fmla="*/ f235 1 3989641"/>
                  <a:gd name="f296" fmla="*/ f236 1 3946874"/>
                  <a:gd name="f297" fmla="*/ f237 1 3989641"/>
                  <a:gd name="f298" fmla="*/ f238 1 3946874"/>
                  <a:gd name="f299" fmla="*/ f239 1 3989641"/>
                  <a:gd name="f300" fmla="*/ f240 1 3946874"/>
                  <a:gd name="f301" fmla="*/ f241 1 3989641"/>
                  <a:gd name="f302" fmla="*/ f242 1 3946874"/>
                  <a:gd name="f303" fmla="*/ f243 1 3989641"/>
                  <a:gd name="f304" fmla="*/ f244 1 3946874"/>
                  <a:gd name="f305" fmla="*/ f245 1 3989641"/>
                  <a:gd name="f306" fmla="*/ f5 1 f185"/>
                  <a:gd name="f307" fmla="*/ f6 1 f185"/>
                  <a:gd name="f308" fmla="*/ f5 1 f186"/>
                  <a:gd name="f309" fmla="*/ f7 1 f186"/>
                  <a:gd name="f310" fmla="+- f246 0 f1"/>
                  <a:gd name="f311" fmla="*/ f247 1 f185"/>
                  <a:gd name="f312" fmla="*/ f248 1 f186"/>
                  <a:gd name="f313" fmla="*/ f249 1 f185"/>
                  <a:gd name="f314" fmla="*/ f250 1 f186"/>
                  <a:gd name="f315" fmla="*/ f251 1 f185"/>
                  <a:gd name="f316" fmla="*/ f252 1 f186"/>
                  <a:gd name="f317" fmla="*/ f253 1 f185"/>
                  <a:gd name="f318" fmla="*/ f254 1 f186"/>
                  <a:gd name="f319" fmla="*/ f255 1 f185"/>
                  <a:gd name="f320" fmla="*/ f256 1 f186"/>
                  <a:gd name="f321" fmla="*/ f257 1 f185"/>
                  <a:gd name="f322" fmla="*/ f258 1 f186"/>
                  <a:gd name="f323" fmla="*/ f259 1 f185"/>
                  <a:gd name="f324" fmla="*/ f260 1 f186"/>
                  <a:gd name="f325" fmla="*/ f261 1 f185"/>
                  <a:gd name="f326" fmla="*/ f262 1 f186"/>
                  <a:gd name="f327" fmla="*/ f263 1 f185"/>
                  <a:gd name="f328" fmla="*/ f264 1 f186"/>
                  <a:gd name="f329" fmla="*/ f265 1 f185"/>
                  <a:gd name="f330" fmla="*/ f266 1 f186"/>
                  <a:gd name="f331" fmla="*/ f267 1 f185"/>
                  <a:gd name="f332" fmla="*/ f268 1 f186"/>
                  <a:gd name="f333" fmla="*/ f269 1 f185"/>
                  <a:gd name="f334" fmla="*/ f270 1 f185"/>
                  <a:gd name="f335" fmla="*/ f271 1 f186"/>
                  <a:gd name="f336" fmla="*/ f272 1 f185"/>
                  <a:gd name="f337" fmla="*/ f273 1 f186"/>
                  <a:gd name="f338" fmla="*/ f274 1 f185"/>
                  <a:gd name="f339" fmla="*/ f275 1 f186"/>
                  <a:gd name="f340" fmla="*/ f276 1 f185"/>
                  <a:gd name="f341" fmla="*/ f277 1 f186"/>
                  <a:gd name="f342" fmla="*/ f278 1 f185"/>
                  <a:gd name="f343" fmla="*/ f279 1 f186"/>
                  <a:gd name="f344" fmla="*/ f280 1 f185"/>
                  <a:gd name="f345" fmla="*/ f281 1 f186"/>
                  <a:gd name="f346" fmla="*/ f282 1 f185"/>
                  <a:gd name="f347" fmla="*/ f283 1 f186"/>
                  <a:gd name="f348" fmla="*/ f284 1 f185"/>
                  <a:gd name="f349" fmla="*/ f285 1 f186"/>
                  <a:gd name="f350" fmla="*/ f286 1 f185"/>
                  <a:gd name="f351" fmla="*/ f287 1 f186"/>
                  <a:gd name="f352" fmla="*/ f288 1 f185"/>
                  <a:gd name="f353" fmla="*/ f289 1 f186"/>
                  <a:gd name="f354" fmla="*/ f290 1 f185"/>
                  <a:gd name="f355" fmla="*/ f291 1 f186"/>
                  <a:gd name="f356" fmla="*/ f292 1 f185"/>
                  <a:gd name="f357" fmla="*/ f293 1 f186"/>
                  <a:gd name="f358" fmla="*/ f294 1 f185"/>
                  <a:gd name="f359" fmla="*/ f295 1 f186"/>
                  <a:gd name="f360" fmla="*/ f296 1 f185"/>
                  <a:gd name="f361" fmla="*/ f297 1 f186"/>
                  <a:gd name="f362" fmla="*/ f298 1 f185"/>
                  <a:gd name="f363" fmla="*/ f299 1 f186"/>
                  <a:gd name="f364" fmla="*/ f300 1 f185"/>
                  <a:gd name="f365" fmla="*/ f301 1 f186"/>
                  <a:gd name="f366" fmla="*/ f302 1 f185"/>
                  <a:gd name="f367" fmla="*/ f303 1 f186"/>
                  <a:gd name="f368" fmla="*/ f304 1 f185"/>
                  <a:gd name="f369" fmla="*/ f305 1 f186"/>
                  <a:gd name="f370" fmla="*/ f306 f180 1"/>
                  <a:gd name="f371" fmla="*/ f307 f180 1"/>
                  <a:gd name="f372" fmla="*/ f309 f181 1"/>
                  <a:gd name="f373" fmla="*/ f308 f181 1"/>
                  <a:gd name="f374" fmla="*/ f311 f180 1"/>
                  <a:gd name="f375" fmla="*/ f312 f181 1"/>
                  <a:gd name="f376" fmla="*/ f313 f180 1"/>
                  <a:gd name="f377" fmla="*/ f314 f181 1"/>
                  <a:gd name="f378" fmla="*/ f315 f180 1"/>
                  <a:gd name="f379" fmla="*/ f316 f181 1"/>
                  <a:gd name="f380" fmla="*/ f317 f180 1"/>
                  <a:gd name="f381" fmla="*/ f318 f181 1"/>
                  <a:gd name="f382" fmla="*/ f319 f180 1"/>
                  <a:gd name="f383" fmla="*/ f320 f181 1"/>
                  <a:gd name="f384" fmla="*/ f321 f180 1"/>
                  <a:gd name="f385" fmla="*/ f322 f181 1"/>
                  <a:gd name="f386" fmla="*/ f323 f180 1"/>
                  <a:gd name="f387" fmla="*/ f324 f181 1"/>
                  <a:gd name="f388" fmla="*/ f325 f180 1"/>
                  <a:gd name="f389" fmla="*/ f326 f181 1"/>
                  <a:gd name="f390" fmla="*/ f327 f180 1"/>
                  <a:gd name="f391" fmla="*/ f328 f181 1"/>
                  <a:gd name="f392" fmla="*/ f329 f180 1"/>
                  <a:gd name="f393" fmla="*/ f330 f181 1"/>
                  <a:gd name="f394" fmla="*/ f331 f180 1"/>
                  <a:gd name="f395" fmla="*/ f332 f181 1"/>
                  <a:gd name="f396" fmla="*/ f333 f180 1"/>
                  <a:gd name="f397" fmla="*/ f334 f180 1"/>
                  <a:gd name="f398" fmla="*/ f335 f181 1"/>
                  <a:gd name="f399" fmla="*/ f336 f180 1"/>
                  <a:gd name="f400" fmla="*/ f337 f181 1"/>
                  <a:gd name="f401" fmla="*/ f338 f180 1"/>
                  <a:gd name="f402" fmla="*/ f339 f181 1"/>
                  <a:gd name="f403" fmla="*/ f340 f180 1"/>
                  <a:gd name="f404" fmla="*/ f341 f181 1"/>
                  <a:gd name="f405" fmla="*/ f342 f180 1"/>
                  <a:gd name="f406" fmla="*/ f343 f181 1"/>
                  <a:gd name="f407" fmla="*/ f344 f180 1"/>
                  <a:gd name="f408" fmla="*/ f345 f181 1"/>
                  <a:gd name="f409" fmla="*/ f346 f180 1"/>
                  <a:gd name="f410" fmla="*/ f347 f181 1"/>
                  <a:gd name="f411" fmla="*/ f348 f180 1"/>
                  <a:gd name="f412" fmla="*/ f349 f181 1"/>
                  <a:gd name="f413" fmla="*/ f350 f180 1"/>
                  <a:gd name="f414" fmla="*/ f351 f181 1"/>
                  <a:gd name="f415" fmla="*/ f352 f180 1"/>
                  <a:gd name="f416" fmla="*/ f353 f181 1"/>
                  <a:gd name="f417" fmla="*/ f354 f180 1"/>
                  <a:gd name="f418" fmla="*/ f355 f181 1"/>
                  <a:gd name="f419" fmla="*/ f356 f180 1"/>
                  <a:gd name="f420" fmla="*/ f357 f181 1"/>
                  <a:gd name="f421" fmla="*/ f358 f180 1"/>
                  <a:gd name="f422" fmla="*/ f359 f181 1"/>
                  <a:gd name="f423" fmla="*/ f360 f180 1"/>
                  <a:gd name="f424" fmla="*/ f361 f181 1"/>
                  <a:gd name="f425" fmla="*/ f362 f180 1"/>
                  <a:gd name="f426" fmla="*/ f363 f181 1"/>
                  <a:gd name="f427" fmla="*/ f364 f180 1"/>
                  <a:gd name="f428" fmla="*/ f365 f181 1"/>
                  <a:gd name="f429" fmla="*/ f366 f180 1"/>
                  <a:gd name="f430" fmla="*/ f367 f181 1"/>
                  <a:gd name="f431" fmla="*/ f368 f180 1"/>
                  <a:gd name="f432" fmla="*/ f369 f181 1"/>
                </a:gdLst>
                <a:ahLst/>
                <a:cxnLst>
                  <a:cxn ang="3cd4">
                    <a:pos x="hc" y="t"/>
                  </a:cxn>
                  <a:cxn ang="0">
                    <a:pos x="r" y="vc"/>
                  </a:cxn>
                  <a:cxn ang="cd4">
                    <a:pos x="hc" y="b"/>
                  </a:cxn>
                  <a:cxn ang="cd2">
                    <a:pos x="l" y="vc"/>
                  </a:cxn>
                  <a:cxn ang="f310">
                    <a:pos x="f374" y="f375"/>
                  </a:cxn>
                  <a:cxn ang="f310">
                    <a:pos x="f376" y="f377"/>
                  </a:cxn>
                  <a:cxn ang="f310">
                    <a:pos x="f378" y="f379"/>
                  </a:cxn>
                  <a:cxn ang="f310">
                    <a:pos x="f380" y="f381"/>
                  </a:cxn>
                  <a:cxn ang="f310">
                    <a:pos x="f382" y="f383"/>
                  </a:cxn>
                  <a:cxn ang="f310">
                    <a:pos x="f384" y="f385"/>
                  </a:cxn>
                  <a:cxn ang="f310">
                    <a:pos x="f386" y="f387"/>
                  </a:cxn>
                  <a:cxn ang="f310">
                    <a:pos x="f388" y="f389"/>
                  </a:cxn>
                  <a:cxn ang="f310">
                    <a:pos x="f390" y="f391"/>
                  </a:cxn>
                  <a:cxn ang="f310">
                    <a:pos x="f392" y="f393"/>
                  </a:cxn>
                  <a:cxn ang="f310">
                    <a:pos x="f394" y="f395"/>
                  </a:cxn>
                  <a:cxn ang="f310">
                    <a:pos x="f396" y="f395"/>
                  </a:cxn>
                  <a:cxn ang="f310">
                    <a:pos x="f397" y="f398"/>
                  </a:cxn>
                  <a:cxn ang="f310">
                    <a:pos x="f399" y="f400"/>
                  </a:cxn>
                  <a:cxn ang="f310">
                    <a:pos x="f401" y="f402"/>
                  </a:cxn>
                  <a:cxn ang="f310">
                    <a:pos x="f403" y="f404"/>
                  </a:cxn>
                  <a:cxn ang="f310">
                    <a:pos x="f405" y="f406"/>
                  </a:cxn>
                  <a:cxn ang="f310">
                    <a:pos x="f407" y="f408"/>
                  </a:cxn>
                  <a:cxn ang="f310">
                    <a:pos x="f409" y="f410"/>
                  </a:cxn>
                  <a:cxn ang="f310">
                    <a:pos x="f411" y="f412"/>
                  </a:cxn>
                  <a:cxn ang="f310">
                    <a:pos x="f413" y="f414"/>
                  </a:cxn>
                  <a:cxn ang="f310">
                    <a:pos x="f415" y="f416"/>
                  </a:cxn>
                  <a:cxn ang="f310">
                    <a:pos x="f417" y="f418"/>
                  </a:cxn>
                  <a:cxn ang="f310">
                    <a:pos x="f419" y="f420"/>
                  </a:cxn>
                  <a:cxn ang="f310">
                    <a:pos x="f421" y="f422"/>
                  </a:cxn>
                  <a:cxn ang="f310">
                    <a:pos x="f423" y="f424"/>
                  </a:cxn>
                  <a:cxn ang="f310">
                    <a:pos x="f425" y="f426"/>
                  </a:cxn>
                  <a:cxn ang="f310">
                    <a:pos x="f427" y="f428"/>
                  </a:cxn>
                  <a:cxn ang="f310">
                    <a:pos x="f429" y="f430"/>
                  </a:cxn>
                  <a:cxn ang="f310">
                    <a:pos x="f431" y="f432"/>
                  </a:cxn>
                </a:cxnLst>
                <a:rect l="f370" t="f373" r="f371" b="f372"/>
                <a:pathLst>
                  <a:path w="3946874" h="3989641">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67"/>
                    </a:cubicBezTo>
                    <a:cubicBezTo>
                      <a:pt x="f73" y="f74"/>
                      <a:pt x="f75" y="f76"/>
                      <a:pt x="f77" y="f78"/>
                    </a:cubicBezTo>
                    <a:cubicBezTo>
                      <a:pt x="f79" y="f80"/>
                      <a:pt x="f81" y="f82"/>
                      <a:pt x="f83" y="f84"/>
                    </a:cubicBezTo>
                    <a:cubicBezTo>
                      <a:pt x="f85" y="f86"/>
                      <a:pt x="f87" y="f88"/>
                      <a:pt x="f89" y="f90"/>
                    </a:cubicBezTo>
                    <a:cubicBezTo>
                      <a:pt x="f91" y="f92"/>
                      <a:pt x="f93" y="f94"/>
                      <a:pt x="f95" y="f96"/>
                    </a:cubicBezTo>
                    <a:cubicBezTo>
                      <a:pt x="f97" y="f98"/>
                      <a:pt x="f99" y="f100"/>
                      <a:pt x="f101" y="f102"/>
                    </a:cubicBezTo>
                    <a:cubicBezTo>
                      <a:pt x="f103" y="f104"/>
                      <a:pt x="f105" y="f106"/>
                      <a:pt x="f107" y="f108"/>
                    </a:cubicBezTo>
                    <a:cubicBezTo>
                      <a:pt x="f109" y="f110"/>
                      <a:pt x="f111" y="f112"/>
                      <a:pt x="f113" y="f114"/>
                    </a:cubicBezTo>
                    <a:cubicBezTo>
                      <a:pt x="f115" y="f116"/>
                      <a:pt x="f117" y="f118"/>
                      <a:pt x="f119" y="f120"/>
                    </a:cubicBezTo>
                    <a:cubicBezTo>
                      <a:pt x="f121" y="f122"/>
                      <a:pt x="f123" y="f124"/>
                      <a:pt x="f125" y="f126"/>
                    </a:cubicBezTo>
                    <a:cubicBezTo>
                      <a:pt x="f127" y="f128"/>
                      <a:pt x="f129" y="f130"/>
                      <a:pt x="f131" y="f132"/>
                    </a:cubicBezTo>
                    <a:cubicBezTo>
                      <a:pt x="f133" y="f134"/>
                      <a:pt x="f135" y="f136"/>
                      <a:pt x="f137" y="f138"/>
                    </a:cubicBezTo>
                    <a:cubicBezTo>
                      <a:pt x="f139" y="f140"/>
                      <a:pt x="f141" y="f142"/>
                      <a:pt x="f143" y="f144"/>
                    </a:cubicBezTo>
                    <a:cubicBezTo>
                      <a:pt x="f145" y="f146"/>
                      <a:pt x="f147" y="f148"/>
                      <a:pt x="f149" y="f150"/>
                    </a:cubicBezTo>
                    <a:cubicBezTo>
                      <a:pt x="f151" y="f152"/>
                      <a:pt x="f153" y="f154"/>
                      <a:pt x="f155" y="f156"/>
                    </a:cubicBezTo>
                    <a:cubicBezTo>
                      <a:pt x="f157" y="f158"/>
                      <a:pt x="f159" y="f160"/>
                      <a:pt x="f161" y="f162"/>
                    </a:cubicBezTo>
                    <a:cubicBezTo>
                      <a:pt x="f163" y="f164"/>
                      <a:pt x="f165" y="f166"/>
                      <a:pt x="f167" y="f168"/>
                    </a:cubicBezTo>
                    <a:cubicBezTo>
                      <a:pt x="f169" y="f170"/>
                      <a:pt x="f171" y="f172"/>
                      <a:pt x="f173" y="f174"/>
                    </a:cubicBezTo>
                    <a:cubicBezTo>
                      <a:pt x="f175" y="f176"/>
                      <a:pt x="f177" y="f178"/>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0" name="Freeform: Shape 28">
                <a:extLst>
                  <a:ext uri="{FF2B5EF4-FFF2-40B4-BE49-F238E27FC236}">
                    <a16:creationId xmlns:a16="http://schemas.microsoft.com/office/drawing/2014/main" id="{4F5B8F35-C160-4563-9229-6EB4C164B97B}"/>
                  </a:ext>
                </a:extLst>
              </p:cNvPr>
              <p:cNvSpPr/>
              <p:nvPr/>
            </p:nvSpPr>
            <p:spPr>
              <a:xfrm>
                <a:off x="8913232" y="4186123"/>
                <a:ext cx="3265441" cy="2668127"/>
              </a:xfrm>
              <a:custGeom>
                <a:avLst/>
                <a:gdLst>
                  <a:gd name="f0" fmla="val 10800000"/>
                  <a:gd name="f1" fmla="val 5400000"/>
                  <a:gd name="f2" fmla="val 180"/>
                  <a:gd name="f3" fmla="val w"/>
                  <a:gd name="f4" fmla="val h"/>
                  <a:gd name="f5" fmla="val 0"/>
                  <a:gd name="f6" fmla="val 3665410"/>
                  <a:gd name="f7" fmla="val 2985611"/>
                  <a:gd name="f8" fmla="val 86773"/>
                  <a:gd name="f9" fmla="val 2802827"/>
                  <a:gd name="f10" fmla="val 166211"/>
                  <a:gd name="f11" fmla="val 2699766"/>
                  <a:gd name="f12" fmla="val 240983"/>
                  <a:gd name="f13" fmla="val 2602706"/>
                  <a:gd name="f14" fmla="val 309182"/>
                  <a:gd name="f15" fmla="val 2500122"/>
                  <a:gd name="f16" fmla="val 397002"/>
                  <a:gd name="f17" fmla="val 2414969"/>
                  <a:gd name="f18" fmla="val 465296"/>
                  <a:gd name="f19" fmla="val 2348865"/>
                  <a:gd name="f20" fmla="val 543592"/>
                  <a:gd name="f21" fmla="val 2294477"/>
                  <a:gd name="f22" fmla="val 620173"/>
                  <a:gd name="f23" fmla="val 2237899"/>
                  <a:gd name="f24" fmla="val 688277"/>
                  <a:gd name="f25" fmla="val 2187607"/>
                  <a:gd name="f26" fmla="val 755333"/>
                  <a:gd name="f27" fmla="val 2135886"/>
                  <a:gd name="f28" fmla="val 823341"/>
                  <a:gd name="f29" fmla="val 2085499"/>
                  <a:gd name="f30" fmla="val 908685"/>
                  <a:gd name="f31" fmla="val 2022253"/>
                  <a:gd name="f32" fmla="val 994791"/>
                  <a:gd name="f33" fmla="val 1959197"/>
                  <a:gd name="f34" fmla="val 1089565"/>
                  <a:gd name="f35" fmla="val 1911477"/>
                  <a:gd name="f36" fmla="val 1107662"/>
                  <a:gd name="f37" fmla="val 1902428"/>
                  <a:gd name="f38" fmla="val 1126141"/>
                  <a:gd name="f39" fmla="val 1894141"/>
                  <a:gd name="f40" fmla="val 1145000"/>
                  <a:gd name="f41" fmla="val 1886807"/>
                  <a:gd name="f42" fmla="val 1218819"/>
                  <a:gd name="f43" fmla="val 1858232"/>
                  <a:gd name="f44" fmla="val 1296924"/>
                  <a:gd name="f45" fmla="val 1838611"/>
                  <a:gd name="f46" fmla="val 1375791"/>
                  <a:gd name="f47" fmla="val 1842135"/>
                  <a:gd name="f48" fmla="val 1413129"/>
                  <a:gd name="f49" fmla="val 1843754"/>
                  <a:gd name="f50" fmla="val 1449896"/>
                  <a:gd name="f51" fmla="val 1850422"/>
                  <a:gd name="f52" fmla="val 1486567"/>
                  <a:gd name="f53" fmla="val 1857566"/>
                  <a:gd name="f54" fmla="val 1513618"/>
                  <a:gd name="f55" fmla="val 1862804"/>
                  <a:gd name="f56" fmla="val 1540859"/>
                  <a:gd name="f57" fmla="val 1867376"/>
                  <a:gd name="f58" fmla="val 1568101"/>
                  <a:gd name="f59" fmla="val 1871377"/>
                  <a:gd name="f60" fmla="val 1648778"/>
                  <a:gd name="f61" fmla="val 1883188"/>
                  <a:gd name="f62" fmla="val 1730978"/>
                  <a:gd name="f63" fmla="val 1887665"/>
                  <a:gd name="f64" fmla="val 1810607"/>
                  <a:gd name="f65" fmla="val 1877854"/>
                  <a:gd name="f66" fmla="val 1857661"/>
                  <a:gd name="f67" fmla="val 1941100"/>
                  <a:gd name="f68" fmla="val 1829086"/>
                  <a:gd name="f69" fmla="val 1997964"/>
                  <a:gd name="f70" fmla="val 1790605"/>
                  <a:gd name="f71" fmla="val 2037302"/>
                  <a:gd name="f72" fmla="val 1764030"/>
                  <a:gd name="f73" fmla="val 2073497"/>
                  <a:gd name="f74" fmla="val 1733264"/>
                  <a:gd name="f75" fmla="val 2109883"/>
                  <a:gd name="f76" fmla="val 1702784"/>
                  <a:gd name="f77" fmla="val 2176367"/>
                  <a:gd name="f78" fmla="val 1647063"/>
                  <a:gd name="f79" fmla="val 2244852"/>
                  <a:gd name="f80" fmla="val 1593151"/>
                  <a:gd name="f81" fmla="val 2321433"/>
                  <a:gd name="f82" fmla="val 1552384"/>
                  <a:gd name="f83" fmla="val 2397157"/>
                  <a:gd name="f84" fmla="val 1512094"/>
                  <a:gd name="f85" fmla="val 2479548"/>
                  <a:gd name="f86" fmla="val 1486281"/>
                  <a:gd name="f87" fmla="val 2558891"/>
                  <a:gd name="f88" fmla="val 1453420"/>
                  <a:gd name="f89" fmla="val 2610898"/>
                  <a:gd name="f90" fmla="val 1431798"/>
                  <a:gd name="f91" fmla="val 2661571"/>
                  <a:gd name="f92" fmla="val 1407033"/>
                  <a:gd name="f93" fmla="val 2709767"/>
                  <a:gd name="f94" fmla="val 1377887"/>
                  <a:gd name="f95" fmla="val 2774252"/>
                  <a:gd name="f96" fmla="val 1338929"/>
                  <a:gd name="f97" fmla="val 2834069"/>
                  <a:gd name="f98" fmla="val 1292447"/>
                  <a:gd name="f99" fmla="val 2885408"/>
                  <a:gd name="f100" fmla="val 1237393"/>
                  <a:gd name="f101" fmla="val 2933605"/>
                  <a:gd name="f102" fmla="val 1185767"/>
                  <a:gd name="f103" fmla="val 2973324"/>
                  <a:gd name="f104" fmla="val 1127093"/>
                  <a:gd name="f105" fmla="val 3017711"/>
                  <a:gd name="f106" fmla="val 1072229"/>
                  <a:gd name="f107" fmla="val 3059811"/>
                  <a:gd name="f108" fmla="val 1020223"/>
                  <a:gd name="f109" fmla="val 3105912"/>
                  <a:gd name="f110" fmla="val 971645"/>
                  <a:gd name="f111" fmla="val 3150680"/>
                  <a:gd name="f112" fmla="val 921830"/>
                  <a:gd name="f113" fmla="val 3186113"/>
                  <a:gd name="f114" fmla="val 882396"/>
                  <a:gd name="f115" fmla="val 3220593"/>
                  <a:gd name="f116" fmla="val 842010"/>
                  <a:gd name="f117" fmla="val 3255169"/>
                  <a:gd name="f118" fmla="val 801815"/>
                  <a:gd name="f119" fmla="val 3284887"/>
                  <a:gd name="f120" fmla="val 767239"/>
                  <a:gd name="f121" fmla="val 3314605"/>
                  <a:gd name="f122" fmla="val 732473"/>
                  <a:gd name="f123" fmla="val 3339275"/>
                  <a:gd name="f124" fmla="val 694182"/>
                  <a:gd name="f125" fmla="val 3368707"/>
                  <a:gd name="f126" fmla="val 648367"/>
                  <a:gd name="f127" fmla="val 3390138"/>
                  <a:gd name="f128" fmla="val 597980"/>
                  <a:gd name="f129" fmla="val 3409188"/>
                  <a:gd name="f130" fmla="val 546926"/>
                  <a:gd name="f131" fmla="val 3433382"/>
                  <a:gd name="f132" fmla="val 482156"/>
                  <a:gd name="f133" fmla="val 3453384"/>
                  <a:gd name="f134" fmla="val 415861"/>
                  <a:gd name="f135" fmla="val 3464243"/>
                  <a:gd name="f136" fmla="val 347663"/>
                  <a:gd name="f137" fmla="val 3476244"/>
                  <a:gd name="f138" fmla="val 272224"/>
                  <a:gd name="f139" fmla="val 3661696"/>
                  <a:gd name="f140" fmla="val 76295"/>
                  <a:gd name="f141" fmla="val 3665411"/>
                  <a:gd name="f142" fmla="+- 0 0 -90"/>
                  <a:gd name="f143" fmla="*/ f3 1 3665410"/>
                  <a:gd name="f144" fmla="*/ f4 1 2985611"/>
                  <a:gd name="f145" fmla="+- f7 0 f5"/>
                  <a:gd name="f146" fmla="+- f6 0 f5"/>
                  <a:gd name="f147" fmla="*/ f142 f0 1"/>
                  <a:gd name="f148" fmla="*/ f146 1 3665410"/>
                  <a:gd name="f149" fmla="*/ f145 1 2985611"/>
                  <a:gd name="f150" fmla="*/ 0 f146 1"/>
                  <a:gd name="f151" fmla="*/ 2985611 f145 1"/>
                  <a:gd name="f152" fmla="*/ 166211 f146 1"/>
                  <a:gd name="f153" fmla="*/ 2699766 f145 1"/>
                  <a:gd name="f154" fmla="*/ 397002 f146 1"/>
                  <a:gd name="f155" fmla="*/ 2414969 f145 1"/>
                  <a:gd name="f156" fmla="*/ 620173 f146 1"/>
                  <a:gd name="f157" fmla="*/ 2237899 f145 1"/>
                  <a:gd name="f158" fmla="*/ 823341 f146 1"/>
                  <a:gd name="f159" fmla="*/ 2085499 f145 1"/>
                  <a:gd name="f160" fmla="*/ 1089565 f146 1"/>
                  <a:gd name="f161" fmla="*/ 1911477 f145 1"/>
                  <a:gd name="f162" fmla="*/ 1145000 f146 1"/>
                  <a:gd name="f163" fmla="*/ 1886807 f145 1"/>
                  <a:gd name="f164" fmla="*/ 1375791 f146 1"/>
                  <a:gd name="f165" fmla="*/ 1842135 f145 1"/>
                  <a:gd name="f166" fmla="*/ 1486567 f146 1"/>
                  <a:gd name="f167" fmla="*/ 1857566 f145 1"/>
                  <a:gd name="f168" fmla="*/ 1568101 f146 1"/>
                  <a:gd name="f169" fmla="*/ 1871377 f145 1"/>
                  <a:gd name="f170" fmla="*/ 1810607 f146 1"/>
                  <a:gd name="f171" fmla="*/ 1997964 f146 1"/>
                  <a:gd name="f172" fmla="*/ 1790605 f145 1"/>
                  <a:gd name="f173" fmla="*/ 2109883 f146 1"/>
                  <a:gd name="f174" fmla="*/ 1702784 f145 1"/>
                  <a:gd name="f175" fmla="*/ 2321433 f146 1"/>
                  <a:gd name="f176" fmla="*/ 1552384 f145 1"/>
                  <a:gd name="f177" fmla="*/ 2558891 f146 1"/>
                  <a:gd name="f178" fmla="*/ 1453420 f145 1"/>
                  <a:gd name="f179" fmla="*/ 2709767 f146 1"/>
                  <a:gd name="f180" fmla="*/ 1377887 f145 1"/>
                  <a:gd name="f181" fmla="*/ 2885408 f146 1"/>
                  <a:gd name="f182" fmla="*/ 1237393 f145 1"/>
                  <a:gd name="f183" fmla="*/ 3017711 f146 1"/>
                  <a:gd name="f184" fmla="*/ 1072229 f145 1"/>
                  <a:gd name="f185" fmla="*/ 3150680 f146 1"/>
                  <a:gd name="f186" fmla="*/ 921830 f145 1"/>
                  <a:gd name="f187" fmla="*/ 3255169 f146 1"/>
                  <a:gd name="f188" fmla="*/ 801815 f145 1"/>
                  <a:gd name="f189" fmla="*/ 3339275 f146 1"/>
                  <a:gd name="f190" fmla="*/ 694182 f145 1"/>
                  <a:gd name="f191" fmla="*/ 3409188 f146 1"/>
                  <a:gd name="f192" fmla="*/ 546926 f145 1"/>
                  <a:gd name="f193" fmla="*/ 3464243 f146 1"/>
                  <a:gd name="f194" fmla="*/ 347663 f145 1"/>
                  <a:gd name="f195" fmla="*/ 3665411 f146 1"/>
                  <a:gd name="f196" fmla="*/ 0 f145 1"/>
                  <a:gd name="f197" fmla="*/ f147 1 f2"/>
                  <a:gd name="f198" fmla="*/ f150 1 3665410"/>
                  <a:gd name="f199" fmla="*/ f151 1 2985611"/>
                  <a:gd name="f200" fmla="*/ f152 1 3665410"/>
                  <a:gd name="f201" fmla="*/ f153 1 2985611"/>
                  <a:gd name="f202" fmla="*/ f154 1 3665410"/>
                  <a:gd name="f203" fmla="*/ f155 1 2985611"/>
                  <a:gd name="f204" fmla="*/ f156 1 3665410"/>
                  <a:gd name="f205" fmla="*/ f157 1 2985611"/>
                  <a:gd name="f206" fmla="*/ f158 1 3665410"/>
                  <a:gd name="f207" fmla="*/ f159 1 2985611"/>
                  <a:gd name="f208" fmla="*/ f160 1 3665410"/>
                  <a:gd name="f209" fmla="*/ f161 1 2985611"/>
                  <a:gd name="f210" fmla="*/ f162 1 3665410"/>
                  <a:gd name="f211" fmla="*/ f163 1 2985611"/>
                  <a:gd name="f212" fmla="*/ f164 1 3665410"/>
                  <a:gd name="f213" fmla="*/ f165 1 2985611"/>
                  <a:gd name="f214" fmla="*/ f166 1 3665410"/>
                  <a:gd name="f215" fmla="*/ f167 1 2985611"/>
                  <a:gd name="f216" fmla="*/ f168 1 3665410"/>
                  <a:gd name="f217" fmla="*/ f169 1 2985611"/>
                  <a:gd name="f218" fmla="*/ f170 1 3665410"/>
                  <a:gd name="f219" fmla="*/ f171 1 3665410"/>
                  <a:gd name="f220" fmla="*/ f172 1 2985611"/>
                  <a:gd name="f221" fmla="*/ f173 1 3665410"/>
                  <a:gd name="f222" fmla="*/ f174 1 2985611"/>
                  <a:gd name="f223" fmla="*/ f175 1 3665410"/>
                  <a:gd name="f224" fmla="*/ f176 1 2985611"/>
                  <a:gd name="f225" fmla="*/ f177 1 3665410"/>
                  <a:gd name="f226" fmla="*/ f178 1 2985611"/>
                  <a:gd name="f227" fmla="*/ f179 1 3665410"/>
                  <a:gd name="f228" fmla="*/ f180 1 2985611"/>
                  <a:gd name="f229" fmla="*/ f181 1 3665410"/>
                  <a:gd name="f230" fmla="*/ f182 1 2985611"/>
                  <a:gd name="f231" fmla="*/ f183 1 3665410"/>
                  <a:gd name="f232" fmla="*/ f184 1 2985611"/>
                  <a:gd name="f233" fmla="*/ f185 1 3665410"/>
                  <a:gd name="f234" fmla="*/ f186 1 2985611"/>
                  <a:gd name="f235" fmla="*/ f187 1 3665410"/>
                  <a:gd name="f236" fmla="*/ f188 1 2985611"/>
                  <a:gd name="f237" fmla="*/ f189 1 3665410"/>
                  <a:gd name="f238" fmla="*/ f190 1 2985611"/>
                  <a:gd name="f239" fmla="*/ f191 1 3665410"/>
                  <a:gd name="f240" fmla="*/ f192 1 2985611"/>
                  <a:gd name="f241" fmla="*/ f193 1 3665410"/>
                  <a:gd name="f242" fmla="*/ f194 1 2985611"/>
                  <a:gd name="f243" fmla="*/ f195 1 3665410"/>
                  <a:gd name="f244" fmla="*/ f196 1 2985611"/>
                  <a:gd name="f245" fmla="*/ f5 1 f148"/>
                  <a:gd name="f246" fmla="*/ f6 1 f148"/>
                  <a:gd name="f247" fmla="*/ f5 1 f149"/>
                  <a:gd name="f248" fmla="*/ f7 1 f149"/>
                  <a:gd name="f249" fmla="+- f197 0 f1"/>
                  <a:gd name="f250" fmla="*/ f198 1 f148"/>
                  <a:gd name="f251" fmla="*/ f199 1 f149"/>
                  <a:gd name="f252" fmla="*/ f200 1 f148"/>
                  <a:gd name="f253" fmla="*/ f201 1 f149"/>
                  <a:gd name="f254" fmla="*/ f202 1 f148"/>
                  <a:gd name="f255" fmla="*/ f203 1 f149"/>
                  <a:gd name="f256" fmla="*/ f204 1 f148"/>
                  <a:gd name="f257" fmla="*/ f205 1 f149"/>
                  <a:gd name="f258" fmla="*/ f206 1 f148"/>
                  <a:gd name="f259" fmla="*/ f207 1 f149"/>
                  <a:gd name="f260" fmla="*/ f208 1 f148"/>
                  <a:gd name="f261" fmla="*/ f209 1 f149"/>
                  <a:gd name="f262" fmla="*/ f210 1 f148"/>
                  <a:gd name="f263" fmla="*/ f211 1 f149"/>
                  <a:gd name="f264" fmla="*/ f212 1 f148"/>
                  <a:gd name="f265" fmla="*/ f213 1 f149"/>
                  <a:gd name="f266" fmla="*/ f214 1 f148"/>
                  <a:gd name="f267" fmla="*/ f215 1 f149"/>
                  <a:gd name="f268" fmla="*/ f216 1 f148"/>
                  <a:gd name="f269" fmla="*/ f217 1 f149"/>
                  <a:gd name="f270" fmla="*/ f218 1 f148"/>
                  <a:gd name="f271" fmla="*/ f219 1 f148"/>
                  <a:gd name="f272" fmla="*/ f220 1 f149"/>
                  <a:gd name="f273" fmla="*/ f221 1 f148"/>
                  <a:gd name="f274" fmla="*/ f222 1 f149"/>
                  <a:gd name="f275" fmla="*/ f223 1 f148"/>
                  <a:gd name="f276" fmla="*/ f224 1 f149"/>
                  <a:gd name="f277" fmla="*/ f225 1 f148"/>
                  <a:gd name="f278" fmla="*/ f226 1 f149"/>
                  <a:gd name="f279" fmla="*/ f227 1 f148"/>
                  <a:gd name="f280" fmla="*/ f228 1 f149"/>
                  <a:gd name="f281" fmla="*/ f229 1 f148"/>
                  <a:gd name="f282" fmla="*/ f230 1 f149"/>
                  <a:gd name="f283" fmla="*/ f231 1 f148"/>
                  <a:gd name="f284" fmla="*/ f232 1 f149"/>
                  <a:gd name="f285" fmla="*/ f233 1 f148"/>
                  <a:gd name="f286" fmla="*/ f234 1 f149"/>
                  <a:gd name="f287" fmla="*/ f235 1 f148"/>
                  <a:gd name="f288" fmla="*/ f236 1 f149"/>
                  <a:gd name="f289" fmla="*/ f237 1 f148"/>
                  <a:gd name="f290" fmla="*/ f238 1 f149"/>
                  <a:gd name="f291" fmla="*/ f239 1 f148"/>
                  <a:gd name="f292" fmla="*/ f240 1 f149"/>
                  <a:gd name="f293" fmla="*/ f241 1 f148"/>
                  <a:gd name="f294" fmla="*/ f242 1 f149"/>
                  <a:gd name="f295" fmla="*/ f243 1 f148"/>
                  <a:gd name="f296" fmla="*/ f244 1 f149"/>
                  <a:gd name="f297" fmla="*/ f245 f143 1"/>
                  <a:gd name="f298" fmla="*/ f246 f143 1"/>
                  <a:gd name="f299" fmla="*/ f248 f144 1"/>
                  <a:gd name="f300" fmla="*/ f247 f144 1"/>
                  <a:gd name="f301" fmla="*/ f250 f143 1"/>
                  <a:gd name="f302" fmla="*/ f251 f144 1"/>
                  <a:gd name="f303" fmla="*/ f252 f143 1"/>
                  <a:gd name="f304" fmla="*/ f253 f144 1"/>
                  <a:gd name="f305" fmla="*/ f254 f143 1"/>
                  <a:gd name="f306" fmla="*/ f255 f144 1"/>
                  <a:gd name="f307" fmla="*/ f256 f143 1"/>
                  <a:gd name="f308" fmla="*/ f257 f144 1"/>
                  <a:gd name="f309" fmla="*/ f258 f143 1"/>
                  <a:gd name="f310" fmla="*/ f259 f144 1"/>
                  <a:gd name="f311" fmla="*/ f260 f143 1"/>
                  <a:gd name="f312" fmla="*/ f261 f144 1"/>
                  <a:gd name="f313" fmla="*/ f262 f143 1"/>
                  <a:gd name="f314" fmla="*/ f263 f144 1"/>
                  <a:gd name="f315" fmla="*/ f264 f143 1"/>
                  <a:gd name="f316" fmla="*/ f265 f144 1"/>
                  <a:gd name="f317" fmla="*/ f266 f143 1"/>
                  <a:gd name="f318" fmla="*/ f267 f144 1"/>
                  <a:gd name="f319" fmla="*/ f268 f143 1"/>
                  <a:gd name="f320" fmla="*/ f269 f144 1"/>
                  <a:gd name="f321" fmla="*/ f270 f143 1"/>
                  <a:gd name="f322" fmla="*/ f271 f143 1"/>
                  <a:gd name="f323" fmla="*/ f272 f144 1"/>
                  <a:gd name="f324" fmla="*/ f273 f143 1"/>
                  <a:gd name="f325" fmla="*/ f274 f144 1"/>
                  <a:gd name="f326" fmla="*/ f275 f143 1"/>
                  <a:gd name="f327" fmla="*/ f276 f144 1"/>
                  <a:gd name="f328" fmla="*/ f277 f143 1"/>
                  <a:gd name="f329" fmla="*/ f278 f144 1"/>
                  <a:gd name="f330" fmla="*/ f279 f143 1"/>
                  <a:gd name="f331" fmla="*/ f280 f144 1"/>
                  <a:gd name="f332" fmla="*/ f281 f143 1"/>
                  <a:gd name="f333" fmla="*/ f282 f144 1"/>
                  <a:gd name="f334" fmla="*/ f283 f143 1"/>
                  <a:gd name="f335" fmla="*/ f284 f144 1"/>
                  <a:gd name="f336" fmla="*/ f285 f143 1"/>
                  <a:gd name="f337" fmla="*/ f286 f144 1"/>
                  <a:gd name="f338" fmla="*/ f287 f143 1"/>
                  <a:gd name="f339" fmla="*/ f288 f144 1"/>
                  <a:gd name="f340" fmla="*/ f289 f143 1"/>
                  <a:gd name="f341" fmla="*/ f290 f144 1"/>
                  <a:gd name="f342" fmla="*/ f291 f143 1"/>
                  <a:gd name="f343" fmla="*/ f292 f144 1"/>
                  <a:gd name="f344" fmla="*/ f293 f143 1"/>
                  <a:gd name="f345" fmla="*/ f294 f144 1"/>
                  <a:gd name="f346" fmla="*/ f295 f143 1"/>
                  <a:gd name="f347" fmla="*/ f296 f144 1"/>
                </a:gdLst>
                <a:ahLst/>
                <a:cxnLst>
                  <a:cxn ang="3cd4">
                    <a:pos x="hc" y="t"/>
                  </a:cxn>
                  <a:cxn ang="0">
                    <a:pos x="r" y="vc"/>
                  </a:cxn>
                  <a:cxn ang="cd4">
                    <a:pos x="hc" y="b"/>
                  </a:cxn>
                  <a:cxn ang="cd2">
                    <a:pos x="l" y="vc"/>
                  </a:cxn>
                  <a:cxn ang="f249">
                    <a:pos x="f301" y="f302"/>
                  </a:cxn>
                  <a:cxn ang="f249">
                    <a:pos x="f303" y="f304"/>
                  </a:cxn>
                  <a:cxn ang="f249">
                    <a:pos x="f305" y="f306"/>
                  </a:cxn>
                  <a:cxn ang="f249">
                    <a:pos x="f307" y="f308"/>
                  </a:cxn>
                  <a:cxn ang="f249">
                    <a:pos x="f309" y="f310"/>
                  </a:cxn>
                  <a:cxn ang="f249">
                    <a:pos x="f311" y="f312"/>
                  </a:cxn>
                  <a:cxn ang="f249">
                    <a:pos x="f313" y="f314"/>
                  </a:cxn>
                  <a:cxn ang="f249">
                    <a:pos x="f315" y="f316"/>
                  </a:cxn>
                  <a:cxn ang="f249">
                    <a:pos x="f317" y="f318"/>
                  </a:cxn>
                  <a:cxn ang="f249">
                    <a:pos x="f319" y="f320"/>
                  </a:cxn>
                  <a:cxn ang="f249">
                    <a:pos x="f321" y="f320"/>
                  </a:cxn>
                  <a:cxn ang="f249">
                    <a:pos x="f322" y="f323"/>
                  </a:cxn>
                  <a:cxn ang="f249">
                    <a:pos x="f324" y="f325"/>
                  </a:cxn>
                  <a:cxn ang="f249">
                    <a:pos x="f326" y="f327"/>
                  </a:cxn>
                  <a:cxn ang="f249">
                    <a:pos x="f328" y="f329"/>
                  </a:cxn>
                  <a:cxn ang="f249">
                    <a:pos x="f330" y="f331"/>
                  </a:cxn>
                  <a:cxn ang="f249">
                    <a:pos x="f332" y="f333"/>
                  </a:cxn>
                  <a:cxn ang="f249">
                    <a:pos x="f334" y="f335"/>
                  </a:cxn>
                  <a:cxn ang="f249">
                    <a:pos x="f336" y="f337"/>
                  </a:cxn>
                  <a:cxn ang="f249">
                    <a:pos x="f338" y="f339"/>
                  </a:cxn>
                  <a:cxn ang="f249">
                    <a:pos x="f340" y="f341"/>
                  </a:cxn>
                  <a:cxn ang="f249">
                    <a:pos x="f342" y="f343"/>
                  </a:cxn>
                  <a:cxn ang="f249">
                    <a:pos x="f344" y="f345"/>
                  </a:cxn>
                  <a:cxn ang="f249">
                    <a:pos x="f346" y="f347"/>
                  </a:cxn>
                </a:cxnLst>
                <a:rect l="f297" t="f300" r="f298" b="f299"/>
                <a:pathLst>
                  <a:path w="3665410" h="2985611">
                    <a:moveTo>
                      <a:pt x="f5" y="f7"/>
                    </a:moveTo>
                    <a:cubicBezTo>
                      <a:pt x="f5" y="f7"/>
                      <a:pt x="f8" y="f9"/>
                      <a:pt x="f10" y="f11"/>
                    </a:cubicBezTo>
                    <a:cubicBezTo>
                      <a:pt x="f12" y="f13"/>
                      <a:pt x="f14" y="f15"/>
                      <a:pt x="f16" y="f17"/>
                    </a:cubicBezTo>
                    <a:cubicBezTo>
                      <a:pt x="f18" y="f19"/>
                      <a:pt x="f20" y="f21"/>
                      <a:pt x="f22" y="f23"/>
                    </a:cubicBezTo>
                    <a:cubicBezTo>
                      <a:pt x="f24" y="f25"/>
                      <a:pt x="f26" y="f27"/>
                      <a:pt x="f28" y="f29"/>
                    </a:cubicBezTo>
                    <a:cubicBezTo>
                      <a:pt x="f30" y="f31"/>
                      <a:pt x="f32" y="f33"/>
                      <a:pt x="f34" y="f35"/>
                    </a:cubicBezTo>
                    <a:cubicBezTo>
                      <a:pt x="f36" y="f37"/>
                      <a:pt x="f38" y="f39"/>
                      <a:pt x="f40" y="f41"/>
                    </a:cubicBezTo>
                    <a:cubicBezTo>
                      <a:pt x="f42" y="f43"/>
                      <a:pt x="f44" y="f45"/>
                      <a:pt x="f46" y="f47"/>
                    </a:cubicBezTo>
                    <a:cubicBezTo>
                      <a:pt x="f48" y="f49"/>
                      <a:pt x="f50" y="f51"/>
                      <a:pt x="f52" y="f53"/>
                    </a:cubicBezTo>
                    <a:cubicBezTo>
                      <a:pt x="f54" y="f55"/>
                      <a:pt x="f56" y="f57"/>
                      <a:pt x="f58" y="f59"/>
                    </a:cubicBezTo>
                    <a:cubicBezTo>
                      <a:pt x="f60" y="f61"/>
                      <a:pt x="f62" y="f63"/>
                      <a:pt x="f64" y="f59"/>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cubicBezTo>
                      <a:pt x="f101" y="f102"/>
                      <a:pt x="f103" y="f104"/>
                      <a:pt x="f105" y="f106"/>
                    </a:cubicBezTo>
                    <a:cubicBezTo>
                      <a:pt x="f107" y="f108"/>
                      <a:pt x="f109" y="f110"/>
                      <a:pt x="f111" y="f112"/>
                    </a:cubicBezTo>
                    <a:cubicBezTo>
                      <a:pt x="f113" y="f114"/>
                      <a:pt x="f115" y="f116"/>
                      <a:pt x="f117" y="f118"/>
                    </a:cubicBezTo>
                    <a:cubicBezTo>
                      <a:pt x="f119" y="f120"/>
                      <a:pt x="f121" y="f122"/>
                      <a:pt x="f123" y="f124"/>
                    </a:cubicBezTo>
                    <a:cubicBezTo>
                      <a:pt x="f125" y="f126"/>
                      <a:pt x="f127" y="f128"/>
                      <a:pt x="f129" y="f130"/>
                    </a:cubicBezTo>
                    <a:cubicBezTo>
                      <a:pt x="f131" y="f132"/>
                      <a:pt x="f133" y="f134"/>
                      <a:pt x="f135" y="f136"/>
                    </a:cubicBezTo>
                    <a:cubicBezTo>
                      <a:pt x="f137" y="f138"/>
                      <a:pt x="f139" y="f140"/>
                      <a:pt x="f141"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1" name="Freeform: Shape 29">
                <a:extLst>
                  <a:ext uri="{FF2B5EF4-FFF2-40B4-BE49-F238E27FC236}">
                    <a16:creationId xmlns:a16="http://schemas.microsoft.com/office/drawing/2014/main" id="{AEAFD558-1ECA-433E-BD8B-34112297C13E}"/>
                  </a:ext>
                </a:extLst>
              </p:cNvPr>
              <p:cNvSpPr/>
              <p:nvPr/>
            </p:nvSpPr>
            <p:spPr>
              <a:xfrm>
                <a:off x="11937263" y="6677625"/>
                <a:ext cx="254733" cy="177905"/>
              </a:xfrm>
              <a:custGeom>
                <a:avLst/>
                <a:gdLst>
                  <a:gd name="f0" fmla="val 10800000"/>
                  <a:gd name="f1" fmla="val 5400000"/>
                  <a:gd name="f2" fmla="val 180"/>
                  <a:gd name="f3" fmla="val w"/>
                  <a:gd name="f4" fmla="val h"/>
                  <a:gd name="f5" fmla="val 0"/>
                  <a:gd name="f6" fmla="val 285940"/>
                  <a:gd name="f7" fmla="val 199072"/>
                  <a:gd name="f8" fmla="val 199073"/>
                  <a:gd name="f9" fmla="val 242125"/>
                  <a:gd name="f10" fmla="val 39243"/>
                  <a:gd name="f11" fmla="+- 0 0 -90"/>
                  <a:gd name="f12" fmla="*/ f3 1 285940"/>
                  <a:gd name="f13" fmla="*/ f4 1 199072"/>
                  <a:gd name="f14" fmla="+- f7 0 f5"/>
                  <a:gd name="f15" fmla="+- f6 0 f5"/>
                  <a:gd name="f16" fmla="*/ f11 f0 1"/>
                  <a:gd name="f17" fmla="*/ f15 1 285940"/>
                  <a:gd name="f18" fmla="*/ f14 1 199072"/>
                  <a:gd name="f19" fmla="*/ 0 f15 1"/>
                  <a:gd name="f20" fmla="*/ 199073 f14 1"/>
                  <a:gd name="f21" fmla="*/ 285940 f15 1"/>
                  <a:gd name="f22" fmla="*/ 0 f14 1"/>
                  <a:gd name="f23" fmla="*/ f16 1 f2"/>
                  <a:gd name="f24" fmla="*/ f19 1 285940"/>
                  <a:gd name="f25" fmla="*/ f20 1 199072"/>
                  <a:gd name="f26" fmla="*/ f21 1 285940"/>
                  <a:gd name="f27" fmla="*/ f22 1 199072"/>
                  <a:gd name="f28" fmla="*/ f5 1 f17"/>
                  <a:gd name="f29" fmla="*/ f6 1 f17"/>
                  <a:gd name="f30" fmla="*/ f5 1 f18"/>
                  <a:gd name="f31" fmla="*/ f7 1 f18"/>
                  <a:gd name="f32" fmla="+- f23 0 f1"/>
                  <a:gd name="f33" fmla="*/ f24 1 f17"/>
                  <a:gd name="f34" fmla="*/ f25 1 f18"/>
                  <a:gd name="f35" fmla="*/ f26 1 f17"/>
                  <a:gd name="f36" fmla="*/ f27 1 f18"/>
                  <a:gd name="f37" fmla="*/ f28 f12 1"/>
                  <a:gd name="f38" fmla="*/ f29 f12 1"/>
                  <a:gd name="f39" fmla="*/ f31 f13 1"/>
                  <a:gd name="f40" fmla="*/ f30 f13 1"/>
                  <a:gd name="f41" fmla="*/ f33 f12 1"/>
                  <a:gd name="f42" fmla="*/ f34 f13 1"/>
                  <a:gd name="f43" fmla="*/ f35 f12 1"/>
                  <a:gd name="f44" fmla="*/ f36 f13 1"/>
                </a:gdLst>
                <a:ahLst/>
                <a:cxnLst>
                  <a:cxn ang="3cd4">
                    <a:pos x="hc" y="t"/>
                  </a:cxn>
                  <a:cxn ang="0">
                    <a:pos x="r" y="vc"/>
                  </a:cxn>
                  <a:cxn ang="cd4">
                    <a:pos x="hc" y="b"/>
                  </a:cxn>
                  <a:cxn ang="cd2">
                    <a:pos x="l" y="vc"/>
                  </a:cxn>
                  <a:cxn ang="f32">
                    <a:pos x="f41" y="f42"/>
                  </a:cxn>
                  <a:cxn ang="f32">
                    <a:pos x="f43" y="f44"/>
                  </a:cxn>
                </a:cxnLst>
                <a:rect l="f37" t="f40" r="f38" b="f39"/>
                <a:pathLst>
                  <a:path w="285940" h="199072">
                    <a:moveTo>
                      <a:pt x="f5" y="f8"/>
                    </a:moveTo>
                    <a:cubicBezTo>
                      <a:pt x="f5" y="f8"/>
                      <a:pt x="f9" y="f10"/>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2" name="Freeform: Shape 30">
                <a:extLst>
                  <a:ext uri="{FF2B5EF4-FFF2-40B4-BE49-F238E27FC236}">
                    <a16:creationId xmlns:a16="http://schemas.microsoft.com/office/drawing/2014/main" id="{86767C78-234A-4AF4-B6EC-1DB9F8D70F51}"/>
                  </a:ext>
                </a:extLst>
              </p:cNvPr>
              <p:cNvSpPr/>
              <p:nvPr/>
            </p:nvSpPr>
            <p:spPr>
              <a:xfrm>
                <a:off x="11583326" y="6516837"/>
                <a:ext cx="584237" cy="340659"/>
              </a:xfrm>
              <a:custGeom>
                <a:avLst/>
                <a:gdLst>
                  <a:gd name="f0" fmla="val 10800000"/>
                  <a:gd name="f1" fmla="val 5400000"/>
                  <a:gd name="f2" fmla="val 180"/>
                  <a:gd name="f3" fmla="val w"/>
                  <a:gd name="f4" fmla="val h"/>
                  <a:gd name="f5" fmla="val 0"/>
                  <a:gd name="f6" fmla="val 655796"/>
                  <a:gd name="f7" fmla="val 381190"/>
                  <a:gd name="f8" fmla="val 461105"/>
                  <a:gd name="f9" fmla="val 172117"/>
                  <a:gd name="f10" fmla="+- 0 0 -90"/>
                  <a:gd name="f11" fmla="*/ f3 1 655796"/>
                  <a:gd name="f12" fmla="*/ f4 1 381190"/>
                  <a:gd name="f13" fmla="+- f7 0 f5"/>
                  <a:gd name="f14" fmla="+- f6 0 f5"/>
                  <a:gd name="f15" fmla="*/ f10 f0 1"/>
                  <a:gd name="f16" fmla="*/ f14 1 655796"/>
                  <a:gd name="f17" fmla="*/ f13 1 381190"/>
                  <a:gd name="f18" fmla="*/ 0 f14 1"/>
                  <a:gd name="f19" fmla="*/ 381190 f13 1"/>
                  <a:gd name="f20" fmla="*/ 655796 f14 1"/>
                  <a:gd name="f21" fmla="*/ 0 f13 1"/>
                  <a:gd name="f22" fmla="*/ f15 1 f2"/>
                  <a:gd name="f23" fmla="*/ f18 1 655796"/>
                  <a:gd name="f24" fmla="*/ f19 1 381190"/>
                  <a:gd name="f25" fmla="*/ f20 1 655796"/>
                  <a:gd name="f26" fmla="*/ f21 1 381190"/>
                  <a:gd name="f27" fmla="*/ f5 1 f16"/>
                  <a:gd name="f28" fmla="*/ f6 1 f16"/>
                  <a:gd name="f29" fmla="*/ f5 1 f17"/>
                  <a:gd name="f30" fmla="*/ f7 1 f17"/>
                  <a:gd name="f31" fmla="+- f22 0 f1"/>
                  <a:gd name="f32" fmla="*/ f23 1 f16"/>
                  <a:gd name="f33" fmla="*/ f24 1 f17"/>
                  <a:gd name="f34" fmla="*/ f25 1 f16"/>
                  <a:gd name="f35" fmla="*/ f26 1 f17"/>
                  <a:gd name="f36" fmla="*/ f27 f11 1"/>
                  <a:gd name="f37" fmla="*/ f28 f11 1"/>
                  <a:gd name="f38" fmla="*/ f30 f12 1"/>
                  <a:gd name="f39" fmla="*/ f29 f12 1"/>
                  <a:gd name="f40" fmla="*/ f32 f11 1"/>
                  <a:gd name="f41" fmla="*/ f33 f12 1"/>
                  <a:gd name="f42" fmla="*/ f34 f11 1"/>
                  <a:gd name="f43" fmla="*/ f35 f12 1"/>
                </a:gdLst>
                <a:ahLst/>
                <a:cxnLst>
                  <a:cxn ang="3cd4">
                    <a:pos x="hc" y="t"/>
                  </a:cxn>
                  <a:cxn ang="0">
                    <a:pos x="r" y="vc"/>
                  </a:cxn>
                  <a:cxn ang="cd4">
                    <a:pos x="hc" y="b"/>
                  </a:cxn>
                  <a:cxn ang="cd2">
                    <a:pos x="l" y="vc"/>
                  </a:cxn>
                  <a:cxn ang="f31">
                    <a:pos x="f40" y="f41"/>
                  </a:cxn>
                  <a:cxn ang="f31">
                    <a:pos x="f42" y="f43"/>
                  </a:cxn>
                </a:cxnLst>
                <a:rect l="f36" t="f39" r="f37" b="f38"/>
                <a:pathLst>
                  <a:path w="655796" h="381190">
                    <a:moveTo>
                      <a:pt x="f5" y="f7"/>
                    </a:moveTo>
                    <a:cubicBezTo>
                      <a:pt x="f5" y="f7"/>
                      <a:pt x="f8" y="f9"/>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3" name="Freeform: Shape 31">
                <a:extLst>
                  <a:ext uri="{FF2B5EF4-FFF2-40B4-BE49-F238E27FC236}">
                    <a16:creationId xmlns:a16="http://schemas.microsoft.com/office/drawing/2014/main" id="{0D879B6D-52D4-4E02-8DFA-AB69167EF881}"/>
                  </a:ext>
                </a:extLst>
              </p:cNvPr>
              <p:cNvSpPr/>
              <p:nvPr/>
            </p:nvSpPr>
            <p:spPr>
              <a:xfrm>
                <a:off x="9588608" y="5460559"/>
                <a:ext cx="2590065" cy="1380497"/>
              </a:xfrm>
              <a:custGeom>
                <a:avLst/>
                <a:gdLst>
                  <a:gd name="f0" fmla="val 10800000"/>
                  <a:gd name="f1" fmla="val 5400000"/>
                  <a:gd name="f2" fmla="val 180"/>
                  <a:gd name="f3" fmla="val w"/>
                  <a:gd name="f4" fmla="val h"/>
                  <a:gd name="f5" fmla="val 0"/>
                  <a:gd name="f6" fmla="val 2907315"/>
                  <a:gd name="f7" fmla="val 1544764"/>
                  <a:gd name="f8" fmla="val 98012"/>
                  <a:gd name="f9" fmla="val 1443990"/>
                  <a:gd name="f10" fmla="val 201644"/>
                  <a:gd name="f11" fmla="val 1352550"/>
                  <a:gd name="f12" fmla="val 271272"/>
                  <a:gd name="f13" fmla="val 1291209"/>
                  <a:gd name="f14" fmla="val 343662"/>
                  <a:gd name="f15" fmla="val 1234249"/>
                  <a:gd name="f16" fmla="val 423196"/>
                  <a:gd name="f17" fmla="val 1196054"/>
                  <a:gd name="f18" fmla="val 537591"/>
                  <a:gd name="f19" fmla="val 1141095"/>
                  <a:gd name="f20" fmla="val 661226"/>
                  <a:gd name="f21" fmla="val 1127189"/>
                  <a:gd name="f22" fmla="val 782193"/>
                  <a:gd name="f23" fmla="val 1099947"/>
                  <a:gd name="f24" fmla="val 872300"/>
                  <a:gd name="f25" fmla="val 1079659"/>
                  <a:gd name="f26" fmla="val 961358"/>
                  <a:gd name="f27" fmla="val 1051370"/>
                  <a:gd name="f28" fmla="val 1052513"/>
                  <a:gd name="f29" fmla="val 1042321"/>
                  <a:gd name="f30" fmla="val 1139000"/>
                  <a:gd name="f31" fmla="val 1033653"/>
                  <a:gd name="f32" fmla="val 1225868"/>
                  <a:gd name="f33" fmla="val 1040321"/>
                  <a:gd name="f34" fmla="val 1311783"/>
                  <a:gd name="f35" fmla="val 1056037"/>
                  <a:gd name="f36" fmla="val 1369314"/>
                  <a:gd name="f37" fmla="val 1066609"/>
                  <a:gd name="f38" fmla="val 1426559"/>
                  <a:gd name="f39" fmla="val 1079373"/>
                  <a:gd name="f40" fmla="val 1484662"/>
                  <a:gd name="f41" fmla="val 1083469"/>
                  <a:gd name="f42" fmla="val 1587913"/>
                  <a:gd name="f43" fmla="val 1090803"/>
                  <a:gd name="f44" fmla="val 1690402"/>
                  <a:gd name="f45" fmla="val 1064800"/>
                  <a:gd name="f46" fmla="val 1788224"/>
                  <a:gd name="f47" fmla="val 1023080"/>
                  <a:gd name="f48" fmla="val 1956721"/>
                  <a:gd name="f49" fmla="val 951262"/>
                  <a:gd name="f50" fmla="val 2106549"/>
                  <a:gd name="f51" fmla="val 825722"/>
                  <a:gd name="f52" fmla="val 2269045"/>
                  <a:gd name="f53" fmla="val 734758"/>
                  <a:gd name="f54" fmla="val 2359438"/>
                  <a:gd name="f55" fmla="val 684181"/>
                  <a:gd name="f56" fmla="val 2452497"/>
                  <a:gd name="f57" fmla="val 640556"/>
                  <a:gd name="f58" fmla="val 2534984"/>
                  <a:gd name="f59" fmla="val 572738"/>
                  <a:gd name="f60" fmla="val 2673001"/>
                  <a:gd name="f61" fmla="val 459391"/>
                  <a:gd name="f62" fmla="val 2847023"/>
                  <a:gd name="f63" fmla="val 191453"/>
                  <a:gd name="f64" fmla="val 2907316"/>
                  <a:gd name="f65" fmla="+- 0 0 -90"/>
                  <a:gd name="f66" fmla="*/ f3 1 2907315"/>
                  <a:gd name="f67" fmla="*/ f4 1 1544764"/>
                  <a:gd name="f68" fmla="+- f7 0 f5"/>
                  <a:gd name="f69" fmla="+- f6 0 f5"/>
                  <a:gd name="f70" fmla="*/ f65 f0 1"/>
                  <a:gd name="f71" fmla="*/ f69 1 2907315"/>
                  <a:gd name="f72" fmla="*/ f68 1 1544764"/>
                  <a:gd name="f73" fmla="*/ 0 f69 1"/>
                  <a:gd name="f74" fmla="*/ 1544764 f68 1"/>
                  <a:gd name="f75" fmla="*/ 201644 f69 1"/>
                  <a:gd name="f76" fmla="*/ 1352550 f68 1"/>
                  <a:gd name="f77" fmla="*/ 423196 f69 1"/>
                  <a:gd name="f78" fmla="*/ 1196054 f68 1"/>
                  <a:gd name="f79" fmla="*/ 782193 f69 1"/>
                  <a:gd name="f80" fmla="*/ 1099947 f68 1"/>
                  <a:gd name="f81" fmla="*/ 1052513 f69 1"/>
                  <a:gd name="f82" fmla="*/ 1042321 f68 1"/>
                  <a:gd name="f83" fmla="*/ 1311783 f69 1"/>
                  <a:gd name="f84" fmla="*/ 1056037 f68 1"/>
                  <a:gd name="f85" fmla="*/ 1484662 f69 1"/>
                  <a:gd name="f86" fmla="*/ 1083469 f68 1"/>
                  <a:gd name="f87" fmla="*/ 1788224 f69 1"/>
                  <a:gd name="f88" fmla="*/ 1023080 f68 1"/>
                  <a:gd name="f89" fmla="*/ 2269045 f69 1"/>
                  <a:gd name="f90" fmla="*/ 734758 f68 1"/>
                  <a:gd name="f91" fmla="*/ 2534984 f69 1"/>
                  <a:gd name="f92" fmla="*/ 572738 f68 1"/>
                  <a:gd name="f93" fmla="*/ 2907316 f69 1"/>
                  <a:gd name="f94" fmla="*/ 0 f68 1"/>
                  <a:gd name="f95" fmla="*/ f70 1 f2"/>
                  <a:gd name="f96" fmla="*/ f73 1 2907315"/>
                  <a:gd name="f97" fmla="*/ f74 1 1544764"/>
                  <a:gd name="f98" fmla="*/ f75 1 2907315"/>
                  <a:gd name="f99" fmla="*/ f76 1 1544764"/>
                  <a:gd name="f100" fmla="*/ f77 1 2907315"/>
                  <a:gd name="f101" fmla="*/ f78 1 1544764"/>
                  <a:gd name="f102" fmla="*/ f79 1 2907315"/>
                  <a:gd name="f103" fmla="*/ f80 1 1544764"/>
                  <a:gd name="f104" fmla="*/ f81 1 2907315"/>
                  <a:gd name="f105" fmla="*/ f82 1 1544764"/>
                  <a:gd name="f106" fmla="*/ f83 1 2907315"/>
                  <a:gd name="f107" fmla="*/ f84 1 1544764"/>
                  <a:gd name="f108" fmla="*/ f85 1 2907315"/>
                  <a:gd name="f109" fmla="*/ f86 1 1544764"/>
                  <a:gd name="f110" fmla="*/ f87 1 2907315"/>
                  <a:gd name="f111" fmla="*/ f88 1 1544764"/>
                  <a:gd name="f112" fmla="*/ f89 1 2907315"/>
                  <a:gd name="f113" fmla="*/ f90 1 1544764"/>
                  <a:gd name="f114" fmla="*/ f91 1 2907315"/>
                  <a:gd name="f115" fmla="*/ f92 1 1544764"/>
                  <a:gd name="f116" fmla="*/ f93 1 2907315"/>
                  <a:gd name="f117" fmla="*/ f94 1 1544764"/>
                  <a:gd name="f118" fmla="*/ f5 1 f71"/>
                  <a:gd name="f119" fmla="*/ f6 1 f71"/>
                  <a:gd name="f120" fmla="*/ f5 1 f72"/>
                  <a:gd name="f121" fmla="*/ f7 1 f72"/>
                  <a:gd name="f122" fmla="+- f95 0 f1"/>
                  <a:gd name="f123" fmla="*/ f96 1 f71"/>
                  <a:gd name="f124" fmla="*/ f97 1 f72"/>
                  <a:gd name="f125" fmla="*/ f98 1 f71"/>
                  <a:gd name="f126" fmla="*/ f99 1 f72"/>
                  <a:gd name="f127" fmla="*/ f100 1 f71"/>
                  <a:gd name="f128" fmla="*/ f101 1 f72"/>
                  <a:gd name="f129" fmla="*/ f102 1 f71"/>
                  <a:gd name="f130" fmla="*/ f103 1 f72"/>
                  <a:gd name="f131" fmla="*/ f104 1 f71"/>
                  <a:gd name="f132" fmla="*/ f105 1 f72"/>
                  <a:gd name="f133" fmla="*/ f106 1 f71"/>
                  <a:gd name="f134" fmla="*/ f107 1 f72"/>
                  <a:gd name="f135" fmla="*/ f108 1 f71"/>
                  <a:gd name="f136" fmla="*/ f109 1 f72"/>
                  <a:gd name="f137" fmla="*/ f110 1 f71"/>
                  <a:gd name="f138" fmla="*/ f111 1 f72"/>
                  <a:gd name="f139" fmla="*/ f112 1 f71"/>
                  <a:gd name="f140" fmla="*/ f113 1 f72"/>
                  <a:gd name="f141" fmla="*/ f114 1 f71"/>
                  <a:gd name="f142" fmla="*/ f115 1 f72"/>
                  <a:gd name="f143" fmla="*/ f116 1 f71"/>
                  <a:gd name="f144" fmla="*/ f117 1 f72"/>
                  <a:gd name="f145" fmla="*/ f118 f66 1"/>
                  <a:gd name="f146" fmla="*/ f119 f66 1"/>
                  <a:gd name="f147" fmla="*/ f121 f67 1"/>
                  <a:gd name="f148" fmla="*/ f120 f67 1"/>
                  <a:gd name="f149" fmla="*/ f123 f66 1"/>
                  <a:gd name="f150" fmla="*/ f124 f67 1"/>
                  <a:gd name="f151" fmla="*/ f125 f66 1"/>
                  <a:gd name="f152" fmla="*/ f126 f67 1"/>
                  <a:gd name="f153" fmla="*/ f127 f66 1"/>
                  <a:gd name="f154" fmla="*/ f128 f67 1"/>
                  <a:gd name="f155" fmla="*/ f129 f66 1"/>
                  <a:gd name="f156" fmla="*/ f130 f67 1"/>
                  <a:gd name="f157" fmla="*/ f131 f66 1"/>
                  <a:gd name="f158" fmla="*/ f132 f67 1"/>
                  <a:gd name="f159" fmla="*/ f133 f66 1"/>
                  <a:gd name="f160" fmla="*/ f134 f67 1"/>
                  <a:gd name="f161" fmla="*/ f135 f66 1"/>
                  <a:gd name="f162" fmla="*/ f136 f67 1"/>
                  <a:gd name="f163" fmla="*/ f137 f66 1"/>
                  <a:gd name="f164" fmla="*/ f138 f67 1"/>
                  <a:gd name="f165" fmla="*/ f139 f66 1"/>
                  <a:gd name="f166" fmla="*/ f140 f67 1"/>
                  <a:gd name="f167" fmla="*/ f141 f66 1"/>
                  <a:gd name="f168" fmla="*/ f142 f67 1"/>
                  <a:gd name="f169" fmla="*/ f143 f66 1"/>
                  <a:gd name="f170" fmla="*/ f144 f67 1"/>
                </a:gdLst>
                <a:ahLst/>
                <a:cxnLst>
                  <a:cxn ang="3cd4">
                    <a:pos x="hc" y="t"/>
                  </a:cxn>
                  <a:cxn ang="0">
                    <a:pos x="r" y="vc"/>
                  </a:cxn>
                  <a:cxn ang="cd4">
                    <a:pos x="hc" y="b"/>
                  </a:cxn>
                  <a:cxn ang="cd2">
                    <a:pos x="l" y="vc"/>
                  </a:cxn>
                  <a:cxn ang="f122">
                    <a:pos x="f149" y="f150"/>
                  </a:cxn>
                  <a:cxn ang="f122">
                    <a:pos x="f151" y="f152"/>
                  </a:cxn>
                  <a:cxn ang="f122">
                    <a:pos x="f153" y="f154"/>
                  </a:cxn>
                  <a:cxn ang="f122">
                    <a:pos x="f155" y="f156"/>
                  </a:cxn>
                  <a:cxn ang="f122">
                    <a:pos x="f157" y="f158"/>
                  </a:cxn>
                  <a:cxn ang="f122">
                    <a:pos x="f159" y="f160"/>
                  </a:cxn>
                  <a:cxn ang="f122">
                    <a:pos x="f161" y="f162"/>
                  </a:cxn>
                  <a:cxn ang="f122">
                    <a:pos x="f163" y="f164"/>
                  </a:cxn>
                  <a:cxn ang="f122">
                    <a:pos x="f165" y="f166"/>
                  </a:cxn>
                  <a:cxn ang="f122">
                    <a:pos x="f167" y="f168"/>
                  </a:cxn>
                  <a:cxn ang="f122">
                    <a:pos x="f169" y="f170"/>
                  </a:cxn>
                </a:cxnLst>
                <a:rect l="f145" t="f148" r="f146" b="f147"/>
                <a:pathLst>
                  <a:path w="2907315" h="1544764">
                    <a:moveTo>
                      <a:pt x="f5" y="f7"/>
                    </a:moveTo>
                    <a:cubicBezTo>
                      <a:pt x="f5" y="f7"/>
                      <a:pt x="f8" y="f9"/>
                      <a:pt x="f10" y="f11"/>
                    </a:cubicBezTo>
                    <a:cubicBezTo>
                      <a:pt x="f12" y="f13"/>
                      <a:pt x="f14" y="f15"/>
                      <a:pt x="f16" y="f17"/>
                    </a:cubicBezTo>
                    <a:cubicBezTo>
                      <a:pt x="f18" y="f19"/>
                      <a:pt x="f20" y="f21"/>
                      <a:pt x="f22" y="f23"/>
                    </a:cubicBezTo>
                    <a:cubicBezTo>
                      <a:pt x="f24" y="f25"/>
                      <a:pt x="f26" y="f27"/>
                      <a:pt x="f28" y="f29"/>
                    </a:cubicBezTo>
                    <a:cubicBezTo>
                      <a:pt x="f30" y="f31"/>
                      <a:pt x="f32" y="f33"/>
                      <a:pt x="f34" y="f35"/>
                    </a:cubicBezTo>
                    <a:cubicBezTo>
                      <a:pt x="f36" y="f37"/>
                      <a:pt x="f38" y="f39"/>
                      <a:pt x="f40" y="f41"/>
                    </a:cubicBezTo>
                    <a:cubicBezTo>
                      <a:pt x="f42" y="f43"/>
                      <a:pt x="f44" y="f45"/>
                      <a:pt x="f46" y="f47"/>
                    </a:cubicBezTo>
                    <a:cubicBezTo>
                      <a:pt x="f48" y="f49"/>
                      <a:pt x="f50" y="f51"/>
                      <a:pt x="f52" y="f53"/>
                    </a:cubicBezTo>
                    <a:cubicBezTo>
                      <a:pt x="f54" y="f55"/>
                      <a:pt x="f56" y="f57"/>
                      <a:pt x="f58" y="f59"/>
                    </a:cubicBezTo>
                    <a:cubicBezTo>
                      <a:pt x="f60" y="f61"/>
                      <a:pt x="f62" y="f63"/>
                      <a:pt x="f64"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4" name="Freeform: Shape 32">
                <a:extLst>
                  <a:ext uri="{FF2B5EF4-FFF2-40B4-BE49-F238E27FC236}">
                    <a16:creationId xmlns:a16="http://schemas.microsoft.com/office/drawing/2014/main" id="{FD6A7F9A-A039-456D-8E78-DEA453FB8E9C}"/>
                  </a:ext>
                </a:extLst>
              </p:cNvPr>
              <p:cNvSpPr/>
              <p:nvPr/>
            </p:nvSpPr>
            <p:spPr>
              <a:xfrm>
                <a:off x="9369335" y="5113178"/>
                <a:ext cx="2822579" cy="1744821"/>
              </a:xfrm>
              <a:custGeom>
                <a:avLst/>
                <a:gdLst>
                  <a:gd name="f0" fmla="val 10800000"/>
                  <a:gd name="f1" fmla="val 5400000"/>
                  <a:gd name="f2" fmla="val 180"/>
                  <a:gd name="f3" fmla="val w"/>
                  <a:gd name="f4" fmla="val h"/>
                  <a:gd name="f5" fmla="val 0"/>
                  <a:gd name="f6" fmla="val 3168300"/>
                  <a:gd name="f7" fmla="val 1952434"/>
                  <a:gd name="f8" fmla="val 1952435"/>
                  <a:gd name="f9" fmla="val 91059"/>
                  <a:gd name="f10" fmla="val 1796415"/>
                  <a:gd name="f11" fmla="val 202121"/>
                  <a:gd name="f12" fmla="val 1687068"/>
                  <a:gd name="f13" fmla="val 301943"/>
                  <a:gd name="f14" fmla="val 1588675"/>
                  <a:gd name="f15" fmla="val 416528"/>
                  <a:gd name="f16" fmla="val 1505617"/>
                  <a:gd name="f17" fmla="val 545116"/>
                  <a:gd name="f18" fmla="val 1450277"/>
                  <a:gd name="f19" fmla="val 659987"/>
                  <a:gd name="f20" fmla="val 1400747"/>
                  <a:gd name="f21" fmla="val 783622"/>
                  <a:gd name="f22" fmla="val 1377601"/>
                  <a:gd name="f23" fmla="val 906780"/>
                  <a:gd name="f24" fmla="val 1354455"/>
                  <a:gd name="f25" fmla="val 1048036"/>
                  <a:gd name="f26" fmla="val 1327976"/>
                  <a:gd name="f27" fmla="val 1189482"/>
                  <a:gd name="f28" fmla="val 1301972"/>
                  <a:gd name="f29" fmla="val 1332262"/>
                  <a:gd name="f30" fmla="val 1285304"/>
                  <a:gd name="f31" fmla="val 1452182"/>
                  <a:gd name="f32" fmla="val 1271302"/>
                  <a:gd name="f33" fmla="val 1573340"/>
                  <a:gd name="f34" fmla="val 1265873"/>
                  <a:gd name="f35" fmla="val 1691259"/>
                  <a:gd name="f36" fmla="val 1240060"/>
                  <a:gd name="f37" fmla="val 1800035"/>
                  <a:gd name="f38" fmla="val 1216247"/>
                  <a:gd name="f39" fmla="val 1904619"/>
                  <a:gd name="f40" fmla="val 1176718"/>
                  <a:gd name="f41" fmla="val 2010346"/>
                  <a:gd name="f42" fmla="val 1141667"/>
                  <a:gd name="f43" fmla="val 2136743"/>
                  <a:gd name="f44" fmla="val 1099661"/>
                  <a:gd name="f45" fmla="val 2265902"/>
                  <a:gd name="f46" fmla="val 1066229"/>
                  <a:gd name="f47" fmla="val 2393252"/>
                  <a:gd name="f48" fmla="val 1027271"/>
                  <a:gd name="f49" fmla="val 2457450"/>
                  <a:gd name="f50" fmla="val 1007650"/>
                  <a:gd name="f51" fmla="val 2521744"/>
                  <a:gd name="f52" fmla="val 987552"/>
                  <a:gd name="f53" fmla="val 2582037"/>
                  <a:gd name="f54" fmla="val 958120"/>
                  <a:gd name="f55" fmla="val 2648807"/>
                  <a:gd name="f56" fmla="val 925449"/>
                  <a:gd name="f57" fmla="val 2710815"/>
                  <a:gd name="f58" fmla="val 883349"/>
                  <a:gd name="f59" fmla="val 2760155"/>
                  <a:gd name="f60" fmla="val 827723"/>
                  <a:gd name="f61" fmla="val 2827496"/>
                  <a:gd name="f62" fmla="val 751904"/>
                  <a:gd name="f63" fmla="val 2867978"/>
                  <a:gd name="f64" fmla="val 657511"/>
                  <a:gd name="f65" fmla="val 2914364"/>
                  <a:gd name="f66" fmla="val 567023"/>
                  <a:gd name="f67" fmla="val 2972753"/>
                  <a:gd name="f68" fmla="val 453200"/>
                  <a:gd name="f69" fmla="val 3119152"/>
                  <a:gd name="f70" fmla="val 118015"/>
                  <a:gd name="f71" fmla="val 3168301"/>
                  <a:gd name="f72" fmla="+- 0 0 -90"/>
                  <a:gd name="f73" fmla="*/ f3 1 3168300"/>
                  <a:gd name="f74" fmla="*/ f4 1 1952434"/>
                  <a:gd name="f75" fmla="+- f7 0 f5"/>
                  <a:gd name="f76" fmla="+- f6 0 f5"/>
                  <a:gd name="f77" fmla="*/ f72 f0 1"/>
                  <a:gd name="f78" fmla="*/ f76 1 3168300"/>
                  <a:gd name="f79" fmla="*/ f75 1 1952434"/>
                  <a:gd name="f80" fmla="*/ 0 f76 1"/>
                  <a:gd name="f81" fmla="*/ 1952435 f75 1"/>
                  <a:gd name="f82" fmla="*/ 202121 f76 1"/>
                  <a:gd name="f83" fmla="*/ 1687068 f75 1"/>
                  <a:gd name="f84" fmla="*/ 545116 f76 1"/>
                  <a:gd name="f85" fmla="*/ 1450277 f75 1"/>
                  <a:gd name="f86" fmla="*/ 906780 f76 1"/>
                  <a:gd name="f87" fmla="*/ 1354455 f75 1"/>
                  <a:gd name="f88" fmla="*/ 1332262 f76 1"/>
                  <a:gd name="f89" fmla="*/ 1285304 f75 1"/>
                  <a:gd name="f90" fmla="*/ 1691259 f76 1"/>
                  <a:gd name="f91" fmla="*/ 1240060 f75 1"/>
                  <a:gd name="f92" fmla="*/ 2010346 f76 1"/>
                  <a:gd name="f93" fmla="*/ 1141667 f75 1"/>
                  <a:gd name="f94" fmla="*/ 2393252 f76 1"/>
                  <a:gd name="f95" fmla="*/ 1027271 f75 1"/>
                  <a:gd name="f96" fmla="*/ 2582037 f76 1"/>
                  <a:gd name="f97" fmla="*/ 958120 f75 1"/>
                  <a:gd name="f98" fmla="*/ 2760155 f76 1"/>
                  <a:gd name="f99" fmla="*/ 827723 f75 1"/>
                  <a:gd name="f100" fmla="*/ 2914364 f76 1"/>
                  <a:gd name="f101" fmla="*/ 567023 f75 1"/>
                  <a:gd name="f102" fmla="*/ 3168301 f76 1"/>
                  <a:gd name="f103" fmla="*/ 0 f75 1"/>
                  <a:gd name="f104" fmla="*/ f77 1 f2"/>
                  <a:gd name="f105" fmla="*/ f80 1 3168300"/>
                  <a:gd name="f106" fmla="*/ f81 1 1952434"/>
                  <a:gd name="f107" fmla="*/ f82 1 3168300"/>
                  <a:gd name="f108" fmla="*/ f83 1 1952434"/>
                  <a:gd name="f109" fmla="*/ f84 1 3168300"/>
                  <a:gd name="f110" fmla="*/ f85 1 1952434"/>
                  <a:gd name="f111" fmla="*/ f86 1 3168300"/>
                  <a:gd name="f112" fmla="*/ f87 1 1952434"/>
                  <a:gd name="f113" fmla="*/ f88 1 3168300"/>
                  <a:gd name="f114" fmla="*/ f89 1 1952434"/>
                  <a:gd name="f115" fmla="*/ f90 1 3168300"/>
                  <a:gd name="f116" fmla="*/ f91 1 1952434"/>
                  <a:gd name="f117" fmla="*/ f92 1 3168300"/>
                  <a:gd name="f118" fmla="*/ f93 1 1952434"/>
                  <a:gd name="f119" fmla="*/ f94 1 3168300"/>
                  <a:gd name="f120" fmla="*/ f95 1 1952434"/>
                  <a:gd name="f121" fmla="*/ f96 1 3168300"/>
                  <a:gd name="f122" fmla="*/ f97 1 1952434"/>
                  <a:gd name="f123" fmla="*/ f98 1 3168300"/>
                  <a:gd name="f124" fmla="*/ f99 1 1952434"/>
                  <a:gd name="f125" fmla="*/ f100 1 3168300"/>
                  <a:gd name="f126" fmla="*/ f101 1 1952434"/>
                  <a:gd name="f127" fmla="*/ f102 1 3168300"/>
                  <a:gd name="f128" fmla="*/ f103 1 1952434"/>
                  <a:gd name="f129" fmla="*/ f5 1 f78"/>
                  <a:gd name="f130" fmla="*/ f6 1 f78"/>
                  <a:gd name="f131" fmla="*/ f5 1 f79"/>
                  <a:gd name="f132" fmla="*/ f7 1 f79"/>
                  <a:gd name="f133" fmla="+- f104 0 f1"/>
                  <a:gd name="f134" fmla="*/ f105 1 f78"/>
                  <a:gd name="f135" fmla="*/ f106 1 f79"/>
                  <a:gd name="f136" fmla="*/ f107 1 f78"/>
                  <a:gd name="f137" fmla="*/ f108 1 f79"/>
                  <a:gd name="f138" fmla="*/ f109 1 f78"/>
                  <a:gd name="f139" fmla="*/ f110 1 f79"/>
                  <a:gd name="f140" fmla="*/ f111 1 f78"/>
                  <a:gd name="f141" fmla="*/ f112 1 f79"/>
                  <a:gd name="f142" fmla="*/ f113 1 f78"/>
                  <a:gd name="f143" fmla="*/ f114 1 f79"/>
                  <a:gd name="f144" fmla="*/ f115 1 f78"/>
                  <a:gd name="f145" fmla="*/ f116 1 f79"/>
                  <a:gd name="f146" fmla="*/ f117 1 f78"/>
                  <a:gd name="f147" fmla="*/ f118 1 f79"/>
                  <a:gd name="f148" fmla="*/ f119 1 f78"/>
                  <a:gd name="f149" fmla="*/ f120 1 f79"/>
                  <a:gd name="f150" fmla="*/ f121 1 f78"/>
                  <a:gd name="f151" fmla="*/ f122 1 f79"/>
                  <a:gd name="f152" fmla="*/ f123 1 f78"/>
                  <a:gd name="f153" fmla="*/ f124 1 f79"/>
                  <a:gd name="f154" fmla="*/ f125 1 f78"/>
                  <a:gd name="f155" fmla="*/ f126 1 f79"/>
                  <a:gd name="f156" fmla="*/ f127 1 f78"/>
                  <a:gd name="f157" fmla="*/ f128 1 f79"/>
                  <a:gd name="f158" fmla="*/ f129 f73 1"/>
                  <a:gd name="f159" fmla="*/ f130 f73 1"/>
                  <a:gd name="f160" fmla="*/ f132 f74 1"/>
                  <a:gd name="f161" fmla="*/ f131 f74 1"/>
                  <a:gd name="f162" fmla="*/ f134 f73 1"/>
                  <a:gd name="f163" fmla="*/ f135 f74 1"/>
                  <a:gd name="f164" fmla="*/ f136 f73 1"/>
                  <a:gd name="f165" fmla="*/ f137 f74 1"/>
                  <a:gd name="f166" fmla="*/ f138 f73 1"/>
                  <a:gd name="f167" fmla="*/ f139 f74 1"/>
                  <a:gd name="f168" fmla="*/ f140 f73 1"/>
                  <a:gd name="f169" fmla="*/ f141 f74 1"/>
                  <a:gd name="f170" fmla="*/ f142 f73 1"/>
                  <a:gd name="f171" fmla="*/ f143 f74 1"/>
                  <a:gd name="f172" fmla="*/ f144 f73 1"/>
                  <a:gd name="f173" fmla="*/ f145 f74 1"/>
                  <a:gd name="f174" fmla="*/ f146 f73 1"/>
                  <a:gd name="f175" fmla="*/ f147 f74 1"/>
                  <a:gd name="f176" fmla="*/ f148 f73 1"/>
                  <a:gd name="f177" fmla="*/ f149 f74 1"/>
                  <a:gd name="f178" fmla="*/ f150 f73 1"/>
                  <a:gd name="f179" fmla="*/ f151 f74 1"/>
                  <a:gd name="f180" fmla="*/ f152 f73 1"/>
                  <a:gd name="f181" fmla="*/ f153 f74 1"/>
                  <a:gd name="f182" fmla="*/ f154 f73 1"/>
                  <a:gd name="f183" fmla="*/ f155 f74 1"/>
                  <a:gd name="f184" fmla="*/ f156 f73 1"/>
                  <a:gd name="f185" fmla="*/ f157 f74 1"/>
                </a:gdLst>
                <a:ahLst/>
                <a:cxnLst>
                  <a:cxn ang="3cd4">
                    <a:pos x="hc" y="t"/>
                  </a:cxn>
                  <a:cxn ang="0">
                    <a:pos x="r" y="vc"/>
                  </a:cxn>
                  <a:cxn ang="cd4">
                    <a:pos x="hc" y="b"/>
                  </a:cxn>
                  <a:cxn ang="cd2">
                    <a:pos x="l" y="vc"/>
                  </a:cxn>
                  <a:cxn ang="f133">
                    <a:pos x="f162" y="f163"/>
                  </a:cxn>
                  <a:cxn ang="f133">
                    <a:pos x="f164" y="f165"/>
                  </a:cxn>
                  <a:cxn ang="f133">
                    <a:pos x="f166" y="f167"/>
                  </a:cxn>
                  <a:cxn ang="f133">
                    <a:pos x="f168" y="f169"/>
                  </a:cxn>
                  <a:cxn ang="f133">
                    <a:pos x="f170" y="f171"/>
                  </a:cxn>
                  <a:cxn ang="f133">
                    <a:pos x="f172" y="f173"/>
                  </a:cxn>
                  <a:cxn ang="f133">
                    <a:pos x="f174" y="f175"/>
                  </a:cxn>
                  <a:cxn ang="f133">
                    <a:pos x="f176" y="f177"/>
                  </a:cxn>
                  <a:cxn ang="f133">
                    <a:pos x="f178" y="f179"/>
                  </a:cxn>
                  <a:cxn ang="f133">
                    <a:pos x="f180" y="f181"/>
                  </a:cxn>
                  <a:cxn ang="f133">
                    <a:pos x="f182" y="f183"/>
                  </a:cxn>
                  <a:cxn ang="f133">
                    <a:pos x="f184" y="f185"/>
                  </a:cxn>
                </a:cxnLst>
                <a:rect l="f158" t="f161" r="f159" b="f160"/>
                <a:pathLst>
                  <a:path w="3168300" h="1952434">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35" y="f36"/>
                    </a:cubicBezTo>
                    <a:cubicBezTo>
                      <a:pt x="f37" y="f38"/>
                      <a:pt x="f39" y="f40"/>
                      <a:pt x="f41" y="f42"/>
                    </a:cubicBezTo>
                    <a:cubicBezTo>
                      <a:pt x="f43" y="f44"/>
                      <a:pt x="f45" y="f46"/>
                      <a:pt x="f47" y="f48"/>
                    </a:cubicBezTo>
                    <a:cubicBezTo>
                      <a:pt x="f49" y="f50"/>
                      <a:pt x="f51" y="f52"/>
                      <a:pt x="f53" y="f54"/>
                    </a:cubicBezTo>
                    <a:cubicBezTo>
                      <a:pt x="f55" y="f56"/>
                      <a:pt x="f57" y="f58"/>
                      <a:pt x="f59" y="f60"/>
                    </a:cubicBezTo>
                    <a:cubicBezTo>
                      <a:pt x="f61" y="f62"/>
                      <a:pt x="f63" y="f64"/>
                      <a:pt x="f65" y="f66"/>
                    </a:cubicBezTo>
                    <a:cubicBezTo>
                      <a:pt x="f67" y="f68"/>
                      <a:pt x="f69" y="f70"/>
                      <a:pt x="f71"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5" name="Freeform: Shape 33">
                <a:extLst>
                  <a:ext uri="{FF2B5EF4-FFF2-40B4-BE49-F238E27FC236}">
                    <a16:creationId xmlns:a16="http://schemas.microsoft.com/office/drawing/2014/main" id="{62EB181E-ABCB-4833-BA05-56AA78121860}"/>
                  </a:ext>
                </a:extLst>
              </p:cNvPr>
              <p:cNvSpPr/>
              <p:nvPr/>
            </p:nvSpPr>
            <p:spPr>
              <a:xfrm>
                <a:off x="9188339" y="4664253"/>
                <a:ext cx="2990508" cy="2191277"/>
              </a:xfrm>
              <a:custGeom>
                <a:avLst/>
                <a:gdLst>
                  <a:gd name="f0" fmla="val 10800000"/>
                  <a:gd name="f1" fmla="val 5400000"/>
                  <a:gd name="f2" fmla="val 180"/>
                  <a:gd name="f3" fmla="val w"/>
                  <a:gd name="f4" fmla="val h"/>
                  <a:gd name="f5" fmla="val 0"/>
                  <a:gd name="f6" fmla="val 3356800"/>
                  <a:gd name="f7" fmla="val 2452020"/>
                  <a:gd name="f8" fmla="val 2452021"/>
                  <a:gd name="f9" fmla="val 57150"/>
                  <a:gd name="f10" fmla="val 2344198"/>
                  <a:gd name="f11" fmla="val 130874"/>
                  <a:gd name="f12" fmla="val 2247710"/>
                  <a:gd name="f13" fmla="val 218694"/>
                  <a:gd name="f14" fmla="val 2132648"/>
                  <a:gd name="f15" fmla="val 328136"/>
                  <a:gd name="f16" fmla="val 2036635"/>
                  <a:gd name="f17" fmla="val 437197"/>
                  <a:gd name="f18" fmla="val 1941195"/>
                  <a:gd name="f19" fmla="val 529304"/>
                  <a:gd name="f20" fmla="val 1860709"/>
                  <a:gd name="f21" fmla="val 623030"/>
                  <a:gd name="f22" fmla="val 1779556"/>
                  <a:gd name="f23" fmla="val 737140"/>
                  <a:gd name="f24" fmla="val 1736884"/>
                  <a:gd name="f25" fmla="val 830866"/>
                  <a:gd name="f26" fmla="val 1701736"/>
                  <a:gd name="f27" fmla="val 932021"/>
                  <a:gd name="f28" fmla="val 1695450"/>
                  <a:gd name="f29" fmla="val 1031843"/>
                  <a:gd name="f30" fmla="val 1685068"/>
                  <a:gd name="f31" fmla="val 1117092"/>
                  <a:gd name="f32" fmla="val 1676210"/>
                  <a:gd name="f33" fmla="val 1202055"/>
                  <a:gd name="f34" fmla="val 1665160"/>
                  <a:gd name="f35" fmla="val 1287304"/>
                  <a:gd name="f36" fmla="val 1655826"/>
                  <a:gd name="f37" fmla="val 1348931"/>
                  <a:gd name="f38" fmla="val 1649063"/>
                  <a:gd name="f39" fmla="val 1410653"/>
                  <a:gd name="f40" fmla="val 1643539"/>
                  <a:gd name="f41" fmla="val 1471994"/>
                  <a:gd name="f42" fmla="val 1634300"/>
                  <a:gd name="f43" fmla="val 1618679"/>
                  <a:gd name="f44" fmla="val 1612011"/>
                  <a:gd name="f45" fmla="val 1761935"/>
                  <a:gd name="f46" fmla="val 1571149"/>
                  <a:gd name="f47" fmla="val 1898237"/>
                  <a:gd name="f48" fmla="val 1512665"/>
                  <a:gd name="f49" fmla="val 2010442"/>
                  <a:gd name="f50" fmla="val 1464564"/>
                  <a:gd name="f51" fmla="val 2117503"/>
                  <a:gd name="f52" fmla="val 1405128"/>
                  <a:gd name="f53" fmla="val 2229136"/>
                  <a:gd name="f54" fmla="val 1355598"/>
                  <a:gd name="f55" fmla="val 2322481"/>
                  <a:gd name="f56" fmla="val 1314164"/>
                  <a:gd name="f57" fmla="val 2418969"/>
                  <a:gd name="f58" fmla="val 1280160"/>
                  <a:gd name="f59" fmla="val 2512314"/>
                  <a:gd name="f60" fmla="val 1238631"/>
                  <a:gd name="f61" fmla="val 2599087"/>
                  <a:gd name="f62" fmla="val 1199960"/>
                  <a:gd name="f63" fmla="val 2683193"/>
                  <a:gd name="f64" fmla="val 1154811"/>
                  <a:gd name="f65" fmla="val 2758535"/>
                  <a:gd name="f66" fmla="val 1096994"/>
                  <a:gd name="f67" fmla="val 2825020"/>
                  <a:gd name="f68" fmla="val 1046035"/>
                  <a:gd name="f69" fmla="val 2883789"/>
                  <a:gd name="f70" fmla="val 985837"/>
                  <a:gd name="f71" fmla="val 2935510"/>
                  <a:gd name="f72" fmla="val 919925"/>
                  <a:gd name="f73" fmla="val 2992184"/>
                  <a:gd name="f74" fmla="val 847725"/>
                  <a:gd name="f75" fmla="val 3039904"/>
                  <a:gd name="f76" fmla="val 769144"/>
                  <a:gd name="f77" fmla="val 3081719"/>
                  <a:gd name="f78" fmla="val 687419"/>
                  <a:gd name="f79" fmla="val 3138297"/>
                  <a:gd name="f80" fmla="val 576739"/>
                  <a:gd name="f81" fmla="val 3314129"/>
                  <a:gd name="f82" fmla="val 116776"/>
                  <a:gd name="f83" fmla="+- 0 0 -90"/>
                  <a:gd name="f84" fmla="*/ f3 1 3356800"/>
                  <a:gd name="f85" fmla="*/ f4 1 2452020"/>
                  <a:gd name="f86" fmla="+- f7 0 f5"/>
                  <a:gd name="f87" fmla="+- f6 0 f5"/>
                  <a:gd name="f88" fmla="*/ f83 f0 1"/>
                  <a:gd name="f89" fmla="*/ f87 1 3356800"/>
                  <a:gd name="f90" fmla="*/ f86 1 2452020"/>
                  <a:gd name="f91" fmla="*/ 0 f87 1"/>
                  <a:gd name="f92" fmla="*/ 2452021 f86 1"/>
                  <a:gd name="f93" fmla="*/ 130874 f87 1"/>
                  <a:gd name="f94" fmla="*/ 2247710 f86 1"/>
                  <a:gd name="f95" fmla="*/ 437197 f87 1"/>
                  <a:gd name="f96" fmla="*/ 1941195 f86 1"/>
                  <a:gd name="f97" fmla="*/ 737140 f87 1"/>
                  <a:gd name="f98" fmla="*/ 1736884 f86 1"/>
                  <a:gd name="f99" fmla="*/ 1031843 f87 1"/>
                  <a:gd name="f100" fmla="*/ 1685068 f86 1"/>
                  <a:gd name="f101" fmla="*/ 1287304 f87 1"/>
                  <a:gd name="f102" fmla="*/ 1655826 f86 1"/>
                  <a:gd name="f103" fmla="*/ 1471994 f87 1"/>
                  <a:gd name="f104" fmla="*/ 1634300 f86 1"/>
                  <a:gd name="f105" fmla="*/ 1898237 f87 1"/>
                  <a:gd name="f106" fmla="*/ 1512665 f86 1"/>
                  <a:gd name="f107" fmla="*/ 2229136 f87 1"/>
                  <a:gd name="f108" fmla="*/ 1355598 f86 1"/>
                  <a:gd name="f109" fmla="*/ 2512314 f87 1"/>
                  <a:gd name="f110" fmla="*/ 1238631 f86 1"/>
                  <a:gd name="f111" fmla="*/ 2758535 f87 1"/>
                  <a:gd name="f112" fmla="*/ 1096994 f86 1"/>
                  <a:gd name="f113" fmla="*/ 2935510 f87 1"/>
                  <a:gd name="f114" fmla="*/ 919925 f86 1"/>
                  <a:gd name="f115" fmla="*/ 3081719 f87 1"/>
                  <a:gd name="f116" fmla="*/ 687419 f86 1"/>
                  <a:gd name="f117" fmla="*/ 3356800 f87 1"/>
                  <a:gd name="f118" fmla="*/ 0 f86 1"/>
                  <a:gd name="f119" fmla="*/ f88 1 f2"/>
                  <a:gd name="f120" fmla="*/ f91 1 3356800"/>
                  <a:gd name="f121" fmla="*/ f92 1 2452020"/>
                  <a:gd name="f122" fmla="*/ f93 1 3356800"/>
                  <a:gd name="f123" fmla="*/ f94 1 2452020"/>
                  <a:gd name="f124" fmla="*/ f95 1 3356800"/>
                  <a:gd name="f125" fmla="*/ f96 1 2452020"/>
                  <a:gd name="f126" fmla="*/ f97 1 3356800"/>
                  <a:gd name="f127" fmla="*/ f98 1 2452020"/>
                  <a:gd name="f128" fmla="*/ f99 1 3356800"/>
                  <a:gd name="f129" fmla="*/ f100 1 2452020"/>
                  <a:gd name="f130" fmla="*/ f101 1 3356800"/>
                  <a:gd name="f131" fmla="*/ f102 1 2452020"/>
                  <a:gd name="f132" fmla="*/ f103 1 3356800"/>
                  <a:gd name="f133" fmla="*/ f104 1 2452020"/>
                  <a:gd name="f134" fmla="*/ f105 1 3356800"/>
                  <a:gd name="f135" fmla="*/ f106 1 2452020"/>
                  <a:gd name="f136" fmla="*/ f107 1 3356800"/>
                  <a:gd name="f137" fmla="*/ f108 1 2452020"/>
                  <a:gd name="f138" fmla="*/ f109 1 3356800"/>
                  <a:gd name="f139" fmla="*/ f110 1 2452020"/>
                  <a:gd name="f140" fmla="*/ f111 1 3356800"/>
                  <a:gd name="f141" fmla="*/ f112 1 2452020"/>
                  <a:gd name="f142" fmla="*/ f113 1 3356800"/>
                  <a:gd name="f143" fmla="*/ f114 1 2452020"/>
                  <a:gd name="f144" fmla="*/ f115 1 3356800"/>
                  <a:gd name="f145" fmla="*/ f116 1 2452020"/>
                  <a:gd name="f146" fmla="*/ f117 1 3356800"/>
                  <a:gd name="f147" fmla="*/ f118 1 2452020"/>
                  <a:gd name="f148" fmla="*/ f5 1 f89"/>
                  <a:gd name="f149" fmla="*/ f6 1 f89"/>
                  <a:gd name="f150" fmla="*/ f5 1 f90"/>
                  <a:gd name="f151" fmla="*/ f7 1 f90"/>
                  <a:gd name="f152" fmla="+- f119 0 f1"/>
                  <a:gd name="f153" fmla="*/ f120 1 f89"/>
                  <a:gd name="f154" fmla="*/ f121 1 f90"/>
                  <a:gd name="f155" fmla="*/ f122 1 f89"/>
                  <a:gd name="f156" fmla="*/ f123 1 f90"/>
                  <a:gd name="f157" fmla="*/ f124 1 f89"/>
                  <a:gd name="f158" fmla="*/ f125 1 f90"/>
                  <a:gd name="f159" fmla="*/ f126 1 f89"/>
                  <a:gd name="f160" fmla="*/ f127 1 f90"/>
                  <a:gd name="f161" fmla="*/ f128 1 f89"/>
                  <a:gd name="f162" fmla="*/ f129 1 f90"/>
                  <a:gd name="f163" fmla="*/ f130 1 f89"/>
                  <a:gd name="f164" fmla="*/ f131 1 f90"/>
                  <a:gd name="f165" fmla="*/ f132 1 f89"/>
                  <a:gd name="f166" fmla="*/ f133 1 f90"/>
                  <a:gd name="f167" fmla="*/ f134 1 f89"/>
                  <a:gd name="f168" fmla="*/ f135 1 f90"/>
                  <a:gd name="f169" fmla="*/ f136 1 f89"/>
                  <a:gd name="f170" fmla="*/ f137 1 f90"/>
                  <a:gd name="f171" fmla="*/ f138 1 f89"/>
                  <a:gd name="f172" fmla="*/ f139 1 f90"/>
                  <a:gd name="f173" fmla="*/ f140 1 f89"/>
                  <a:gd name="f174" fmla="*/ f141 1 f90"/>
                  <a:gd name="f175" fmla="*/ f142 1 f89"/>
                  <a:gd name="f176" fmla="*/ f143 1 f90"/>
                  <a:gd name="f177" fmla="*/ f144 1 f89"/>
                  <a:gd name="f178" fmla="*/ f145 1 f90"/>
                  <a:gd name="f179" fmla="*/ f146 1 f89"/>
                  <a:gd name="f180" fmla="*/ f147 1 f90"/>
                  <a:gd name="f181" fmla="*/ f148 f84 1"/>
                  <a:gd name="f182" fmla="*/ f149 f84 1"/>
                  <a:gd name="f183" fmla="*/ f151 f85 1"/>
                  <a:gd name="f184" fmla="*/ f150 f85 1"/>
                  <a:gd name="f185" fmla="*/ f153 f84 1"/>
                  <a:gd name="f186" fmla="*/ f154 f85 1"/>
                  <a:gd name="f187" fmla="*/ f155 f84 1"/>
                  <a:gd name="f188" fmla="*/ f156 f85 1"/>
                  <a:gd name="f189" fmla="*/ f157 f84 1"/>
                  <a:gd name="f190" fmla="*/ f158 f85 1"/>
                  <a:gd name="f191" fmla="*/ f159 f84 1"/>
                  <a:gd name="f192" fmla="*/ f160 f85 1"/>
                  <a:gd name="f193" fmla="*/ f161 f84 1"/>
                  <a:gd name="f194" fmla="*/ f162 f85 1"/>
                  <a:gd name="f195" fmla="*/ f163 f84 1"/>
                  <a:gd name="f196" fmla="*/ f164 f85 1"/>
                  <a:gd name="f197" fmla="*/ f165 f84 1"/>
                  <a:gd name="f198" fmla="*/ f166 f85 1"/>
                  <a:gd name="f199" fmla="*/ f167 f84 1"/>
                  <a:gd name="f200" fmla="*/ f168 f85 1"/>
                  <a:gd name="f201" fmla="*/ f169 f84 1"/>
                  <a:gd name="f202" fmla="*/ f170 f85 1"/>
                  <a:gd name="f203" fmla="*/ f171 f84 1"/>
                  <a:gd name="f204" fmla="*/ f172 f85 1"/>
                  <a:gd name="f205" fmla="*/ f173 f84 1"/>
                  <a:gd name="f206" fmla="*/ f174 f85 1"/>
                  <a:gd name="f207" fmla="*/ f175 f84 1"/>
                  <a:gd name="f208" fmla="*/ f176 f85 1"/>
                  <a:gd name="f209" fmla="*/ f177 f84 1"/>
                  <a:gd name="f210" fmla="*/ f178 f85 1"/>
                  <a:gd name="f211" fmla="*/ f179 f84 1"/>
                  <a:gd name="f212" fmla="*/ f180 f85 1"/>
                </a:gdLst>
                <a:ahLst/>
                <a:cxnLst>
                  <a:cxn ang="3cd4">
                    <a:pos x="hc" y="t"/>
                  </a:cxn>
                  <a:cxn ang="0">
                    <a:pos x="r" y="vc"/>
                  </a:cxn>
                  <a:cxn ang="cd4">
                    <a:pos x="hc" y="b"/>
                  </a:cxn>
                  <a:cxn ang="cd2">
                    <a:pos x="l" y="vc"/>
                  </a:cxn>
                  <a:cxn ang="f152">
                    <a:pos x="f185" y="f186"/>
                  </a:cxn>
                  <a:cxn ang="f152">
                    <a:pos x="f187" y="f188"/>
                  </a:cxn>
                  <a:cxn ang="f152">
                    <a:pos x="f189" y="f190"/>
                  </a:cxn>
                  <a:cxn ang="f152">
                    <a:pos x="f191" y="f192"/>
                  </a:cxn>
                  <a:cxn ang="f152">
                    <a:pos x="f193" y="f194"/>
                  </a:cxn>
                  <a:cxn ang="f152">
                    <a:pos x="f195" y="f196"/>
                  </a:cxn>
                  <a:cxn ang="f152">
                    <a:pos x="f197" y="f198"/>
                  </a:cxn>
                  <a:cxn ang="f152">
                    <a:pos x="f199" y="f200"/>
                  </a:cxn>
                  <a:cxn ang="f152">
                    <a:pos x="f201" y="f202"/>
                  </a:cxn>
                  <a:cxn ang="f152">
                    <a:pos x="f203" y="f204"/>
                  </a:cxn>
                  <a:cxn ang="f152">
                    <a:pos x="f205" y="f206"/>
                  </a:cxn>
                  <a:cxn ang="f152">
                    <a:pos x="f207" y="f208"/>
                  </a:cxn>
                  <a:cxn ang="f152">
                    <a:pos x="f209" y="f210"/>
                  </a:cxn>
                  <a:cxn ang="f152">
                    <a:pos x="f211" y="f212"/>
                  </a:cxn>
                </a:cxnLst>
                <a:rect l="f181" t="f184" r="f182" b="f183"/>
                <a:pathLst>
                  <a:path w="3356800" h="2452020">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35" y="f36"/>
                    </a:cubicBezTo>
                    <a:cubicBezTo>
                      <a:pt x="f37" y="f38"/>
                      <a:pt x="f39" y="f40"/>
                      <a:pt x="f41" y="f42"/>
                    </a:cubicBezTo>
                    <a:cubicBezTo>
                      <a:pt x="f43" y="f44"/>
                      <a:pt x="f45" y="f46"/>
                      <a:pt x="f47" y="f48"/>
                    </a:cubicBezTo>
                    <a:cubicBezTo>
                      <a:pt x="f49" y="f50"/>
                      <a:pt x="f51" y="f52"/>
                      <a:pt x="f53" y="f54"/>
                    </a:cubicBezTo>
                    <a:cubicBezTo>
                      <a:pt x="f55" y="f56"/>
                      <a:pt x="f57" y="f58"/>
                      <a:pt x="f59" y="f60"/>
                    </a:cubicBezTo>
                    <a:cubicBezTo>
                      <a:pt x="f61" y="f62"/>
                      <a:pt x="f63" y="f64"/>
                      <a:pt x="f65" y="f66"/>
                    </a:cubicBezTo>
                    <a:cubicBezTo>
                      <a:pt x="f67" y="f68"/>
                      <a:pt x="f69" y="f70"/>
                      <a:pt x="f71" y="f72"/>
                    </a:cubicBezTo>
                    <a:cubicBezTo>
                      <a:pt x="f73" y="f74"/>
                      <a:pt x="f75" y="f76"/>
                      <a:pt x="f77" y="f78"/>
                    </a:cubicBezTo>
                    <a:cubicBezTo>
                      <a:pt x="f79" y="f80"/>
                      <a:pt x="f81" y="f82"/>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sp>
          <p:nvSpPr>
            <p:cNvPr id="26" name="Freeform: Shape 26">
              <a:extLst>
                <a:ext uri="{FF2B5EF4-FFF2-40B4-BE49-F238E27FC236}">
                  <a16:creationId xmlns:a16="http://schemas.microsoft.com/office/drawing/2014/main" id="{1F91A994-F46F-49E4-B93D-1166563E6CB8}"/>
                </a:ext>
              </a:extLst>
            </p:cNvPr>
            <p:cNvSpPr/>
            <p:nvPr/>
          </p:nvSpPr>
          <p:spPr>
            <a:xfrm>
              <a:off x="7980398" y="5197175"/>
              <a:ext cx="4211598" cy="1660824"/>
            </a:xfrm>
            <a:custGeom>
              <a:avLst/>
              <a:gdLst>
                <a:gd name="f0" fmla="val 10800000"/>
                <a:gd name="f1" fmla="val 5400000"/>
                <a:gd name="f2" fmla="val 180"/>
                <a:gd name="f3" fmla="val w"/>
                <a:gd name="f4" fmla="val h"/>
                <a:gd name="f5" fmla="val 0"/>
                <a:gd name="f6" fmla="val 4211600"/>
                <a:gd name="f7" fmla="val 1660822"/>
                <a:gd name="f8" fmla="val 58430"/>
                <a:gd name="f9" fmla="val 4136524"/>
                <a:gd name="f10" fmla="val 208808"/>
                <a:gd name="f11" fmla="val 4089791"/>
                <a:gd name="f12" fmla="val 287770"/>
                <a:gd name="f13" fmla="val 4030588"/>
                <a:gd name="f14" fmla="val 363780"/>
                <a:gd name="f15" fmla="val 3973354"/>
                <a:gd name="f16" fmla="val 437313"/>
                <a:gd name="f17" fmla="val 3943819"/>
                <a:gd name="f18" fmla="val 475222"/>
                <a:gd name="f19" fmla="val 3913231"/>
                <a:gd name="f20" fmla="val 514465"/>
                <a:gd name="f21" fmla="val 3884746"/>
                <a:gd name="f22" fmla="val 553613"/>
                <a:gd name="f23" fmla="val 3872801"/>
                <a:gd name="f24" fmla="val 569996"/>
                <a:gd name="f25" fmla="val 3861119"/>
                <a:gd name="f26" fmla="val 586569"/>
                <a:gd name="f27" fmla="val 3849435"/>
                <a:gd name="f28" fmla="val 603143"/>
                <a:gd name="f29" fmla="val 3796665"/>
                <a:gd name="f30" fmla="val 678009"/>
                <a:gd name="f31" fmla="val 3742187"/>
                <a:gd name="f32" fmla="val 755352"/>
                <a:gd name="f33" fmla="val 3661849"/>
                <a:gd name="f34" fmla="val 819075"/>
                <a:gd name="f35" fmla="val 3596214"/>
                <a:gd name="f36" fmla="val 871176"/>
                <a:gd name="f37" fmla="val 3509050"/>
                <a:gd name="f38" fmla="val 916230"/>
                <a:gd name="f39" fmla="val 3402589"/>
                <a:gd name="f40" fmla="val 952996"/>
                <a:gd name="f41" fmla="val 3312406"/>
                <a:gd name="f42" fmla="val 984048"/>
                <a:gd name="f43" fmla="val 3215660"/>
                <a:gd name="f44" fmla="val 1005003"/>
                <a:gd name="f45" fmla="val 3130202"/>
                <a:gd name="f46" fmla="val 1023386"/>
                <a:gd name="f47" fmla="val 3058529"/>
                <a:gd name="f48" fmla="val 1038816"/>
                <a:gd name="f49" fmla="val 2985412"/>
                <a:gd name="f50" fmla="val 1053675"/>
                <a:gd name="f51" fmla="val 2914657"/>
                <a:gd name="f52" fmla="val 1068058"/>
                <a:gd name="f53" fmla="val 2805176"/>
                <a:gd name="f54" fmla="val 1090251"/>
                <a:gd name="f55" fmla="val 2692021"/>
                <a:gd name="f56" fmla="val 1113207"/>
                <a:gd name="f57" fmla="val 2582149"/>
                <a:gd name="f58" fmla="val 1138924"/>
                <a:gd name="f59" fmla="val 2549330"/>
                <a:gd name="f60" fmla="val 1146639"/>
                <a:gd name="f61" fmla="val 2516644"/>
                <a:gd name="f62" fmla="val 1154450"/>
                <a:gd name="f63" fmla="val 2483958"/>
                <a:gd name="f64" fmla="val 1162356"/>
                <a:gd name="f65" fmla="val 2367257"/>
                <a:gd name="f66" fmla="val 1190550"/>
                <a:gd name="f67" fmla="val 2246621"/>
                <a:gd name="f68" fmla="val 1219601"/>
                <a:gd name="f69" fmla="val 2123750"/>
                <a:gd name="f70" fmla="val 1238651"/>
                <a:gd name="f71" fmla="val 2004294"/>
                <a:gd name="f72" fmla="val 1257129"/>
                <a:gd name="f73" fmla="val 1880769"/>
                <a:gd name="f74" fmla="val 1265416"/>
                <a:gd name="f75" fmla="val 1761444"/>
                <a:gd name="f76" fmla="val 1273417"/>
                <a:gd name="f77" fmla="val 1711167"/>
                <a:gd name="f78" fmla="val 1276751"/>
                <a:gd name="f79" fmla="val 1659184"/>
                <a:gd name="f80" fmla="val 1280275"/>
                <a:gd name="f81" fmla="val 1608382"/>
                <a:gd name="f82" fmla="val 1284466"/>
                <a:gd name="f83" fmla="val 1408589"/>
                <a:gd name="f84" fmla="val 1300944"/>
                <a:gd name="f85" fmla="val 1214570"/>
                <a:gd name="f86" fmla="val 1325805"/>
                <a:gd name="f87" fmla="val 999942"/>
                <a:gd name="f88" fmla="val 1354284"/>
                <a:gd name="f89" fmla="val 826403"/>
                <a:gd name="f90" fmla="val 1377240"/>
                <a:gd name="f91" fmla="val 647744"/>
                <a:gd name="f92" fmla="val 1400957"/>
                <a:gd name="f93" fmla="val 484705"/>
                <a:gd name="f94" fmla="val 1450487"/>
                <a:gd name="f95" fmla="val 355831"/>
                <a:gd name="f96" fmla="val 1489635"/>
                <a:gd name="f97" fmla="val 231387"/>
                <a:gd name="f98" fmla="val 1544374"/>
                <a:gd name="f99" fmla="val 113310"/>
                <a:gd name="f100" fmla="val 1613700"/>
                <a:gd name="f101" fmla="val 39668"/>
                <a:gd name="f102" fmla="val 96701"/>
                <a:gd name="f103" fmla="val 1598934"/>
                <a:gd name="f104" fmla="val 216635"/>
                <a:gd name="f105" fmla="val 1528533"/>
                <a:gd name="f106" fmla="val 343196"/>
                <a:gd name="f107" fmla="val 1472919"/>
                <a:gd name="f108" fmla="val 474335"/>
                <a:gd name="f109" fmla="val 1433056"/>
                <a:gd name="f110" fmla="val 639999"/>
                <a:gd name="f111" fmla="val 1382669"/>
                <a:gd name="f112" fmla="val 820102"/>
                <a:gd name="f113" fmla="val 1358856"/>
                <a:gd name="f114" fmla="val 994299"/>
                <a:gd name="f115" fmla="val 1335806"/>
                <a:gd name="f116" fmla="val 1210239"/>
                <a:gd name="f117" fmla="val 1307231"/>
                <a:gd name="f118" fmla="val 1404650"/>
                <a:gd name="f119" fmla="val 1282275"/>
                <a:gd name="f120" fmla="val 1605231"/>
                <a:gd name="f121" fmla="val 1265702"/>
                <a:gd name="f122" fmla="val 1656428"/>
                <a:gd name="f123" fmla="val 1261511"/>
                <a:gd name="f124" fmla="val 1708411"/>
                <a:gd name="f125" fmla="val 1257987"/>
                <a:gd name="f126" fmla="val 1758819"/>
                <a:gd name="f127" fmla="val 1254558"/>
                <a:gd name="f128" fmla="val 1877487"/>
                <a:gd name="f129" fmla="val 1246557"/>
                <a:gd name="f130" fmla="val 2000094"/>
                <a:gd name="f131" fmla="val 1238365"/>
                <a:gd name="f132" fmla="val 2118106"/>
                <a:gd name="f133" fmla="val 1220077"/>
                <a:gd name="f134" fmla="val 2239531"/>
                <a:gd name="f135" fmla="val 1201313"/>
                <a:gd name="f136" fmla="val 2359513"/>
                <a:gd name="f137" fmla="val 1172357"/>
                <a:gd name="f138" fmla="val 2475557"/>
                <a:gd name="f139" fmla="val 1144353"/>
                <a:gd name="f140" fmla="val 2508243"/>
                <a:gd name="f141" fmla="val 1136448"/>
                <a:gd name="f142" fmla="val 2541060"/>
                <a:gd name="f143" fmla="val 1128542"/>
                <a:gd name="f144" fmla="val 2573878"/>
                <a:gd name="f145" fmla="val 1120827"/>
                <a:gd name="f146" fmla="val 2684276"/>
                <a:gd name="f147" fmla="val 1094919"/>
                <a:gd name="f148" fmla="val 2797694"/>
                <a:gd name="f149" fmla="val 1071963"/>
                <a:gd name="f150" fmla="val 2907437"/>
                <a:gd name="f151" fmla="val 1049675"/>
                <a:gd name="f152" fmla="val 2978061"/>
                <a:gd name="f153" fmla="val 1035387"/>
                <a:gd name="f154" fmla="val 3051178"/>
                <a:gd name="f155" fmla="val 1020528"/>
                <a:gd name="f156" fmla="val 3122589"/>
                <a:gd name="f157" fmla="val 1005098"/>
                <a:gd name="f158" fmla="val 3206997"/>
                <a:gd name="f159" fmla="val 986810"/>
                <a:gd name="f160" fmla="val 3302823"/>
                <a:gd name="f161" fmla="val 966141"/>
                <a:gd name="f162" fmla="val 3391169"/>
                <a:gd name="f163" fmla="val 935756"/>
                <a:gd name="f164" fmla="val 3494479"/>
                <a:gd name="f165" fmla="val 900132"/>
                <a:gd name="f166" fmla="val 3578886"/>
                <a:gd name="f167" fmla="val 856508"/>
                <a:gd name="f168" fmla="val 3642290"/>
                <a:gd name="f169" fmla="val 806216"/>
                <a:gd name="f170" fmla="val 3720133"/>
                <a:gd name="f171" fmla="val 744303"/>
                <a:gd name="f172" fmla="val 3773953"/>
                <a:gd name="f173" fmla="val 668103"/>
                <a:gd name="f174" fmla="val 3825937"/>
                <a:gd name="f175" fmla="val 594475"/>
                <a:gd name="f176" fmla="val 3837621"/>
                <a:gd name="f177" fmla="val 577902"/>
                <a:gd name="f178" fmla="val 561233"/>
                <a:gd name="f179" fmla="val 3861381"/>
                <a:gd name="f180" fmla="val 544755"/>
                <a:gd name="f181" fmla="val 3889997"/>
                <a:gd name="f182" fmla="val 505416"/>
                <a:gd name="f183" fmla="val 3920715"/>
                <a:gd name="f184" fmla="val 465983"/>
                <a:gd name="f185" fmla="val 3950381"/>
                <a:gd name="f186" fmla="val 427978"/>
                <a:gd name="f187" fmla="val 4007353"/>
                <a:gd name="f188" fmla="val 354921"/>
                <a:gd name="f189" fmla="val 4066163"/>
                <a:gd name="f190" fmla="val 279388"/>
                <a:gd name="f191" fmla="val 4112370"/>
                <a:gd name="f192" fmla="val 201378"/>
                <a:gd name="f193" fmla="val 4144662"/>
                <a:gd name="f194" fmla="val 146800"/>
                <a:gd name="f195" fmla="val 4170785"/>
                <a:gd name="f196" fmla="val 89364"/>
                <a:gd name="f197" fmla="val 4195989"/>
                <a:gd name="f198" fmla="val 33834"/>
                <a:gd name="f199" fmla="+- 0 0 -90"/>
                <a:gd name="f200" fmla="*/ f3 1 4211600"/>
                <a:gd name="f201" fmla="*/ f4 1 1660822"/>
                <a:gd name="f202" fmla="+- f7 0 f5"/>
                <a:gd name="f203" fmla="+- f6 0 f5"/>
                <a:gd name="f204" fmla="*/ f199 f0 1"/>
                <a:gd name="f205" fmla="*/ f203 1 4211600"/>
                <a:gd name="f206" fmla="*/ f202 1 1660822"/>
                <a:gd name="f207" fmla="*/ 4211600 f203 1"/>
                <a:gd name="f208" fmla="*/ 0 f202 1"/>
                <a:gd name="f209" fmla="*/ 58430 f202 1"/>
                <a:gd name="f210" fmla="*/ 4136524 f203 1"/>
                <a:gd name="f211" fmla="*/ 208808 f202 1"/>
                <a:gd name="f212" fmla="*/ 3973354 f203 1"/>
                <a:gd name="f213" fmla="*/ 437313 f202 1"/>
                <a:gd name="f214" fmla="*/ 3884746 f203 1"/>
                <a:gd name="f215" fmla="*/ 553613 f202 1"/>
                <a:gd name="f216" fmla="*/ 3849435 f203 1"/>
                <a:gd name="f217" fmla="*/ 603143 f202 1"/>
                <a:gd name="f218" fmla="*/ 3661849 f203 1"/>
                <a:gd name="f219" fmla="*/ 819075 f202 1"/>
                <a:gd name="f220" fmla="*/ 3402589 f203 1"/>
                <a:gd name="f221" fmla="*/ 952996 f202 1"/>
                <a:gd name="f222" fmla="*/ 3130202 f203 1"/>
                <a:gd name="f223" fmla="*/ 1023386 f202 1"/>
                <a:gd name="f224" fmla="*/ 2914657 f203 1"/>
                <a:gd name="f225" fmla="*/ 1068058 f202 1"/>
                <a:gd name="f226" fmla="*/ 2582149 f203 1"/>
                <a:gd name="f227" fmla="*/ 1138924 f202 1"/>
                <a:gd name="f228" fmla="*/ 2483958 f203 1"/>
                <a:gd name="f229" fmla="*/ 1162356 f202 1"/>
                <a:gd name="f230" fmla="*/ 2123750 f203 1"/>
                <a:gd name="f231" fmla="*/ 1238651 f202 1"/>
                <a:gd name="f232" fmla="*/ 1761444 f203 1"/>
                <a:gd name="f233" fmla="*/ 1273417 f202 1"/>
                <a:gd name="f234" fmla="*/ 1608382 f203 1"/>
                <a:gd name="f235" fmla="*/ 1284466 f202 1"/>
                <a:gd name="f236" fmla="*/ 999942 f203 1"/>
                <a:gd name="f237" fmla="*/ 1354284 f202 1"/>
                <a:gd name="f238" fmla="*/ 484705 f203 1"/>
                <a:gd name="f239" fmla="*/ 1450487 f202 1"/>
                <a:gd name="f240" fmla="*/ 113310 f203 1"/>
                <a:gd name="f241" fmla="*/ 1613700 f202 1"/>
                <a:gd name="f242" fmla="*/ 39668 f203 1"/>
                <a:gd name="f243" fmla="*/ 1660822 f202 1"/>
                <a:gd name="f244" fmla="*/ 0 f203 1"/>
                <a:gd name="f245" fmla="*/ 96701 f203 1"/>
                <a:gd name="f246" fmla="*/ 1598934 f202 1"/>
                <a:gd name="f247" fmla="*/ 474335 f203 1"/>
                <a:gd name="f248" fmla="*/ 1433056 f202 1"/>
                <a:gd name="f249" fmla="*/ 994299 f203 1"/>
                <a:gd name="f250" fmla="*/ 1335806 f202 1"/>
                <a:gd name="f251" fmla="*/ 1605231 f203 1"/>
                <a:gd name="f252" fmla="*/ 1265702 f202 1"/>
                <a:gd name="f253" fmla="*/ 1758819 f203 1"/>
                <a:gd name="f254" fmla="*/ 1254558 f202 1"/>
                <a:gd name="f255" fmla="*/ 2118106 f203 1"/>
                <a:gd name="f256" fmla="*/ 1220077 f202 1"/>
                <a:gd name="f257" fmla="*/ 2475557 f203 1"/>
                <a:gd name="f258" fmla="*/ 1144353 f202 1"/>
                <a:gd name="f259" fmla="*/ 2573878 f203 1"/>
                <a:gd name="f260" fmla="*/ 1120827 f202 1"/>
                <a:gd name="f261" fmla="*/ 2907437 f203 1"/>
                <a:gd name="f262" fmla="*/ 1049675 f202 1"/>
                <a:gd name="f263" fmla="*/ 3122589 f203 1"/>
                <a:gd name="f264" fmla="*/ 1005098 f202 1"/>
                <a:gd name="f265" fmla="*/ 3391169 f203 1"/>
                <a:gd name="f266" fmla="*/ 935756 f202 1"/>
                <a:gd name="f267" fmla="*/ 3642290 f203 1"/>
                <a:gd name="f268" fmla="*/ 806216 f202 1"/>
                <a:gd name="f269" fmla="*/ 3825937 f203 1"/>
                <a:gd name="f270" fmla="*/ 594475 f202 1"/>
                <a:gd name="f271" fmla="*/ 3861381 f203 1"/>
                <a:gd name="f272" fmla="*/ 544755 f202 1"/>
                <a:gd name="f273" fmla="*/ 3950381 f203 1"/>
                <a:gd name="f274" fmla="*/ 427978 f202 1"/>
                <a:gd name="f275" fmla="*/ 4112370 f203 1"/>
                <a:gd name="f276" fmla="*/ 201378 f202 1"/>
                <a:gd name="f277" fmla="*/ 4195989 f203 1"/>
                <a:gd name="f278" fmla="*/ 33834 f202 1"/>
                <a:gd name="f279" fmla="*/ f204 1 f2"/>
                <a:gd name="f280" fmla="*/ f207 1 4211600"/>
                <a:gd name="f281" fmla="*/ f208 1 1660822"/>
                <a:gd name="f282" fmla="*/ f209 1 1660822"/>
                <a:gd name="f283" fmla="*/ f210 1 4211600"/>
                <a:gd name="f284" fmla="*/ f211 1 1660822"/>
                <a:gd name="f285" fmla="*/ f212 1 4211600"/>
                <a:gd name="f286" fmla="*/ f213 1 1660822"/>
                <a:gd name="f287" fmla="*/ f214 1 4211600"/>
                <a:gd name="f288" fmla="*/ f215 1 1660822"/>
                <a:gd name="f289" fmla="*/ f216 1 4211600"/>
                <a:gd name="f290" fmla="*/ f217 1 1660822"/>
                <a:gd name="f291" fmla="*/ f218 1 4211600"/>
                <a:gd name="f292" fmla="*/ f219 1 1660822"/>
                <a:gd name="f293" fmla="*/ f220 1 4211600"/>
                <a:gd name="f294" fmla="*/ f221 1 1660822"/>
                <a:gd name="f295" fmla="*/ f222 1 4211600"/>
                <a:gd name="f296" fmla="*/ f223 1 1660822"/>
                <a:gd name="f297" fmla="*/ f224 1 4211600"/>
                <a:gd name="f298" fmla="*/ f225 1 1660822"/>
                <a:gd name="f299" fmla="*/ f226 1 4211600"/>
                <a:gd name="f300" fmla="*/ f227 1 1660822"/>
                <a:gd name="f301" fmla="*/ f228 1 4211600"/>
                <a:gd name="f302" fmla="*/ f229 1 1660822"/>
                <a:gd name="f303" fmla="*/ f230 1 4211600"/>
                <a:gd name="f304" fmla="*/ f231 1 1660822"/>
                <a:gd name="f305" fmla="*/ f232 1 4211600"/>
                <a:gd name="f306" fmla="*/ f233 1 1660822"/>
                <a:gd name="f307" fmla="*/ f234 1 4211600"/>
                <a:gd name="f308" fmla="*/ f235 1 1660822"/>
                <a:gd name="f309" fmla="*/ f236 1 4211600"/>
                <a:gd name="f310" fmla="*/ f237 1 1660822"/>
                <a:gd name="f311" fmla="*/ f238 1 4211600"/>
                <a:gd name="f312" fmla="*/ f239 1 1660822"/>
                <a:gd name="f313" fmla="*/ f240 1 4211600"/>
                <a:gd name="f314" fmla="*/ f241 1 1660822"/>
                <a:gd name="f315" fmla="*/ f242 1 4211600"/>
                <a:gd name="f316" fmla="*/ f243 1 1660822"/>
                <a:gd name="f317" fmla="*/ f244 1 4211600"/>
                <a:gd name="f318" fmla="*/ f245 1 4211600"/>
                <a:gd name="f319" fmla="*/ f246 1 1660822"/>
                <a:gd name="f320" fmla="*/ f247 1 4211600"/>
                <a:gd name="f321" fmla="*/ f248 1 1660822"/>
                <a:gd name="f322" fmla="*/ f249 1 4211600"/>
                <a:gd name="f323" fmla="*/ f250 1 1660822"/>
                <a:gd name="f324" fmla="*/ f251 1 4211600"/>
                <a:gd name="f325" fmla="*/ f252 1 1660822"/>
                <a:gd name="f326" fmla="*/ f253 1 4211600"/>
                <a:gd name="f327" fmla="*/ f254 1 1660822"/>
                <a:gd name="f328" fmla="*/ f255 1 4211600"/>
                <a:gd name="f329" fmla="*/ f256 1 1660822"/>
                <a:gd name="f330" fmla="*/ f257 1 4211600"/>
                <a:gd name="f331" fmla="*/ f258 1 1660822"/>
                <a:gd name="f332" fmla="*/ f259 1 4211600"/>
                <a:gd name="f333" fmla="*/ f260 1 1660822"/>
                <a:gd name="f334" fmla="*/ f261 1 4211600"/>
                <a:gd name="f335" fmla="*/ f262 1 1660822"/>
                <a:gd name="f336" fmla="*/ f263 1 4211600"/>
                <a:gd name="f337" fmla="*/ f264 1 1660822"/>
                <a:gd name="f338" fmla="*/ f265 1 4211600"/>
                <a:gd name="f339" fmla="*/ f266 1 1660822"/>
                <a:gd name="f340" fmla="*/ f267 1 4211600"/>
                <a:gd name="f341" fmla="*/ f268 1 1660822"/>
                <a:gd name="f342" fmla="*/ f269 1 4211600"/>
                <a:gd name="f343" fmla="*/ f270 1 1660822"/>
                <a:gd name="f344" fmla="*/ f271 1 4211600"/>
                <a:gd name="f345" fmla="*/ f272 1 1660822"/>
                <a:gd name="f346" fmla="*/ f273 1 4211600"/>
                <a:gd name="f347" fmla="*/ f274 1 1660822"/>
                <a:gd name="f348" fmla="*/ f275 1 4211600"/>
                <a:gd name="f349" fmla="*/ f276 1 1660822"/>
                <a:gd name="f350" fmla="*/ f277 1 4211600"/>
                <a:gd name="f351" fmla="*/ f278 1 1660822"/>
                <a:gd name="f352" fmla="*/ f5 1 f205"/>
                <a:gd name="f353" fmla="*/ f6 1 f205"/>
                <a:gd name="f354" fmla="*/ f5 1 f206"/>
                <a:gd name="f355" fmla="*/ f7 1 f206"/>
                <a:gd name="f356" fmla="+- f279 0 f1"/>
                <a:gd name="f357" fmla="*/ f280 1 f205"/>
                <a:gd name="f358" fmla="*/ f281 1 f206"/>
                <a:gd name="f359" fmla="*/ f282 1 f206"/>
                <a:gd name="f360" fmla="*/ f283 1 f205"/>
                <a:gd name="f361" fmla="*/ f284 1 f206"/>
                <a:gd name="f362" fmla="*/ f285 1 f205"/>
                <a:gd name="f363" fmla="*/ f286 1 f206"/>
                <a:gd name="f364" fmla="*/ f287 1 f205"/>
                <a:gd name="f365" fmla="*/ f288 1 f206"/>
                <a:gd name="f366" fmla="*/ f289 1 f205"/>
                <a:gd name="f367" fmla="*/ f290 1 f206"/>
                <a:gd name="f368" fmla="*/ f291 1 f205"/>
                <a:gd name="f369" fmla="*/ f292 1 f206"/>
                <a:gd name="f370" fmla="*/ f293 1 f205"/>
                <a:gd name="f371" fmla="*/ f294 1 f206"/>
                <a:gd name="f372" fmla="*/ f295 1 f205"/>
                <a:gd name="f373" fmla="*/ f296 1 f206"/>
                <a:gd name="f374" fmla="*/ f297 1 f205"/>
                <a:gd name="f375" fmla="*/ f298 1 f206"/>
                <a:gd name="f376" fmla="*/ f299 1 f205"/>
                <a:gd name="f377" fmla="*/ f300 1 f206"/>
                <a:gd name="f378" fmla="*/ f301 1 f205"/>
                <a:gd name="f379" fmla="*/ f302 1 f206"/>
                <a:gd name="f380" fmla="*/ f303 1 f205"/>
                <a:gd name="f381" fmla="*/ f304 1 f206"/>
                <a:gd name="f382" fmla="*/ f305 1 f205"/>
                <a:gd name="f383" fmla="*/ f306 1 f206"/>
                <a:gd name="f384" fmla="*/ f307 1 f205"/>
                <a:gd name="f385" fmla="*/ f308 1 f206"/>
                <a:gd name="f386" fmla="*/ f309 1 f205"/>
                <a:gd name="f387" fmla="*/ f310 1 f206"/>
                <a:gd name="f388" fmla="*/ f311 1 f205"/>
                <a:gd name="f389" fmla="*/ f312 1 f206"/>
                <a:gd name="f390" fmla="*/ f313 1 f205"/>
                <a:gd name="f391" fmla="*/ f314 1 f206"/>
                <a:gd name="f392" fmla="*/ f315 1 f205"/>
                <a:gd name="f393" fmla="*/ f316 1 f206"/>
                <a:gd name="f394" fmla="*/ f317 1 f205"/>
                <a:gd name="f395" fmla="*/ f318 1 f205"/>
                <a:gd name="f396" fmla="*/ f319 1 f206"/>
                <a:gd name="f397" fmla="*/ f320 1 f205"/>
                <a:gd name="f398" fmla="*/ f321 1 f206"/>
                <a:gd name="f399" fmla="*/ f322 1 f205"/>
                <a:gd name="f400" fmla="*/ f323 1 f206"/>
                <a:gd name="f401" fmla="*/ f324 1 f205"/>
                <a:gd name="f402" fmla="*/ f325 1 f206"/>
                <a:gd name="f403" fmla="*/ f326 1 f205"/>
                <a:gd name="f404" fmla="*/ f327 1 f206"/>
                <a:gd name="f405" fmla="*/ f328 1 f205"/>
                <a:gd name="f406" fmla="*/ f329 1 f206"/>
                <a:gd name="f407" fmla="*/ f330 1 f205"/>
                <a:gd name="f408" fmla="*/ f331 1 f206"/>
                <a:gd name="f409" fmla="*/ f332 1 f205"/>
                <a:gd name="f410" fmla="*/ f333 1 f206"/>
                <a:gd name="f411" fmla="*/ f334 1 f205"/>
                <a:gd name="f412" fmla="*/ f335 1 f206"/>
                <a:gd name="f413" fmla="*/ f336 1 f205"/>
                <a:gd name="f414" fmla="*/ f337 1 f206"/>
                <a:gd name="f415" fmla="*/ f338 1 f205"/>
                <a:gd name="f416" fmla="*/ f339 1 f206"/>
                <a:gd name="f417" fmla="*/ f340 1 f205"/>
                <a:gd name="f418" fmla="*/ f341 1 f206"/>
                <a:gd name="f419" fmla="*/ f342 1 f205"/>
                <a:gd name="f420" fmla="*/ f343 1 f206"/>
                <a:gd name="f421" fmla="*/ f344 1 f205"/>
                <a:gd name="f422" fmla="*/ f345 1 f206"/>
                <a:gd name="f423" fmla="*/ f346 1 f205"/>
                <a:gd name="f424" fmla="*/ f347 1 f206"/>
                <a:gd name="f425" fmla="*/ f348 1 f205"/>
                <a:gd name="f426" fmla="*/ f349 1 f206"/>
                <a:gd name="f427" fmla="*/ f350 1 f205"/>
                <a:gd name="f428" fmla="*/ f351 1 f206"/>
                <a:gd name="f429" fmla="*/ f352 f200 1"/>
                <a:gd name="f430" fmla="*/ f353 f200 1"/>
                <a:gd name="f431" fmla="*/ f355 f201 1"/>
                <a:gd name="f432" fmla="*/ f354 f201 1"/>
                <a:gd name="f433" fmla="*/ f357 f200 1"/>
                <a:gd name="f434" fmla="*/ f358 f201 1"/>
                <a:gd name="f435" fmla="*/ f359 f201 1"/>
                <a:gd name="f436" fmla="*/ f360 f200 1"/>
                <a:gd name="f437" fmla="*/ f361 f201 1"/>
                <a:gd name="f438" fmla="*/ f362 f200 1"/>
                <a:gd name="f439" fmla="*/ f363 f201 1"/>
                <a:gd name="f440" fmla="*/ f364 f200 1"/>
                <a:gd name="f441" fmla="*/ f365 f201 1"/>
                <a:gd name="f442" fmla="*/ f366 f200 1"/>
                <a:gd name="f443" fmla="*/ f367 f201 1"/>
                <a:gd name="f444" fmla="*/ f368 f200 1"/>
                <a:gd name="f445" fmla="*/ f369 f201 1"/>
                <a:gd name="f446" fmla="*/ f370 f200 1"/>
                <a:gd name="f447" fmla="*/ f371 f201 1"/>
                <a:gd name="f448" fmla="*/ f372 f200 1"/>
                <a:gd name="f449" fmla="*/ f373 f201 1"/>
                <a:gd name="f450" fmla="*/ f374 f200 1"/>
                <a:gd name="f451" fmla="*/ f375 f201 1"/>
                <a:gd name="f452" fmla="*/ f376 f200 1"/>
                <a:gd name="f453" fmla="*/ f377 f201 1"/>
                <a:gd name="f454" fmla="*/ f378 f200 1"/>
                <a:gd name="f455" fmla="*/ f379 f201 1"/>
                <a:gd name="f456" fmla="*/ f380 f200 1"/>
                <a:gd name="f457" fmla="*/ f381 f201 1"/>
                <a:gd name="f458" fmla="*/ f382 f200 1"/>
                <a:gd name="f459" fmla="*/ f383 f201 1"/>
                <a:gd name="f460" fmla="*/ f384 f200 1"/>
                <a:gd name="f461" fmla="*/ f385 f201 1"/>
                <a:gd name="f462" fmla="*/ f386 f200 1"/>
                <a:gd name="f463" fmla="*/ f387 f201 1"/>
                <a:gd name="f464" fmla="*/ f388 f200 1"/>
                <a:gd name="f465" fmla="*/ f389 f201 1"/>
                <a:gd name="f466" fmla="*/ f390 f200 1"/>
                <a:gd name="f467" fmla="*/ f391 f201 1"/>
                <a:gd name="f468" fmla="*/ f392 f200 1"/>
                <a:gd name="f469" fmla="*/ f393 f201 1"/>
                <a:gd name="f470" fmla="*/ f394 f200 1"/>
                <a:gd name="f471" fmla="*/ f395 f200 1"/>
                <a:gd name="f472" fmla="*/ f396 f201 1"/>
                <a:gd name="f473" fmla="*/ f397 f200 1"/>
                <a:gd name="f474" fmla="*/ f398 f201 1"/>
                <a:gd name="f475" fmla="*/ f399 f200 1"/>
                <a:gd name="f476" fmla="*/ f400 f201 1"/>
                <a:gd name="f477" fmla="*/ f401 f200 1"/>
                <a:gd name="f478" fmla="*/ f402 f201 1"/>
                <a:gd name="f479" fmla="*/ f403 f200 1"/>
                <a:gd name="f480" fmla="*/ f404 f201 1"/>
                <a:gd name="f481" fmla="*/ f405 f200 1"/>
                <a:gd name="f482" fmla="*/ f406 f201 1"/>
                <a:gd name="f483" fmla="*/ f407 f200 1"/>
                <a:gd name="f484" fmla="*/ f408 f201 1"/>
                <a:gd name="f485" fmla="*/ f409 f200 1"/>
                <a:gd name="f486" fmla="*/ f410 f201 1"/>
                <a:gd name="f487" fmla="*/ f411 f200 1"/>
                <a:gd name="f488" fmla="*/ f412 f201 1"/>
                <a:gd name="f489" fmla="*/ f413 f200 1"/>
                <a:gd name="f490" fmla="*/ f414 f201 1"/>
                <a:gd name="f491" fmla="*/ f415 f200 1"/>
                <a:gd name="f492" fmla="*/ f416 f201 1"/>
                <a:gd name="f493" fmla="*/ f417 f200 1"/>
                <a:gd name="f494" fmla="*/ f418 f201 1"/>
                <a:gd name="f495" fmla="*/ f419 f200 1"/>
                <a:gd name="f496" fmla="*/ f420 f201 1"/>
                <a:gd name="f497" fmla="*/ f421 f200 1"/>
                <a:gd name="f498" fmla="*/ f422 f201 1"/>
                <a:gd name="f499" fmla="*/ f423 f200 1"/>
                <a:gd name="f500" fmla="*/ f424 f201 1"/>
                <a:gd name="f501" fmla="*/ f425 f200 1"/>
                <a:gd name="f502" fmla="*/ f426 f201 1"/>
                <a:gd name="f503" fmla="*/ f427 f200 1"/>
                <a:gd name="f504" fmla="*/ f428 f201 1"/>
              </a:gdLst>
              <a:ahLst/>
              <a:cxnLst>
                <a:cxn ang="3cd4">
                  <a:pos x="hc" y="t"/>
                </a:cxn>
                <a:cxn ang="0">
                  <a:pos x="r" y="vc"/>
                </a:cxn>
                <a:cxn ang="cd4">
                  <a:pos x="hc" y="b"/>
                </a:cxn>
                <a:cxn ang="cd2">
                  <a:pos x="l" y="vc"/>
                </a:cxn>
                <a:cxn ang="f356">
                  <a:pos x="f433" y="f434"/>
                </a:cxn>
                <a:cxn ang="f356">
                  <a:pos x="f433" y="f435"/>
                </a:cxn>
                <a:cxn ang="f356">
                  <a:pos x="f436" y="f437"/>
                </a:cxn>
                <a:cxn ang="f356">
                  <a:pos x="f438" y="f439"/>
                </a:cxn>
                <a:cxn ang="f356">
                  <a:pos x="f440" y="f441"/>
                </a:cxn>
                <a:cxn ang="f356">
                  <a:pos x="f442" y="f443"/>
                </a:cxn>
                <a:cxn ang="f356">
                  <a:pos x="f444" y="f445"/>
                </a:cxn>
                <a:cxn ang="f356">
                  <a:pos x="f446" y="f447"/>
                </a:cxn>
                <a:cxn ang="f356">
                  <a:pos x="f448" y="f449"/>
                </a:cxn>
                <a:cxn ang="f356">
                  <a:pos x="f450" y="f451"/>
                </a:cxn>
                <a:cxn ang="f356">
                  <a:pos x="f452" y="f453"/>
                </a:cxn>
                <a:cxn ang="f356">
                  <a:pos x="f454" y="f455"/>
                </a:cxn>
                <a:cxn ang="f356">
                  <a:pos x="f456" y="f457"/>
                </a:cxn>
                <a:cxn ang="f356">
                  <a:pos x="f458" y="f459"/>
                </a:cxn>
                <a:cxn ang="f356">
                  <a:pos x="f460" y="f461"/>
                </a:cxn>
                <a:cxn ang="f356">
                  <a:pos x="f462" y="f463"/>
                </a:cxn>
                <a:cxn ang="f356">
                  <a:pos x="f464" y="f465"/>
                </a:cxn>
                <a:cxn ang="f356">
                  <a:pos x="f466" y="f467"/>
                </a:cxn>
                <a:cxn ang="f356">
                  <a:pos x="f468" y="f469"/>
                </a:cxn>
                <a:cxn ang="f356">
                  <a:pos x="f470" y="f469"/>
                </a:cxn>
                <a:cxn ang="f356">
                  <a:pos x="f471" y="f472"/>
                </a:cxn>
                <a:cxn ang="f356">
                  <a:pos x="f473" y="f474"/>
                </a:cxn>
                <a:cxn ang="f356">
                  <a:pos x="f475" y="f476"/>
                </a:cxn>
                <a:cxn ang="f356">
                  <a:pos x="f477" y="f478"/>
                </a:cxn>
                <a:cxn ang="f356">
                  <a:pos x="f479" y="f480"/>
                </a:cxn>
                <a:cxn ang="f356">
                  <a:pos x="f481" y="f482"/>
                </a:cxn>
                <a:cxn ang="f356">
                  <a:pos x="f483" y="f484"/>
                </a:cxn>
                <a:cxn ang="f356">
                  <a:pos x="f485" y="f486"/>
                </a:cxn>
                <a:cxn ang="f356">
                  <a:pos x="f487" y="f488"/>
                </a:cxn>
                <a:cxn ang="f356">
                  <a:pos x="f489" y="f490"/>
                </a:cxn>
                <a:cxn ang="f356">
                  <a:pos x="f491" y="f492"/>
                </a:cxn>
                <a:cxn ang="f356">
                  <a:pos x="f493" y="f494"/>
                </a:cxn>
                <a:cxn ang="f356">
                  <a:pos x="f495" y="f496"/>
                </a:cxn>
                <a:cxn ang="f356">
                  <a:pos x="f497" y="f498"/>
                </a:cxn>
                <a:cxn ang="f356">
                  <a:pos x="f499" y="f500"/>
                </a:cxn>
                <a:cxn ang="f356">
                  <a:pos x="f501" y="f502"/>
                </a:cxn>
                <a:cxn ang="f356">
                  <a:pos x="f503" y="f504"/>
                </a:cxn>
              </a:cxnLst>
              <a:rect l="f429" t="f432" r="f430" b="f431"/>
              <a:pathLst>
                <a:path w="4211600" h="1660822">
                  <a:moveTo>
                    <a:pt x="f6" y="f5"/>
                  </a:moveTo>
                  <a:lnTo>
                    <a:pt x="f6" y="f8"/>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cubicBezTo>
                    <a:pt x="f53" y="f54"/>
                    <a:pt x="f55" y="f56"/>
                    <a:pt x="f57" y="f58"/>
                  </a:cubicBezTo>
                  <a:cubicBezTo>
                    <a:pt x="f59" y="f60"/>
                    <a:pt x="f61" y="f62"/>
                    <a:pt x="f63" y="f64"/>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lnTo>
                    <a:pt x="f101" y="f7"/>
                  </a:lnTo>
                  <a:lnTo>
                    <a:pt x="f5" y="f7"/>
                  </a:lnTo>
                  <a:lnTo>
                    <a:pt x="f102" y="f103"/>
                  </a:lnTo>
                  <a:cubicBezTo>
                    <a:pt x="f104" y="f105"/>
                    <a:pt x="f106" y="f107"/>
                    <a:pt x="f108" y="f109"/>
                  </a:cubicBezTo>
                  <a:cubicBezTo>
                    <a:pt x="f110" y="f111"/>
                    <a:pt x="f112" y="f113"/>
                    <a:pt x="f114" y="f115"/>
                  </a:cubicBezTo>
                  <a:cubicBezTo>
                    <a:pt x="f116" y="f117"/>
                    <a:pt x="f118" y="f119"/>
                    <a:pt x="f120" y="f121"/>
                  </a:cubicBezTo>
                  <a:cubicBezTo>
                    <a:pt x="f122" y="f123"/>
                    <a:pt x="f124" y="f125"/>
                    <a:pt x="f126" y="f127"/>
                  </a:cubicBezTo>
                  <a:cubicBezTo>
                    <a:pt x="f128" y="f129"/>
                    <a:pt x="f130" y="f131"/>
                    <a:pt x="f132" y="f133"/>
                  </a:cubicBezTo>
                  <a:cubicBezTo>
                    <a:pt x="f134" y="f135"/>
                    <a:pt x="f136" y="f137"/>
                    <a:pt x="f138" y="f139"/>
                  </a:cubicBezTo>
                  <a:cubicBezTo>
                    <a:pt x="f140" y="f141"/>
                    <a:pt x="f142" y="f143"/>
                    <a:pt x="f144" y="f145"/>
                  </a:cubicBezTo>
                  <a:cubicBezTo>
                    <a:pt x="f146" y="f147"/>
                    <a:pt x="f148" y="f149"/>
                    <a:pt x="f150" y="f151"/>
                  </a:cubicBezTo>
                  <a:cubicBezTo>
                    <a:pt x="f152" y="f153"/>
                    <a:pt x="f154" y="f155"/>
                    <a:pt x="f156" y="f157"/>
                  </a:cubicBezTo>
                  <a:cubicBezTo>
                    <a:pt x="f158" y="f159"/>
                    <a:pt x="f160" y="f161"/>
                    <a:pt x="f162" y="f163"/>
                  </a:cubicBezTo>
                  <a:cubicBezTo>
                    <a:pt x="f164" y="f165"/>
                    <a:pt x="f166" y="f167"/>
                    <a:pt x="f168" y="f169"/>
                  </a:cubicBezTo>
                  <a:cubicBezTo>
                    <a:pt x="f170" y="f171"/>
                    <a:pt x="f172" y="f173"/>
                    <a:pt x="f174" y="f175"/>
                  </a:cubicBezTo>
                  <a:cubicBezTo>
                    <a:pt x="f176" y="f177"/>
                    <a:pt x="f27" y="f178"/>
                    <a:pt x="f179" y="f180"/>
                  </a:cubicBezTo>
                  <a:cubicBezTo>
                    <a:pt x="f181" y="f182"/>
                    <a:pt x="f183" y="f184"/>
                    <a:pt x="f185" y="f186"/>
                  </a:cubicBezTo>
                  <a:cubicBezTo>
                    <a:pt x="f187" y="f188"/>
                    <a:pt x="f189" y="f190"/>
                    <a:pt x="f191" y="f192"/>
                  </a:cubicBezTo>
                  <a:cubicBezTo>
                    <a:pt x="f193" y="f194"/>
                    <a:pt x="f195" y="f196"/>
                    <a:pt x="f197" y="f198"/>
                  </a:cubicBezTo>
                  <a:close/>
                </a:path>
              </a:pathLst>
            </a:custGeom>
            <a:solidFill>
              <a:srgbClr val="E45221"/>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Segoe UI"/>
              </a:endParaRPr>
            </a:p>
          </p:txBody>
        </p:sp>
      </p:grpSp>
      <p:pic>
        <p:nvPicPr>
          <p:cNvPr id="29" name="Image 28">
            <a:extLst>
              <a:ext uri="{FF2B5EF4-FFF2-40B4-BE49-F238E27FC236}">
                <a16:creationId xmlns:a16="http://schemas.microsoft.com/office/drawing/2014/main" id="{A52C9903-C692-AA12-3034-8F5DB76842A6}"/>
              </a:ext>
            </a:extLst>
          </p:cNvPr>
          <p:cNvPicPr>
            <a:picLocks noChangeAspect="1"/>
          </p:cNvPicPr>
          <p:nvPr/>
        </p:nvPicPr>
        <p:blipFill>
          <a:blip r:embed="rId2"/>
          <a:stretch>
            <a:fillRect/>
          </a:stretch>
        </p:blipFill>
        <p:spPr>
          <a:xfrm>
            <a:off x="7907821" y="583599"/>
            <a:ext cx="4182059" cy="1600423"/>
          </a:xfrm>
          <a:prstGeom prst="rect">
            <a:avLst/>
          </a:prstGeom>
        </p:spPr>
      </p:pic>
      <p:pic>
        <p:nvPicPr>
          <p:cNvPr id="31" name="Image 30">
            <a:extLst>
              <a:ext uri="{FF2B5EF4-FFF2-40B4-BE49-F238E27FC236}">
                <a16:creationId xmlns:a16="http://schemas.microsoft.com/office/drawing/2014/main" id="{9EBA1667-979F-55CD-D68A-CE501274E90A}"/>
              </a:ext>
            </a:extLst>
          </p:cNvPr>
          <p:cNvPicPr>
            <a:picLocks noChangeAspect="1"/>
          </p:cNvPicPr>
          <p:nvPr/>
        </p:nvPicPr>
        <p:blipFill>
          <a:blip r:embed="rId3"/>
          <a:stretch>
            <a:fillRect/>
          </a:stretch>
        </p:blipFill>
        <p:spPr>
          <a:xfrm>
            <a:off x="6687319" y="3280665"/>
            <a:ext cx="5402562" cy="35154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14">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31551984-8B62-4F73-98B5-AB6F56016F34}"/>
              </a:ext>
            </a:extLst>
          </p:cNvPr>
          <p:cNvSpPr>
            <a:spLocks noMove="1" noResize="1"/>
          </p:cNvSpPr>
          <p:nvPr/>
        </p:nvSpPr>
        <p:spPr>
          <a:xfrm>
            <a:off x="0" y="0"/>
            <a:ext cx="12188952" cy="6858000"/>
          </a:xfrm>
          <a:prstGeom prst="rect">
            <a:avLst/>
          </a:prstGeom>
          <a:solidFill>
            <a:srgbClr val="FFFFFF"/>
          </a:solidFill>
          <a:ln w="12701" cap="flat">
            <a:solidFill>
              <a:srgbClr val="F2F2F2"/>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sp>
        <p:nvSpPr>
          <p:cNvPr id="3" name="Rectangle 11">
            <a:extLst>
              <a:ext uri="{FF2B5EF4-FFF2-40B4-BE49-F238E27FC236}">
                <a16:creationId xmlns:a16="http://schemas.microsoft.com/office/drawing/2014/main" id="{01E7F4DC-BE72-4FA5-830B-58549B8E76C2}"/>
              </a:ext>
            </a:extLst>
          </p:cNvPr>
          <p:cNvSpPr>
            <a:spLocks noMove="1" noResize="1"/>
          </p:cNvSpPr>
          <p:nvPr/>
        </p:nvSpPr>
        <p:spPr>
          <a:xfrm>
            <a:off x="0" y="0"/>
            <a:ext cx="12188952" cy="6858000"/>
          </a:xfrm>
          <a:prstGeom prst="rect">
            <a:avLst/>
          </a:prstGeom>
          <a:solidFill>
            <a:srgbClr val="F3F0E9"/>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grpSp>
        <p:nvGrpSpPr>
          <p:cNvPr id="4" name="Top left">
            <a:extLst>
              <a:ext uri="{FF2B5EF4-FFF2-40B4-BE49-F238E27FC236}">
                <a16:creationId xmlns:a16="http://schemas.microsoft.com/office/drawing/2014/main" id="{40019FC3-E3F0-4882-A221-65A996BB5C1D}"/>
              </a:ext>
            </a:extLst>
          </p:cNvPr>
          <p:cNvGrpSpPr/>
          <p:nvPr/>
        </p:nvGrpSpPr>
        <p:grpSpPr>
          <a:xfrm>
            <a:off x="10844" y="-3101"/>
            <a:ext cx="2198958" cy="3349530"/>
            <a:chOff x="10844" y="-3101"/>
            <a:chExt cx="2198958" cy="3349530"/>
          </a:xfrm>
        </p:grpSpPr>
        <p:sp>
          <p:nvSpPr>
            <p:cNvPr id="5" name="Freeform: Shape 14">
              <a:extLst>
                <a:ext uri="{FF2B5EF4-FFF2-40B4-BE49-F238E27FC236}">
                  <a16:creationId xmlns:a16="http://schemas.microsoft.com/office/drawing/2014/main" id="{71465EC0-C5E2-4BE4-A4B9-8998D25D5AD9}"/>
                </a:ext>
              </a:extLst>
            </p:cNvPr>
            <p:cNvSpPr/>
            <p:nvPr/>
          </p:nvSpPr>
          <p:spPr>
            <a:xfrm rot="10799991">
              <a:off x="692840" y="-3101"/>
              <a:ext cx="1326108" cy="597606"/>
            </a:xfrm>
            <a:custGeom>
              <a:avLst/>
              <a:gdLst>
                <a:gd name="f0" fmla="val 10800000"/>
                <a:gd name="f1" fmla="val 5400000"/>
                <a:gd name="f2" fmla="val 180"/>
                <a:gd name="f3" fmla="val w"/>
                <a:gd name="f4" fmla="val h"/>
                <a:gd name="f5" fmla="val 0"/>
                <a:gd name="f6" fmla="val 1482102"/>
                <a:gd name="f7" fmla="val 679363"/>
                <a:gd name="f8" fmla="val 741051"/>
                <a:gd name="f9" fmla="val 1102506"/>
                <a:gd name="f10" fmla="val 1404077"/>
                <a:gd name="f11" fmla="val 256390"/>
                <a:gd name="f12" fmla="val 1473822"/>
                <a:gd name="f13" fmla="val 597226"/>
                <a:gd name="f14" fmla="val 8280"/>
                <a:gd name="f15" fmla="val 78025"/>
                <a:gd name="f16" fmla="val 379596"/>
                <a:gd name="f17" fmla="+- 0 0 -90"/>
                <a:gd name="f18" fmla="*/ f3 1 1482102"/>
                <a:gd name="f19" fmla="*/ f4 1 679363"/>
                <a:gd name="f20" fmla="+- f7 0 f5"/>
                <a:gd name="f21" fmla="+- f6 0 f5"/>
                <a:gd name="f22" fmla="*/ f17 f0 1"/>
                <a:gd name="f23" fmla="*/ f21 1 1482102"/>
                <a:gd name="f24" fmla="*/ f20 1 679363"/>
                <a:gd name="f25" fmla="*/ 741051 f21 1"/>
                <a:gd name="f26" fmla="*/ 0 f20 1"/>
                <a:gd name="f27" fmla="*/ 1473822 f21 1"/>
                <a:gd name="f28" fmla="*/ 597226 f20 1"/>
                <a:gd name="f29" fmla="*/ 1482102 f21 1"/>
                <a:gd name="f30" fmla="*/ 679363 f20 1"/>
                <a:gd name="f31" fmla="*/ 0 f21 1"/>
                <a:gd name="f32" fmla="*/ 8280 f21 1"/>
                <a:gd name="f33" fmla="*/ f22 1 f2"/>
                <a:gd name="f34" fmla="*/ f25 1 1482102"/>
                <a:gd name="f35" fmla="*/ f26 1 679363"/>
                <a:gd name="f36" fmla="*/ f27 1 1482102"/>
                <a:gd name="f37" fmla="*/ f28 1 679363"/>
                <a:gd name="f38" fmla="*/ f29 1 1482102"/>
                <a:gd name="f39" fmla="*/ f30 1 679363"/>
                <a:gd name="f40" fmla="*/ f31 1 1482102"/>
                <a:gd name="f41" fmla="*/ f32 1 1482102"/>
                <a:gd name="f42" fmla="*/ f5 1 f23"/>
                <a:gd name="f43" fmla="*/ f6 1 f23"/>
                <a:gd name="f44" fmla="*/ f5 1 f24"/>
                <a:gd name="f45" fmla="*/ f7 1 f24"/>
                <a:gd name="f46" fmla="+- f33 0 f1"/>
                <a:gd name="f47" fmla="*/ f34 1 f23"/>
                <a:gd name="f48" fmla="*/ f35 1 f24"/>
                <a:gd name="f49" fmla="*/ f36 1 f23"/>
                <a:gd name="f50" fmla="*/ f37 1 f24"/>
                <a:gd name="f51" fmla="*/ f38 1 f23"/>
                <a:gd name="f52" fmla="*/ f39 1 f24"/>
                <a:gd name="f53" fmla="*/ f40 1 f23"/>
                <a:gd name="f54" fmla="*/ f41 1 f23"/>
                <a:gd name="f55" fmla="*/ f42 f18 1"/>
                <a:gd name="f56" fmla="*/ f43 f18 1"/>
                <a:gd name="f57" fmla="*/ f45 f19 1"/>
                <a:gd name="f58" fmla="*/ f44 f19 1"/>
                <a:gd name="f59" fmla="*/ f47 f18 1"/>
                <a:gd name="f60" fmla="*/ f48 f19 1"/>
                <a:gd name="f61" fmla="*/ f49 f18 1"/>
                <a:gd name="f62" fmla="*/ f50 f19 1"/>
                <a:gd name="f63" fmla="*/ f51 f18 1"/>
                <a:gd name="f64" fmla="*/ f52 f19 1"/>
                <a:gd name="f65" fmla="*/ f53 f18 1"/>
                <a:gd name="f66" fmla="*/ f54 f18 1"/>
              </a:gdLst>
              <a:ahLst/>
              <a:cxnLst>
                <a:cxn ang="3cd4">
                  <a:pos x="hc" y="t"/>
                </a:cxn>
                <a:cxn ang="0">
                  <a:pos x="r" y="vc"/>
                </a:cxn>
                <a:cxn ang="cd4">
                  <a:pos x="hc" y="b"/>
                </a:cxn>
                <a:cxn ang="cd2">
                  <a:pos x="l" y="vc"/>
                </a:cxn>
                <a:cxn ang="f46">
                  <a:pos x="f59" y="f60"/>
                </a:cxn>
                <a:cxn ang="f46">
                  <a:pos x="f61" y="f62"/>
                </a:cxn>
                <a:cxn ang="f46">
                  <a:pos x="f63" y="f64"/>
                </a:cxn>
                <a:cxn ang="f46">
                  <a:pos x="f65" y="f64"/>
                </a:cxn>
                <a:cxn ang="f46">
                  <a:pos x="f66" y="f62"/>
                </a:cxn>
                <a:cxn ang="f46">
                  <a:pos x="f59" y="f60"/>
                </a:cxn>
              </a:cxnLst>
              <a:rect l="f55" t="f58" r="f56" b="f57"/>
              <a:pathLst>
                <a:path w="1482102" h="679363">
                  <a:moveTo>
                    <a:pt x="f8" y="f5"/>
                  </a:moveTo>
                  <a:cubicBezTo>
                    <a:pt x="f9" y="f5"/>
                    <a:pt x="f10" y="f11"/>
                    <a:pt x="f12" y="f13"/>
                  </a:cubicBezTo>
                  <a:lnTo>
                    <a:pt x="f6" y="f7"/>
                  </a:lnTo>
                  <a:lnTo>
                    <a:pt x="f5" y="f7"/>
                  </a:lnTo>
                  <a:lnTo>
                    <a:pt x="f14" y="f13"/>
                  </a:lnTo>
                  <a:cubicBezTo>
                    <a:pt x="f15" y="f11"/>
                    <a:pt x="f16" y="f5"/>
                    <a:pt x="f8" y="f5"/>
                  </a:cubicBezTo>
                  <a:close/>
                </a:path>
              </a:pathLst>
            </a:cu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sp>
          <p:nvSpPr>
            <p:cNvPr id="6" name="Freeform: Shape 15">
              <a:extLst>
                <a:ext uri="{FF2B5EF4-FFF2-40B4-BE49-F238E27FC236}">
                  <a16:creationId xmlns:a16="http://schemas.microsoft.com/office/drawing/2014/main" id="{0C0A8AE6-3A31-417C-9D7C-BFE751A543B7}"/>
                </a:ext>
              </a:extLst>
            </p:cNvPr>
            <p:cNvSpPr/>
            <p:nvPr/>
          </p:nvSpPr>
          <p:spPr>
            <a:xfrm>
              <a:off x="19394" y="15243"/>
              <a:ext cx="2190408" cy="3331186"/>
            </a:xfrm>
            <a:custGeom>
              <a:avLst/>
              <a:gdLst>
                <a:gd name="f0" fmla="val 10800000"/>
                <a:gd name="f1" fmla="val 5400000"/>
                <a:gd name="f2" fmla="val 180"/>
                <a:gd name="f3" fmla="val w"/>
                <a:gd name="f4" fmla="val h"/>
                <a:gd name="f5" fmla="val 0"/>
                <a:gd name="f6" fmla="val 3296088"/>
                <a:gd name="f7" fmla="val 5012722"/>
                <a:gd name="f8" fmla="val 81820"/>
                <a:gd name="f9" fmla="val 4949095"/>
                <a:gd name="f10" fmla="val 163544"/>
                <a:gd name="f11" fmla="val 4885468"/>
                <a:gd name="f12" fmla="val 244031"/>
                <a:gd name="f13" fmla="val 4820222"/>
                <a:gd name="f14" fmla="val 417671"/>
                <a:gd name="f15" fmla="val 4679633"/>
                <a:gd name="f16" fmla="val 589883"/>
                <a:gd name="f17" fmla="val 4535139"/>
                <a:gd name="f18" fmla="val 729234"/>
                <a:gd name="f19" fmla="val 4360641"/>
                <a:gd name="f20" fmla="val 779431"/>
                <a:gd name="f21" fmla="val 4297776"/>
                <a:gd name="f22" fmla="val 825818"/>
                <a:gd name="f23" fmla="val 4231958"/>
                <a:gd name="f24" fmla="val 881444"/>
                <a:gd name="f25" fmla="val 4173950"/>
                <a:gd name="f26" fmla="val 959358"/>
                <a:gd name="f27" fmla="val 4092607"/>
                <a:gd name="f28" fmla="val 1054799"/>
                <a:gd name="f29" fmla="val 4031075"/>
                <a:gd name="f30" fmla="val 1151287"/>
                <a:gd name="f31" fmla="val 3972877"/>
                <a:gd name="f32" fmla="val 1263968"/>
                <a:gd name="f33" fmla="val 3904964"/>
                <a:gd name="f34" fmla="val 1379315"/>
                <a:gd name="f35" fmla="val 3841337"/>
                <a:gd name="f36" fmla="val 1498664"/>
                <a:gd name="f37" fmla="val 3786188"/>
                <a:gd name="f38" fmla="val 1573149"/>
                <a:gd name="f39" fmla="val 3751802"/>
                <a:gd name="f40" fmla="val 1649159"/>
                <a:gd name="f41" fmla="val 3720179"/>
                <a:gd name="f42" fmla="val 1716881"/>
                <a:gd name="f43" fmla="val 3674174"/>
                <a:gd name="f44" fmla="val 1794034"/>
                <a:gd name="f45" fmla="val 3621691"/>
                <a:gd name="f46" fmla="val 1856708"/>
                <a:gd name="f47" fmla="val 3551492"/>
                <a:gd name="f48" fmla="val 1913573"/>
                <a:gd name="f49" fmla="val 3477387"/>
                <a:gd name="f50" fmla="val 2016157"/>
                <a:gd name="f51" fmla="val 3343751"/>
                <a:gd name="f52" fmla="val 2099024"/>
                <a:gd name="f53" fmla="val 3196114"/>
                <a:gd name="f54" fmla="val 2167700"/>
                <a:gd name="f55" fmla="val 3042190"/>
                <a:gd name="f56" fmla="val 2206752"/>
                <a:gd name="f57" fmla="val 2954655"/>
                <a:gd name="f58" fmla="val 2241233"/>
                <a:gd name="f59" fmla="val 2865215"/>
                <a:gd name="f60" fmla="val 2273903"/>
                <a:gd name="f61" fmla="val 2775014"/>
                <a:gd name="f62" fmla="val 2328482"/>
                <a:gd name="f63" fmla="val 2624423"/>
                <a:gd name="f64" fmla="val 2379440"/>
                <a:gd name="f65" fmla="val 2471642"/>
                <a:gd name="f66" fmla="val 2463356"/>
                <a:gd name="f67" fmla="val 2335530"/>
                <a:gd name="f68" fmla="val 2542127"/>
                <a:gd name="f69" fmla="val 2207705"/>
                <a:gd name="f70" fmla="val 2647855"/>
                <a:gd name="f71" fmla="val 2099501"/>
                <a:gd name="f72" fmla="val 2741866"/>
                <a:gd name="f73" fmla="val 1982248"/>
                <a:gd name="f74" fmla="val 2830449"/>
                <a:gd name="f75" fmla="val 1871758"/>
                <a:gd name="f76" fmla="val 2908554"/>
                <a:gd name="f77" fmla="val 1753362"/>
                <a:gd name="f78" fmla="val 2985897"/>
                <a:gd name="f79" fmla="val 1634681"/>
                <a:gd name="f80" fmla="val 3071146"/>
                <a:gd name="f81" fmla="val 1503902"/>
                <a:gd name="f82" fmla="val 3156395"/>
                <a:gd name="f83" fmla="val 1372172"/>
                <a:gd name="f84" fmla="val 3212687"/>
                <a:gd name="f85" fmla="val 1226820"/>
                <a:gd name="f86" fmla="val 3246025"/>
                <a:gd name="f87" fmla="val 1140809"/>
                <a:gd name="f88" fmla="val 3268790"/>
                <a:gd name="f89" fmla="val 1051084"/>
                <a:gd name="f90" fmla="val 3281553"/>
                <a:gd name="f91" fmla="val 959644"/>
                <a:gd name="f92" fmla="val 3293555"/>
                <a:gd name="f93" fmla="val 874014"/>
                <a:gd name="f94" fmla="val 3296888"/>
                <a:gd name="f95" fmla="val 787527"/>
                <a:gd name="f96" fmla="val 3295936"/>
                <a:gd name="f97" fmla="val 701135"/>
                <a:gd name="f98" fmla="val 3294888"/>
                <a:gd name="f99" fmla="val 612172"/>
                <a:gd name="f100" fmla="val 3289268"/>
                <a:gd name="f101" fmla="val 523018"/>
                <a:gd name="f102" fmla="val 3267266"/>
                <a:gd name="f103" fmla="val 436817"/>
                <a:gd name="f104" fmla="val 3227832"/>
                <a:gd name="f105" fmla="val 282416"/>
                <a:gd name="f106" fmla="val 3105341"/>
                <a:gd name="f107" fmla="+- 0 0 -90"/>
                <a:gd name="f108" fmla="*/ f3 1 3296088"/>
                <a:gd name="f109" fmla="*/ f4 1 5012722"/>
                <a:gd name="f110" fmla="+- f7 0 f5"/>
                <a:gd name="f111" fmla="+- f6 0 f5"/>
                <a:gd name="f112" fmla="*/ f107 f0 1"/>
                <a:gd name="f113" fmla="*/ f111 1 3296088"/>
                <a:gd name="f114" fmla="*/ f110 1 5012722"/>
                <a:gd name="f115" fmla="*/ 0 f111 1"/>
                <a:gd name="f116" fmla="*/ 5012722 f110 1"/>
                <a:gd name="f117" fmla="*/ 244031 f111 1"/>
                <a:gd name="f118" fmla="*/ 4820222 f110 1"/>
                <a:gd name="f119" fmla="*/ 729234 f111 1"/>
                <a:gd name="f120" fmla="*/ 4360641 f110 1"/>
                <a:gd name="f121" fmla="*/ 881444 f111 1"/>
                <a:gd name="f122" fmla="*/ 4173950 f110 1"/>
                <a:gd name="f123" fmla="*/ 1151287 f111 1"/>
                <a:gd name="f124" fmla="*/ 3972877 f110 1"/>
                <a:gd name="f125" fmla="*/ 1498664 f111 1"/>
                <a:gd name="f126" fmla="*/ 3786188 f110 1"/>
                <a:gd name="f127" fmla="*/ 1716881 f111 1"/>
                <a:gd name="f128" fmla="*/ 3674174 f110 1"/>
                <a:gd name="f129" fmla="*/ 1913573 f111 1"/>
                <a:gd name="f130" fmla="*/ 3477387 f110 1"/>
                <a:gd name="f131" fmla="*/ 2167700 f111 1"/>
                <a:gd name="f132" fmla="*/ 3042190 f110 1"/>
                <a:gd name="f133" fmla="*/ 2273903 f111 1"/>
                <a:gd name="f134" fmla="*/ 2775014 f110 1"/>
                <a:gd name="f135" fmla="*/ 2463356 f111 1"/>
                <a:gd name="f136" fmla="*/ 2335530 f110 1"/>
                <a:gd name="f137" fmla="*/ 2741866 f111 1"/>
                <a:gd name="f138" fmla="*/ 1982248 f110 1"/>
                <a:gd name="f139" fmla="*/ 2985897 f111 1"/>
                <a:gd name="f140" fmla="*/ 1634681 f110 1"/>
                <a:gd name="f141" fmla="*/ 3212687 f111 1"/>
                <a:gd name="f142" fmla="*/ 1226820 f110 1"/>
                <a:gd name="f143" fmla="*/ 3281553 f111 1"/>
                <a:gd name="f144" fmla="*/ 959644 f110 1"/>
                <a:gd name="f145" fmla="*/ 3295936 f111 1"/>
                <a:gd name="f146" fmla="*/ 701135 f110 1"/>
                <a:gd name="f147" fmla="*/ 3267266 f111 1"/>
                <a:gd name="f148" fmla="*/ 436817 f110 1"/>
                <a:gd name="f149" fmla="*/ 3105341 f111 1"/>
                <a:gd name="f150" fmla="*/ 0 f110 1"/>
                <a:gd name="f151" fmla="*/ f112 1 f2"/>
                <a:gd name="f152" fmla="*/ f115 1 3296088"/>
                <a:gd name="f153" fmla="*/ f116 1 5012722"/>
                <a:gd name="f154" fmla="*/ f117 1 3296088"/>
                <a:gd name="f155" fmla="*/ f118 1 5012722"/>
                <a:gd name="f156" fmla="*/ f119 1 3296088"/>
                <a:gd name="f157" fmla="*/ f120 1 5012722"/>
                <a:gd name="f158" fmla="*/ f121 1 3296088"/>
                <a:gd name="f159" fmla="*/ f122 1 5012722"/>
                <a:gd name="f160" fmla="*/ f123 1 3296088"/>
                <a:gd name="f161" fmla="*/ f124 1 5012722"/>
                <a:gd name="f162" fmla="*/ f125 1 3296088"/>
                <a:gd name="f163" fmla="*/ f126 1 5012722"/>
                <a:gd name="f164" fmla="*/ f127 1 3296088"/>
                <a:gd name="f165" fmla="*/ f128 1 5012722"/>
                <a:gd name="f166" fmla="*/ f129 1 3296088"/>
                <a:gd name="f167" fmla="*/ f130 1 5012722"/>
                <a:gd name="f168" fmla="*/ f131 1 3296088"/>
                <a:gd name="f169" fmla="*/ f132 1 5012722"/>
                <a:gd name="f170" fmla="*/ f133 1 3296088"/>
                <a:gd name="f171" fmla="*/ f134 1 5012722"/>
                <a:gd name="f172" fmla="*/ f135 1 3296088"/>
                <a:gd name="f173" fmla="*/ f136 1 5012722"/>
                <a:gd name="f174" fmla="*/ f137 1 3296088"/>
                <a:gd name="f175" fmla="*/ f138 1 5012722"/>
                <a:gd name="f176" fmla="*/ f139 1 3296088"/>
                <a:gd name="f177" fmla="*/ f140 1 5012722"/>
                <a:gd name="f178" fmla="*/ f141 1 3296088"/>
                <a:gd name="f179" fmla="*/ f142 1 5012722"/>
                <a:gd name="f180" fmla="*/ f143 1 3296088"/>
                <a:gd name="f181" fmla="*/ f144 1 5012722"/>
                <a:gd name="f182" fmla="*/ f145 1 3296088"/>
                <a:gd name="f183" fmla="*/ f146 1 5012722"/>
                <a:gd name="f184" fmla="*/ f147 1 3296088"/>
                <a:gd name="f185" fmla="*/ f148 1 5012722"/>
                <a:gd name="f186" fmla="*/ f149 1 3296088"/>
                <a:gd name="f187" fmla="*/ f150 1 5012722"/>
                <a:gd name="f188" fmla="*/ f5 1 f113"/>
                <a:gd name="f189" fmla="*/ f6 1 f113"/>
                <a:gd name="f190" fmla="*/ f5 1 f114"/>
                <a:gd name="f191" fmla="*/ f7 1 f114"/>
                <a:gd name="f192" fmla="+- f151 0 f1"/>
                <a:gd name="f193" fmla="*/ f152 1 f113"/>
                <a:gd name="f194" fmla="*/ f153 1 f114"/>
                <a:gd name="f195" fmla="*/ f154 1 f113"/>
                <a:gd name="f196" fmla="*/ f155 1 f114"/>
                <a:gd name="f197" fmla="*/ f156 1 f113"/>
                <a:gd name="f198" fmla="*/ f157 1 f114"/>
                <a:gd name="f199" fmla="*/ f158 1 f113"/>
                <a:gd name="f200" fmla="*/ f159 1 f114"/>
                <a:gd name="f201" fmla="*/ f160 1 f113"/>
                <a:gd name="f202" fmla="*/ f161 1 f114"/>
                <a:gd name="f203" fmla="*/ f162 1 f113"/>
                <a:gd name="f204" fmla="*/ f163 1 f114"/>
                <a:gd name="f205" fmla="*/ f164 1 f113"/>
                <a:gd name="f206" fmla="*/ f165 1 f114"/>
                <a:gd name="f207" fmla="*/ f166 1 f113"/>
                <a:gd name="f208" fmla="*/ f167 1 f114"/>
                <a:gd name="f209" fmla="*/ f168 1 f113"/>
                <a:gd name="f210" fmla="*/ f169 1 f114"/>
                <a:gd name="f211" fmla="*/ f170 1 f113"/>
                <a:gd name="f212" fmla="*/ f171 1 f114"/>
                <a:gd name="f213" fmla="*/ f172 1 f113"/>
                <a:gd name="f214" fmla="*/ f173 1 f114"/>
                <a:gd name="f215" fmla="*/ f174 1 f113"/>
                <a:gd name="f216" fmla="*/ f175 1 f114"/>
                <a:gd name="f217" fmla="*/ f176 1 f113"/>
                <a:gd name="f218" fmla="*/ f177 1 f114"/>
                <a:gd name="f219" fmla="*/ f178 1 f113"/>
                <a:gd name="f220" fmla="*/ f179 1 f114"/>
                <a:gd name="f221" fmla="*/ f180 1 f113"/>
                <a:gd name="f222" fmla="*/ f181 1 f114"/>
                <a:gd name="f223" fmla="*/ f182 1 f113"/>
                <a:gd name="f224" fmla="*/ f183 1 f114"/>
                <a:gd name="f225" fmla="*/ f184 1 f113"/>
                <a:gd name="f226" fmla="*/ f185 1 f114"/>
                <a:gd name="f227" fmla="*/ f186 1 f113"/>
                <a:gd name="f228" fmla="*/ f187 1 f114"/>
                <a:gd name="f229" fmla="*/ f188 f108 1"/>
                <a:gd name="f230" fmla="*/ f189 f108 1"/>
                <a:gd name="f231" fmla="*/ f191 f109 1"/>
                <a:gd name="f232" fmla="*/ f190 f109 1"/>
                <a:gd name="f233" fmla="*/ f193 f108 1"/>
                <a:gd name="f234" fmla="*/ f194 f109 1"/>
                <a:gd name="f235" fmla="*/ f195 f108 1"/>
                <a:gd name="f236" fmla="*/ f196 f109 1"/>
                <a:gd name="f237" fmla="*/ f197 f108 1"/>
                <a:gd name="f238" fmla="*/ f198 f109 1"/>
                <a:gd name="f239" fmla="*/ f199 f108 1"/>
                <a:gd name="f240" fmla="*/ f200 f109 1"/>
                <a:gd name="f241" fmla="*/ f201 f108 1"/>
                <a:gd name="f242" fmla="*/ f202 f109 1"/>
                <a:gd name="f243" fmla="*/ f203 f108 1"/>
                <a:gd name="f244" fmla="*/ f204 f109 1"/>
                <a:gd name="f245" fmla="*/ f205 f108 1"/>
                <a:gd name="f246" fmla="*/ f206 f109 1"/>
                <a:gd name="f247" fmla="*/ f207 f108 1"/>
                <a:gd name="f248" fmla="*/ f208 f109 1"/>
                <a:gd name="f249" fmla="*/ f209 f108 1"/>
                <a:gd name="f250" fmla="*/ f210 f109 1"/>
                <a:gd name="f251" fmla="*/ f211 f108 1"/>
                <a:gd name="f252" fmla="*/ f212 f109 1"/>
                <a:gd name="f253" fmla="*/ f213 f108 1"/>
                <a:gd name="f254" fmla="*/ f214 f109 1"/>
                <a:gd name="f255" fmla="*/ f215 f108 1"/>
                <a:gd name="f256" fmla="*/ f216 f109 1"/>
                <a:gd name="f257" fmla="*/ f217 f108 1"/>
                <a:gd name="f258" fmla="*/ f218 f109 1"/>
                <a:gd name="f259" fmla="*/ f219 f108 1"/>
                <a:gd name="f260" fmla="*/ f220 f109 1"/>
                <a:gd name="f261" fmla="*/ f221 f108 1"/>
                <a:gd name="f262" fmla="*/ f222 f109 1"/>
                <a:gd name="f263" fmla="*/ f223 f108 1"/>
                <a:gd name="f264" fmla="*/ f224 f109 1"/>
                <a:gd name="f265" fmla="*/ f225 f108 1"/>
                <a:gd name="f266" fmla="*/ f226 f109 1"/>
                <a:gd name="f267" fmla="*/ f227 f108 1"/>
                <a:gd name="f268" fmla="*/ f228 f109 1"/>
              </a:gdLst>
              <a:ahLst/>
              <a:cxnLst>
                <a:cxn ang="3cd4">
                  <a:pos x="hc" y="t"/>
                </a:cxn>
                <a:cxn ang="0">
                  <a:pos x="r" y="vc"/>
                </a:cxn>
                <a:cxn ang="cd4">
                  <a:pos x="hc" y="b"/>
                </a:cxn>
                <a:cxn ang="cd2">
                  <a:pos x="l" y="vc"/>
                </a:cxn>
                <a:cxn ang="f192">
                  <a:pos x="f233" y="f234"/>
                </a:cxn>
                <a:cxn ang="f192">
                  <a:pos x="f235" y="f236"/>
                </a:cxn>
                <a:cxn ang="f192">
                  <a:pos x="f237" y="f238"/>
                </a:cxn>
                <a:cxn ang="f192">
                  <a:pos x="f239" y="f240"/>
                </a:cxn>
                <a:cxn ang="f192">
                  <a:pos x="f241" y="f242"/>
                </a:cxn>
                <a:cxn ang="f192">
                  <a:pos x="f243" y="f244"/>
                </a:cxn>
                <a:cxn ang="f192">
                  <a:pos x="f245" y="f246"/>
                </a:cxn>
                <a:cxn ang="f192">
                  <a:pos x="f247" y="f248"/>
                </a:cxn>
                <a:cxn ang="f192">
                  <a:pos x="f249" y="f250"/>
                </a:cxn>
                <a:cxn ang="f192">
                  <a:pos x="f251" y="f252"/>
                </a:cxn>
                <a:cxn ang="f192">
                  <a:pos x="f253" y="f254"/>
                </a:cxn>
                <a:cxn ang="f192">
                  <a:pos x="f255" y="f256"/>
                </a:cxn>
                <a:cxn ang="f192">
                  <a:pos x="f257" y="f258"/>
                </a:cxn>
                <a:cxn ang="f192">
                  <a:pos x="f259" y="f260"/>
                </a:cxn>
                <a:cxn ang="f192">
                  <a:pos x="f261" y="f262"/>
                </a:cxn>
                <a:cxn ang="f192">
                  <a:pos x="f263" y="f264"/>
                </a:cxn>
                <a:cxn ang="f192">
                  <a:pos x="f265" y="f266"/>
                </a:cxn>
                <a:cxn ang="f192">
                  <a:pos x="f267" y="f268"/>
                </a:cxn>
              </a:cxnLst>
              <a:rect l="f229" t="f232" r="f230" b="f231"/>
              <a:pathLst>
                <a:path w="3296088" h="5012722">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5"/>
                    <a:pt x="f106"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7" name="Freeform: Shape 16">
              <a:extLst>
                <a:ext uri="{FF2B5EF4-FFF2-40B4-BE49-F238E27FC236}">
                  <a16:creationId xmlns:a16="http://schemas.microsoft.com/office/drawing/2014/main" id="{4443D9E1-91D9-4079-B57B-7D5BEB48AD1F}"/>
                </a:ext>
              </a:extLst>
            </p:cNvPr>
            <p:cNvSpPr/>
            <p:nvPr/>
          </p:nvSpPr>
          <p:spPr>
            <a:xfrm>
              <a:off x="10844" y="15179"/>
              <a:ext cx="1978670" cy="3074962"/>
            </a:xfrm>
            <a:custGeom>
              <a:avLst/>
              <a:gdLst>
                <a:gd name="f0" fmla="val 10800000"/>
                <a:gd name="f1" fmla="val 5400000"/>
                <a:gd name="f2" fmla="val 180"/>
                <a:gd name="f3" fmla="val w"/>
                <a:gd name="f4" fmla="val h"/>
                <a:gd name="f5" fmla="val 0"/>
                <a:gd name="f6" fmla="val 2977477"/>
                <a:gd name="f7" fmla="val 4627149"/>
                <a:gd name="f8" fmla="val 4627150"/>
                <a:gd name="f9" fmla="val 79820"/>
                <a:gd name="f10" fmla="val 4552283"/>
                <a:gd name="f11" fmla="val 203835"/>
                <a:gd name="f12" fmla="val 4424648"/>
                <a:gd name="f13" fmla="val 275082"/>
                <a:gd name="f14" fmla="val 4341590"/>
                <a:gd name="f15" fmla="val 354711"/>
                <a:gd name="f16" fmla="val 4248722"/>
                <a:gd name="f17" fmla="val 421005"/>
                <a:gd name="f18" fmla="val 4145090"/>
                <a:gd name="f19" fmla="val 502825"/>
                <a:gd name="f20" fmla="val 4054126"/>
                <a:gd name="f21" fmla="val 554355"/>
                <a:gd name="f22" fmla="val 3996881"/>
                <a:gd name="f23" fmla="val 612362"/>
                <a:gd name="f24" fmla="val 3945827"/>
                <a:gd name="f25" fmla="val 666179"/>
                <a:gd name="f26" fmla="val 3890677"/>
                <a:gd name="f27" fmla="val 734187"/>
                <a:gd name="f28" fmla="val 3821049"/>
                <a:gd name="f29" fmla="val 796671"/>
                <a:gd name="f30" fmla="val 3746183"/>
                <a:gd name="f31" fmla="val 864203"/>
                <a:gd name="f32" fmla="val 3675983"/>
                <a:gd name="f33" fmla="val 902875"/>
                <a:gd name="f34" fmla="val 3635788"/>
                <a:gd name="f35" fmla="val 943642"/>
                <a:gd name="f36" fmla="val 3597593"/>
                <a:gd name="f37" fmla="val 982599"/>
                <a:gd name="f38" fmla="val 3557492"/>
                <a:gd name="f39" fmla="val 1053941"/>
                <a:gd name="f40" fmla="val 3484150"/>
                <a:gd name="f41" fmla="val 1121378"/>
                <a:gd name="f42" fmla="val 3407093"/>
                <a:gd name="f43" fmla="val 1188244"/>
                <a:gd name="f44" fmla="val 3329654"/>
                <a:gd name="f45" fmla="val 1240631"/>
                <a:gd name="f46" fmla="val 3268885"/>
                <a:gd name="f47" fmla="val 1293495"/>
                <a:gd name="f48" fmla="val 3208496"/>
                <a:gd name="f49" fmla="val 1344740"/>
                <a:gd name="f50" fmla="val 3146774"/>
                <a:gd name="f51" fmla="val 1388459"/>
                <a:gd name="f52" fmla="val 3094101"/>
                <a:gd name="f53" fmla="val 1431512"/>
                <a:gd name="f54" fmla="val 3040761"/>
                <a:gd name="f55" fmla="val 1470755"/>
                <a:gd name="f56" fmla="val 2984659"/>
                <a:gd name="f57" fmla="val 1540764"/>
                <a:gd name="f58" fmla="val 2884646"/>
                <a:gd name="f59" fmla="val 1598771"/>
                <a:gd name="f60" fmla="val 2777109"/>
                <a:gd name="f61" fmla="val 1657636"/>
                <a:gd name="f62" fmla="val 2670239"/>
                <a:gd name="f63" fmla="val 1693545"/>
                <a:gd name="f64" fmla="val 2605088"/>
                <a:gd name="f65" fmla="val 1728502"/>
                <a:gd name="f66" fmla="val 2539460"/>
                <a:gd name="f67" fmla="val 1762887"/>
                <a:gd name="f68" fmla="val 2473547"/>
                <a:gd name="f69" fmla="val 1795367"/>
                <a:gd name="f70" fmla="val 2411349"/>
                <a:gd name="f71" fmla="val 1826419"/>
                <a:gd name="f72" fmla="val 2348103"/>
                <a:gd name="f73" fmla="val 1866710"/>
                <a:gd name="f74" fmla="val 2290667"/>
                <a:gd name="f75" fmla="val 1934623"/>
                <a:gd name="f76" fmla="val 2193893"/>
                <a:gd name="f77" fmla="val 2022729"/>
                <a:gd name="f78" fmla="val 2114169"/>
                <a:gd name="f79" fmla="val 2106263"/>
                <a:gd name="f80" fmla="val 2030254"/>
                <a:gd name="f81" fmla="val 2163128"/>
                <a:gd name="f82" fmla="val 1973104"/>
                <a:gd name="f83" fmla="val 2218182"/>
                <a:gd name="f84" fmla="val 1914049"/>
                <a:gd name="f85" fmla="val 2277237"/>
                <a:gd name="f86" fmla="val 1859185"/>
                <a:gd name="f87" fmla="val 2350770"/>
                <a:gd name="f88" fmla="val 1790891"/>
                <a:gd name="f89" fmla="val 2430304"/>
                <a:gd name="f90" fmla="val 1728978"/>
                <a:gd name="f91" fmla="val 2499455"/>
                <a:gd name="f92" fmla="val 1656207"/>
                <a:gd name="f93" fmla="val 2576989"/>
                <a:gd name="f94" fmla="val 1574578"/>
                <a:gd name="f95" fmla="val 2641568"/>
                <a:gd name="f96" fmla="val 1481900"/>
                <a:gd name="f97" fmla="val 2707100"/>
                <a:gd name="f98" fmla="val 1390269"/>
                <a:gd name="f99" fmla="val 2744153"/>
                <a:gd name="f100" fmla="val 1338453"/>
                <a:gd name="f101" fmla="val 2781586"/>
                <a:gd name="f102" fmla="val 1286732"/>
                <a:gd name="f103" fmla="val 2812352"/>
                <a:gd name="f104" fmla="val 1230916"/>
                <a:gd name="f105" fmla="val 2846546"/>
                <a:gd name="f106" fmla="val 1168908"/>
                <a:gd name="f107" fmla="val 2872550"/>
                <a:gd name="f108" fmla="val 1102900"/>
                <a:gd name="f109" fmla="val 2898172"/>
                <a:gd name="f110" fmla="val 1036987"/>
                <a:gd name="f111" fmla="val 2922175"/>
                <a:gd name="f112" fmla="val 975455"/>
                <a:gd name="f113" fmla="val 2948273"/>
                <a:gd name="f114" fmla="val 914305"/>
                <a:gd name="f115" fmla="val 2963228"/>
                <a:gd name="f116" fmla="val 850011"/>
                <a:gd name="f117" fmla="val 2971229"/>
                <a:gd name="f118" fmla="val 815626"/>
                <a:gd name="f119" fmla="val 2976563"/>
                <a:gd name="f120" fmla="val 780764"/>
                <a:gd name="f121" fmla="val 2977325"/>
                <a:gd name="f122" fmla="val 745427"/>
                <a:gd name="f123" fmla="val 2979230"/>
                <a:gd name="f124" fmla="val 654844"/>
                <a:gd name="f125" fmla="val 2963323"/>
                <a:gd name="f126" fmla="val 564261"/>
                <a:gd name="f127" fmla="val 2929509"/>
                <a:gd name="f128" fmla="val 480155"/>
                <a:gd name="f129" fmla="val 2851309"/>
                <a:gd name="f130" fmla="val 285655"/>
                <a:gd name="f131" fmla="val 2563082"/>
                <a:gd name="f132" fmla="+- 0 0 -90"/>
                <a:gd name="f133" fmla="*/ f3 1 2977477"/>
                <a:gd name="f134" fmla="*/ f4 1 4627149"/>
                <a:gd name="f135" fmla="+- f7 0 f5"/>
                <a:gd name="f136" fmla="+- f6 0 f5"/>
                <a:gd name="f137" fmla="*/ f132 f0 1"/>
                <a:gd name="f138" fmla="*/ f136 1 2977477"/>
                <a:gd name="f139" fmla="*/ f135 1 4627149"/>
                <a:gd name="f140" fmla="*/ 0 f136 1"/>
                <a:gd name="f141" fmla="*/ 4627150 f135 1"/>
                <a:gd name="f142" fmla="*/ 275082 f136 1"/>
                <a:gd name="f143" fmla="*/ 4341590 f135 1"/>
                <a:gd name="f144" fmla="*/ 502825 f136 1"/>
                <a:gd name="f145" fmla="*/ 4054126 f135 1"/>
                <a:gd name="f146" fmla="*/ 666179 f136 1"/>
                <a:gd name="f147" fmla="*/ 3890677 f135 1"/>
                <a:gd name="f148" fmla="*/ 864203 f136 1"/>
                <a:gd name="f149" fmla="*/ 3675983 f135 1"/>
                <a:gd name="f150" fmla="*/ 982599 f136 1"/>
                <a:gd name="f151" fmla="*/ 3557492 f135 1"/>
                <a:gd name="f152" fmla="*/ 1188244 f136 1"/>
                <a:gd name="f153" fmla="*/ 3329654 f135 1"/>
                <a:gd name="f154" fmla="*/ 1344740 f136 1"/>
                <a:gd name="f155" fmla="*/ 3146774 f135 1"/>
                <a:gd name="f156" fmla="*/ 1470755 f136 1"/>
                <a:gd name="f157" fmla="*/ 2984659 f135 1"/>
                <a:gd name="f158" fmla="*/ 1657636 f136 1"/>
                <a:gd name="f159" fmla="*/ 2670239 f135 1"/>
                <a:gd name="f160" fmla="*/ 1762887 f136 1"/>
                <a:gd name="f161" fmla="*/ 2473547 f135 1"/>
                <a:gd name="f162" fmla="*/ 1866710 f136 1"/>
                <a:gd name="f163" fmla="*/ 2290667 f135 1"/>
                <a:gd name="f164" fmla="*/ 2106263 f136 1"/>
                <a:gd name="f165" fmla="*/ 2030254 f135 1"/>
                <a:gd name="f166" fmla="*/ 2277237 f136 1"/>
                <a:gd name="f167" fmla="*/ 1859185 f135 1"/>
                <a:gd name="f168" fmla="*/ 2499455 f136 1"/>
                <a:gd name="f169" fmla="*/ 1656207 f135 1"/>
                <a:gd name="f170" fmla="*/ 2707100 f136 1"/>
                <a:gd name="f171" fmla="*/ 1390269 f135 1"/>
                <a:gd name="f172" fmla="*/ 2812352 f136 1"/>
                <a:gd name="f173" fmla="*/ 1230916 f135 1"/>
                <a:gd name="f174" fmla="*/ 2898172 f136 1"/>
                <a:gd name="f175" fmla="*/ 1036987 f135 1"/>
                <a:gd name="f176" fmla="*/ 2963228 f136 1"/>
                <a:gd name="f177" fmla="*/ 850011 f135 1"/>
                <a:gd name="f178" fmla="*/ 2977325 f136 1"/>
                <a:gd name="f179" fmla="*/ 745427 f135 1"/>
                <a:gd name="f180" fmla="*/ 2929509 f136 1"/>
                <a:gd name="f181" fmla="*/ 480155 f135 1"/>
                <a:gd name="f182" fmla="*/ 2563082 f136 1"/>
                <a:gd name="f183" fmla="*/ 0 f135 1"/>
                <a:gd name="f184" fmla="*/ f137 1 f2"/>
                <a:gd name="f185" fmla="*/ f140 1 2977477"/>
                <a:gd name="f186" fmla="*/ f141 1 4627149"/>
                <a:gd name="f187" fmla="*/ f142 1 2977477"/>
                <a:gd name="f188" fmla="*/ f143 1 4627149"/>
                <a:gd name="f189" fmla="*/ f144 1 2977477"/>
                <a:gd name="f190" fmla="*/ f145 1 4627149"/>
                <a:gd name="f191" fmla="*/ f146 1 2977477"/>
                <a:gd name="f192" fmla="*/ f147 1 4627149"/>
                <a:gd name="f193" fmla="*/ f148 1 2977477"/>
                <a:gd name="f194" fmla="*/ f149 1 4627149"/>
                <a:gd name="f195" fmla="*/ f150 1 2977477"/>
                <a:gd name="f196" fmla="*/ f151 1 4627149"/>
                <a:gd name="f197" fmla="*/ f152 1 2977477"/>
                <a:gd name="f198" fmla="*/ f153 1 4627149"/>
                <a:gd name="f199" fmla="*/ f154 1 2977477"/>
                <a:gd name="f200" fmla="*/ f155 1 4627149"/>
                <a:gd name="f201" fmla="*/ f156 1 2977477"/>
                <a:gd name="f202" fmla="*/ f157 1 4627149"/>
                <a:gd name="f203" fmla="*/ f158 1 2977477"/>
                <a:gd name="f204" fmla="*/ f159 1 4627149"/>
                <a:gd name="f205" fmla="*/ f160 1 2977477"/>
                <a:gd name="f206" fmla="*/ f161 1 4627149"/>
                <a:gd name="f207" fmla="*/ f162 1 2977477"/>
                <a:gd name="f208" fmla="*/ f163 1 4627149"/>
                <a:gd name="f209" fmla="*/ f164 1 2977477"/>
                <a:gd name="f210" fmla="*/ f165 1 4627149"/>
                <a:gd name="f211" fmla="*/ f166 1 2977477"/>
                <a:gd name="f212" fmla="*/ f167 1 4627149"/>
                <a:gd name="f213" fmla="*/ f168 1 2977477"/>
                <a:gd name="f214" fmla="*/ f169 1 4627149"/>
                <a:gd name="f215" fmla="*/ f170 1 2977477"/>
                <a:gd name="f216" fmla="*/ f171 1 4627149"/>
                <a:gd name="f217" fmla="*/ f172 1 2977477"/>
                <a:gd name="f218" fmla="*/ f173 1 4627149"/>
                <a:gd name="f219" fmla="*/ f174 1 2977477"/>
                <a:gd name="f220" fmla="*/ f175 1 4627149"/>
                <a:gd name="f221" fmla="*/ f176 1 2977477"/>
                <a:gd name="f222" fmla="*/ f177 1 4627149"/>
                <a:gd name="f223" fmla="*/ f178 1 2977477"/>
                <a:gd name="f224" fmla="*/ f179 1 4627149"/>
                <a:gd name="f225" fmla="*/ f180 1 2977477"/>
                <a:gd name="f226" fmla="*/ f181 1 4627149"/>
                <a:gd name="f227" fmla="*/ f182 1 2977477"/>
                <a:gd name="f228" fmla="*/ f183 1 4627149"/>
                <a:gd name="f229" fmla="*/ f5 1 f138"/>
                <a:gd name="f230" fmla="*/ f6 1 f138"/>
                <a:gd name="f231" fmla="*/ f5 1 f139"/>
                <a:gd name="f232" fmla="*/ f7 1 f139"/>
                <a:gd name="f233" fmla="+- f184 0 f1"/>
                <a:gd name="f234" fmla="*/ f185 1 f138"/>
                <a:gd name="f235" fmla="*/ f186 1 f139"/>
                <a:gd name="f236" fmla="*/ f187 1 f138"/>
                <a:gd name="f237" fmla="*/ f188 1 f139"/>
                <a:gd name="f238" fmla="*/ f189 1 f138"/>
                <a:gd name="f239" fmla="*/ f190 1 f139"/>
                <a:gd name="f240" fmla="*/ f191 1 f138"/>
                <a:gd name="f241" fmla="*/ f192 1 f139"/>
                <a:gd name="f242" fmla="*/ f193 1 f138"/>
                <a:gd name="f243" fmla="*/ f194 1 f139"/>
                <a:gd name="f244" fmla="*/ f195 1 f138"/>
                <a:gd name="f245" fmla="*/ f196 1 f139"/>
                <a:gd name="f246" fmla="*/ f197 1 f138"/>
                <a:gd name="f247" fmla="*/ f198 1 f139"/>
                <a:gd name="f248" fmla="*/ f199 1 f138"/>
                <a:gd name="f249" fmla="*/ f200 1 f139"/>
                <a:gd name="f250" fmla="*/ f201 1 f138"/>
                <a:gd name="f251" fmla="*/ f202 1 f139"/>
                <a:gd name="f252" fmla="*/ f203 1 f138"/>
                <a:gd name="f253" fmla="*/ f204 1 f139"/>
                <a:gd name="f254" fmla="*/ f205 1 f138"/>
                <a:gd name="f255" fmla="*/ f206 1 f139"/>
                <a:gd name="f256" fmla="*/ f207 1 f138"/>
                <a:gd name="f257" fmla="*/ f208 1 f139"/>
                <a:gd name="f258" fmla="*/ f209 1 f138"/>
                <a:gd name="f259" fmla="*/ f210 1 f139"/>
                <a:gd name="f260" fmla="*/ f211 1 f138"/>
                <a:gd name="f261" fmla="*/ f212 1 f139"/>
                <a:gd name="f262" fmla="*/ f213 1 f138"/>
                <a:gd name="f263" fmla="*/ f214 1 f139"/>
                <a:gd name="f264" fmla="*/ f215 1 f138"/>
                <a:gd name="f265" fmla="*/ f216 1 f139"/>
                <a:gd name="f266" fmla="*/ f217 1 f138"/>
                <a:gd name="f267" fmla="*/ f218 1 f139"/>
                <a:gd name="f268" fmla="*/ f219 1 f138"/>
                <a:gd name="f269" fmla="*/ f220 1 f139"/>
                <a:gd name="f270" fmla="*/ f221 1 f138"/>
                <a:gd name="f271" fmla="*/ f222 1 f139"/>
                <a:gd name="f272" fmla="*/ f223 1 f138"/>
                <a:gd name="f273" fmla="*/ f224 1 f139"/>
                <a:gd name="f274" fmla="*/ f225 1 f138"/>
                <a:gd name="f275" fmla="*/ f226 1 f139"/>
                <a:gd name="f276" fmla="*/ f227 1 f138"/>
                <a:gd name="f277" fmla="*/ f228 1 f139"/>
                <a:gd name="f278" fmla="*/ f229 f133 1"/>
                <a:gd name="f279" fmla="*/ f230 f133 1"/>
                <a:gd name="f280" fmla="*/ f232 f134 1"/>
                <a:gd name="f281" fmla="*/ f231 f134 1"/>
                <a:gd name="f282" fmla="*/ f234 f133 1"/>
                <a:gd name="f283" fmla="*/ f235 f134 1"/>
                <a:gd name="f284" fmla="*/ f236 f133 1"/>
                <a:gd name="f285" fmla="*/ f237 f134 1"/>
                <a:gd name="f286" fmla="*/ f238 f133 1"/>
                <a:gd name="f287" fmla="*/ f239 f134 1"/>
                <a:gd name="f288" fmla="*/ f240 f133 1"/>
                <a:gd name="f289" fmla="*/ f241 f134 1"/>
                <a:gd name="f290" fmla="*/ f242 f133 1"/>
                <a:gd name="f291" fmla="*/ f243 f134 1"/>
                <a:gd name="f292" fmla="*/ f244 f133 1"/>
                <a:gd name="f293" fmla="*/ f245 f134 1"/>
                <a:gd name="f294" fmla="*/ f246 f133 1"/>
                <a:gd name="f295" fmla="*/ f247 f134 1"/>
                <a:gd name="f296" fmla="*/ f248 f133 1"/>
                <a:gd name="f297" fmla="*/ f249 f134 1"/>
                <a:gd name="f298" fmla="*/ f250 f133 1"/>
                <a:gd name="f299" fmla="*/ f251 f134 1"/>
                <a:gd name="f300" fmla="*/ f252 f133 1"/>
                <a:gd name="f301" fmla="*/ f253 f134 1"/>
                <a:gd name="f302" fmla="*/ f254 f133 1"/>
                <a:gd name="f303" fmla="*/ f255 f134 1"/>
                <a:gd name="f304" fmla="*/ f256 f133 1"/>
                <a:gd name="f305" fmla="*/ f257 f134 1"/>
                <a:gd name="f306" fmla="*/ f258 f133 1"/>
                <a:gd name="f307" fmla="*/ f259 f134 1"/>
                <a:gd name="f308" fmla="*/ f260 f133 1"/>
                <a:gd name="f309" fmla="*/ f261 f134 1"/>
                <a:gd name="f310" fmla="*/ f262 f133 1"/>
                <a:gd name="f311" fmla="*/ f263 f134 1"/>
                <a:gd name="f312" fmla="*/ f264 f133 1"/>
                <a:gd name="f313" fmla="*/ f265 f134 1"/>
                <a:gd name="f314" fmla="*/ f266 f133 1"/>
                <a:gd name="f315" fmla="*/ f267 f134 1"/>
                <a:gd name="f316" fmla="*/ f268 f133 1"/>
                <a:gd name="f317" fmla="*/ f269 f134 1"/>
                <a:gd name="f318" fmla="*/ f270 f133 1"/>
                <a:gd name="f319" fmla="*/ f271 f134 1"/>
                <a:gd name="f320" fmla="*/ f272 f133 1"/>
                <a:gd name="f321" fmla="*/ f273 f134 1"/>
                <a:gd name="f322" fmla="*/ f274 f133 1"/>
                <a:gd name="f323" fmla="*/ f275 f134 1"/>
                <a:gd name="f324" fmla="*/ f276 f133 1"/>
                <a:gd name="f325" fmla="*/ f277 f134 1"/>
              </a:gdLst>
              <a:ahLst/>
              <a:cxnLst>
                <a:cxn ang="3cd4">
                  <a:pos x="hc" y="t"/>
                </a:cxn>
                <a:cxn ang="0">
                  <a:pos x="r" y="vc"/>
                </a:cxn>
                <a:cxn ang="cd4">
                  <a:pos x="hc" y="b"/>
                </a:cxn>
                <a:cxn ang="cd2">
                  <a:pos x="l" y="vc"/>
                </a:cxn>
                <a:cxn ang="f233">
                  <a:pos x="f282" y="f283"/>
                </a:cxn>
                <a:cxn ang="f233">
                  <a:pos x="f284" y="f285"/>
                </a:cxn>
                <a:cxn ang="f233">
                  <a:pos x="f286" y="f287"/>
                </a:cxn>
                <a:cxn ang="f233">
                  <a:pos x="f288" y="f289"/>
                </a:cxn>
                <a:cxn ang="f233">
                  <a:pos x="f290" y="f291"/>
                </a:cxn>
                <a:cxn ang="f233">
                  <a:pos x="f292" y="f293"/>
                </a:cxn>
                <a:cxn ang="f233">
                  <a:pos x="f294" y="f295"/>
                </a:cxn>
                <a:cxn ang="f233">
                  <a:pos x="f296" y="f297"/>
                </a:cxn>
                <a:cxn ang="f233">
                  <a:pos x="f298" y="f299"/>
                </a:cxn>
                <a:cxn ang="f233">
                  <a:pos x="f300" y="f301"/>
                </a:cxn>
                <a:cxn ang="f233">
                  <a:pos x="f302" y="f303"/>
                </a:cxn>
                <a:cxn ang="f233">
                  <a:pos x="f304" y="f305"/>
                </a:cxn>
                <a:cxn ang="f233">
                  <a:pos x="f306" y="f307"/>
                </a:cxn>
                <a:cxn ang="f233">
                  <a:pos x="f308" y="f309"/>
                </a:cxn>
                <a:cxn ang="f233">
                  <a:pos x="f310" y="f311"/>
                </a:cxn>
                <a:cxn ang="f233">
                  <a:pos x="f312" y="f313"/>
                </a:cxn>
                <a:cxn ang="f233">
                  <a:pos x="f314" y="f315"/>
                </a:cxn>
                <a:cxn ang="f233">
                  <a:pos x="f316" y="f317"/>
                </a:cxn>
                <a:cxn ang="f233">
                  <a:pos x="f318" y="f319"/>
                </a:cxn>
                <a:cxn ang="f233">
                  <a:pos x="f320" y="f321"/>
                </a:cxn>
                <a:cxn ang="f233">
                  <a:pos x="f322" y="f323"/>
                </a:cxn>
                <a:cxn ang="f233">
                  <a:pos x="f324" y="f325"/>
                </a:cxn>
              </a:cxnLst>
              <a:rect l="f278" t="f281" r="f279" b="f280"/>
              <a:pathLst>
                <a:path w="2977477" h="4627149">
                  <a:moveTo>
                    <a:pt x="f5" y="f8"/>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cubicBezTo>
                    <a:pt x="f63" y="f64"/>
                    <a:pt x="f65" y="f66"/>
                    <a:pt x="f67" y="f68"/>
                  </a:cubicBezTo>
                  <a:cubicBezTo>
                    <a:pt x="f69" y="f70"/>
                    <a:pt x="f71" y="f72"/>
                    <a:pt x="f73" y="f74"/>
                  </a:cubicBezTo>
                  <a:cubicBezTo>
                    <a:pt x="f75" y="f76"/>
                    <a:pt x="f77" y="f78"/>
                    <a:pt x="f79" y="f80"/>
                  </a:cubicBezTo>
                  <a:cubicBezTo>
                    <a:pt x="f81" y="f82"/>
                    <a:pt x="f83" y="f84"/>
                    <a:pt x="f85" y="f86"/>
                  </a:cubicBezTo>
                  <a:cubicBezTo>
                    <a:pt x="f87" y="f88"/>
                    <a:pt x="f89" y="f90"/>
                    <a:pt x="f91" y="f92"/>
                  </a:cubicBezTo>
                  <a:cubicBezTo>
                    <a:pt x="f93" y="f94"/>
                    <a:pt x="f95" y="f96"/>
                    <a:pt x="f97" y="f98"/>
                  </a:cubicBezTo>
                  <a:cubicBezTo>
                    <a:pt x="f99" y="f100"/>
                    <a:pt x="f101" y="f102"/>
                    <a:pt x="f103" y="f104"/>
                  </a:cubicBezTo>
                  <a:cubicBezTo>
                    <a:pt x="f105" y="f106"/>
                    <a:pt x="f107" y="f108"/>
                    <a:pt x="f109" y="f110"/>
                  </a:cubicBezTo>
                  <a:cubicBezTo>
                    <a:pt x="f111" y="f112"/>
                    <a:pt x="f113" y="f114"/>
                    <a:pt x="f115" y="f116"/>
                  </a:cubicBezTo>
                  <a:cubicBezTo>
                    <a:pt x="f117" y="f118"/>
                    <a:pt x="f119" y="f120"/>
                    <a:pt x="f121" y="f122"/>
                  </a:cubicBezTo>
                  <a:cubicBezTo>
                    <a:pt x="f123" y="f124"/>
                    <a:pt x="f125" y="f126"/>
                    <a:pt x="f127" y="f128"/>
                  </a:cubicBezTo>
                  <a:cubicBezTo>
                    <a:pt x="f129" y="f130"/>
                    <a:pt x="f131" y="f5"/>
                    <a:pt x="f131"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8" name="Freeform: Shape 17">
              <a:extLst>
                <a:ext uri="{FF2B5EF4-FFF2-40B4-BE49-F238E27FC236}">
                  <a16:creationId xmlns:a16="http://schemas.microsoft.com/office/drawing/2014/main" id="{6EA3F317-E673-46ED-BD82-1D5A9EF185F0}"/>
                </a:ext>
              </a:extLst>
            </p:cNvPr>
            <p:cNvSpPr/>
            <p:nvPr/>
          </p:nvSpPr>
          <p:spPr>
            <a:xfrm>
              <a:off x="25091" y="15179"/>
              <a:ext cx="1566147" cy="2737265"/>
            </a:xfrm>
            <a:custGeom>
              <a:avLst/>
              <a:gdLst>
                <a:gd name="f0" fmla="val 10800000"/>
                <a:gd name="f1" fmla="val 5400000"/>
                <a:gd name="f2" fmla="val 180"/>
                <a:gd name="f3" fmla="val w"/>
                <a:gd name="f4" fmla="val h"/>
                <a:gd name="f5" fmla="val 0"/>
                <a:gd name="f6" fmla="val 2356712"/>
                <a:gd name="f7" fmla="val 4118991"/>
                <a:gd name="f8" fmla="val 1707071"/>
                <a:gd name="f9" fmla="val 1715357"/>
                <a:gd name="f10" fmla="val 22098"/>
                <a:gd name="f11" fmla="val 1812608"/>
                <a:gd name="f12" fmla="val 224409"/>
                <a:gd name="f13" fmla="val 1824514"/>
                <a:gd name="f14" fmla="val 244697"/>
                <a:gd name="f15" fmla="val 1844802"/>
                <a:gd name="f16" fmla="val 279273"/>
                <a:gd name="f17" fmla="val 1876996"/>
                <a:gd name="f18" fmla="val 304324"/>
                <a:gd name="f19" fmla="val 1908715"/>
                <a:gd name="f20" fmla="val 328994"/>
                <a:gd name="f21" fmla="val 2019967"/>
                <a:gd name="f22" fmla="val 415195"/>
                <a:gd name="f23" fmla="val 2137886"/>
                <a:gd name="f24" fmla="val 494633"/>
                <a:gd name="f25" fmla="val 2226469"/>
                <a:gd name="f26" fmla="val 603695"/>
                <a:gd name="f27" fmla="val 2296287"/>
                <a:gd name="f28" fmla="val 689610"/>
                <a:gd name="f29" fmla="val 2347817"/>
                <a:gd name="f30" fmla="val 790480"/>
                <a:gd name="f31" fmla="val 2355628"/>
                <a:gd name="f32" fmla="val 900494"/>
                <a:gd name="f33" fmla="val 2363248"/>
                <a:gd name="f34" fmla="val 1007078"/>
                <a:gd name="f35" fmla="val 2329910"/>
                <a:gd name="f36" fmla="val 1111187"/>
                <a:gd name="f37" fmla="val 2281428"/>
                <a:gd name="f38" fmla="val 1206913"/>
                <a:gd name="f39" fmla="val 2233422"/>
                <a:gd name="f40" fmla="val 1301877"/>
                <a:gd name="f41" fmla="val 2170938"/>
                <a:gd name="f42" fmla="val 1388936"/>
                <a:gd name="f43" fmla="val 2092452"/>
                <a:gd name="f44" fmla="val 1460659"/>
                <a:gd name="f45" fmla="val 2016538"/>
                <a:gd name="f46" fmla="val 1530001"/>
                <a:gd name="f47" fmla="val 1927765"/>
                <a:gd name="f48" fmla="val 1583436"/>
                <a:gd name="f49" fmla="val 1834039"/>
                <a:gd name="f50" fmla="val 1625822"/>
                <a:gd name="f51" fmla="val 1743075"/>
                <a:gd name="f52" fmla="val 1666970"/>
                <a:gd name="f53" fmla="val 1647730"/>
                <a:gd name="f54" fmla="val 1697736"/>
                <a:gd name="f55" fmla="val 1558862"/>
                <a:gd name="f56" fmla="val 1494758"/>
                <a:gd name="f57" fmla="val 1775841"/>
                <a:gd name="f58" fmla="val 1434275"/>
                <a:gd name="f59" fmla="val 1816132"/>
                <a:gd name="f60" fmla="val 1386554"/>
                <a:gd name="f61" fmla="val 1869948"/>
                <a:gd name="f62" fmla="val 1334548"/>
                <a:gd name="f63" fmla="val 1928622"/>
                <a:gd name="f64" fmla="val 1300544"/>
                <a:gd name="f65" fmla="val 2000345"/>
                <a:gd name="f66" fmla="val 1271683"/>
                <a:gd name="f67" fmla="val 2073402"/>
                <a:gd name="f68" fmla="val 1235202"/>
                <a:gd name="f69" fmla="val 2165699"/>
                <a:gd name="f70" fmla="val 1206722"/>
                <a:gd name="f71" fmla="val 2260759"/>
                <a:gd name="f72" fmla="val 1178338"/>
                <a:gd name="f73" fmla="val 2355914"/>
                <a:gd name="f74" fmla="val 1156240"/>
                <a:gd name="f75" fmla="val 2429923"/>
                <a:gd name="f76" fmla="val 1134237"/>
                <a:gd name="f77" fmla="val 2504028"/>
                <a:gd name="f78" fmla="val 1113758"/>
                <a:gd name="f79" fmla="val 2578513"/>
                <a:gd name="f80" fmla="val 1090041"/>
                <a:gd name="f81" fmla="val 2664714"/>
                <a:gd name="f82" fmla="val 1068134"/>
                <a:gd name="f83" fmla="val 2751678"/>
                <a:gd name="f84" fmla="val 1034796"/>
                <a:gd name="f85" fmla="val 2834640"/>
                <a:gd name="f86" fmla="val 1000125"/>
                <a:gd name="f87" fmla="val 2920841"/>
                <a:gd name="f88" fmla="val 953643"/>
                <a:gd name="f89" fmla="val 3001613"/>
                <a:gd name="f90" fmla="val 905637"/>
                <a:gd name="f91" fmla="val 3081242"/>
                <a:gd name="f92" fmla="val 869442"/>
                <a:gd name="f93" fmla="val 3141155"/>
                <a:gd name="f94" fmla="val 832295"/>
                <a:gd name="f95" fmla="val 3200400"/>
                <a:gd name="f96" fmla="val 793147"/>
                <a:gd name="f97" fmla="val 3258407"/>
                <a:gd name="f98" fmla="val 718661"/>
                <a:gd name="f99" fmla="val 3368802"/>
                <a:gd name="f100" fmla="val 637223"/>
                <a:gd name="f101" fmla="val 3474434"/>
                <a:gd name="f102" fmla="val 546735"/>
                <a:gd name="f103" fmla="val 3571970"/>
                <a:gd name="f104" fmla="val 482632"/>
                <a:gd name="f105" fmla="val 3641027"/>
                <a:gd name="f106" fmla="val 414147"/>
                <a:gd name="f107" fmla="val 3705797"/>
                <a:gd name="f108" fmla="val 346996"/>
                <a:gd name="f109" fmla="val 3771900"/>
                <a:gd name="f110" fmla="val 288989"/>
                <a:gd name="f111" fmla="val 3828764"/>
                <a:gd name="f112" fmla="val 232029"/>
                <a:gd name="f113" fmla="val 3886676"/>
                <a:gd name="f114" fmla="val 174689"/>
                <a:gd name="f115" fmla="val 3944207"/>
                <a:gd name="f116" fmla="val 116586"/>
                <a:gd name="f117" fmla="val 4002596"/>
                <a:gd name="f118" fmla="val 58293"/>
                <a:gd name="f119" fmla="val 4060698"/>
                <a:gd name="f120" fmla="+- 0 0 -90"/>
                <a:gd name="f121" fmla="*/ f3 1 2356712"/>
                <a:gd name="f122" fmla="*/ f4 1 4118991"/>
                <a:gd name="f123" fmla="+- f7 0 f5"/>
                <a:gd name="f124" fmla="+- f6 0 f5"/>
                <a:gd name="f125" fmla="*/ f120 f0 1"/>
                <a:gd name="f126" fmla="*/ f124 1 2356712"/>
                <a:gd name="f127" fmla="*/ f123 1 4118991"/>
                <a:gd name="f128" fmla="*/ 1707071 f124 1"/>
                <a:gd name="f129" fmla="*/ 0 f123 1"/>
                <a:gd name="f130" fmla="*/ 1824514 f124 1"/>
                <a:gd name="f131" fmla="*/ 244697 f123 1"/>
                <a:gd name="f132" fmla="*/ 1908715 f124 1"/>
                <a:gd name="f133" fmla="*/ 328994 f123 1"/>
                <a:gd name="f134" fmla="*/ 2226469 f124 1"/>
                <a:gd name="f135" fmla="*/ 603695 f123 1"/>
                <a:gd name="f136" fmla="*/ 2355628 f124 1"/>
                <a:gd name="f137" fmla="*/ 900494 f123 1"/>
                <a:gd name="f138" fmla="*/ 2281428 f124 1"/>
                <a:gd name="f139" fmla="*/ 1206913 f123 1"/>
                <a:gd name="f140" fmla="*/ 2092452 f124 1"/>
                <a:gd name="f141" fmla="*/ 1460659 f123 1"/>
                <a:gd name="f142" fmla="*/ 1834039 f124 1"/>
                <a:gd name="f143" fmla="*/ 1625822 f123 1"/>
                <a:gd name="f144" fmla="*/ 1558862 f124 1"/>
                <a:gd name="f145" fmla="*/ 1743075 f123 1"/>
                <a:gd name="f146" fmla="*/ 1386554 f124 1"/>
                <a:gd name="f147" fmla="*/ 1869948 f123 1"/>
                <a:gd name="f148" fmla="*/ 1271683 f124 1"/>
                <a:gd name="f149" fmla="*/ 2073402 f123 1"/>
                <a:gd name="f150" fmla="*/ 1178338 f124 1"/>
                <a:gd name="f151" fmla="*/ 2355914 f123 1"/>
                <a:gd name="f152" fmla="*/ 1113758 f124 1"/>
                <a:gd name="f153" fmla="*/ 2578513 f123 1"/>
                <a:gd name="f154" fmla="*/ 1034796 f124 1"/>
                <a:gd name="f155" fmla="*/ 2834640 f123 1"/>
                <a:gd name="f156" fmla="*/ 905637 f124 1"/>
                <a:gd name="f157" fmla="*/ 3081242 f123 1"/>
                <a:gd name="f158" fmla="*/ 793147 f124 1"/>
                <a:gd name="f159" fmla="*/ 3258407 f123 1"/>
                <a:gd name="f160" fmla="*/ 546735 f124 1"/>
                <a:gd name="f161" fmla="*/ 3571970 f123 1"/>
                <a:gd name="f162" fmla="*/ 346996 f124 1"/>
                <a:gd name="f163" fmla="*/ 3771900 f123 1"/>
                <a:gd name="f164" fmla="*/ 174689 f124 1"/>
                <a:gd name="f165" fmla="*/ 3944207 f123 1"/>
                <a:gd name="f166" fmla="*/ 0 f124 1"/>
                <a:gd name="f167" fmla="*/ 4118991 f123 1"/>
                <a:gd name="f168" fmla="*/ f125 1 f2"/>
                <a:gd name="f169" fmla="*/ f128 1 2356712"/>
                <a:gd name="f170" fmla="*/ f129 1 4118991"/>
                <a:gd name="f171" fmla="*/ f130 1 2356712"/>
                <a:gd name="f172" fmla="*/ f131 1 4118991"/>
                <a:gd name="f173" fmla="*/ f132 1 2356712"/>
                <a:gd name="f174" fmla="*/ f133 1 4118991"/>
                <a:gd name="f175" fmla="*/ f134 1 2356712"/>
                <a:gd name="f176" fmla="*/ f135 1 4118991"/>
                <a:gd name="f177" fmla="*/ f136 1 2356712"/>
                <a:gd name="f178" fmla="*/ f137 1 4118991"/>
                <a:gd name="f179" fmla="*/ f138 1 2356712"/>
                <a:gd name="f180" fmla="*/ f139 1 4118991"/>
                <a:gd name="f181" fmla="*/ f140 1 2356712"/>
                <a:gd name="f182" fmla="*/ f141 1 4118991"/>
                <a:gd name="f183" fmla="*/ f142 1 2356712"/>
                <a:gd name="f184" fmla="*/ f143 1 4118991"/>
                <a:gd name="f185" fmla="*/ f144 1 2356712"/>
                <a:gd name="f186" fmla="*/ f145 1 4118991"/>
                <a:gd name="f187" fmla="*/ f146 1 2356712"/>
                <a:gd name="f188" fmla="*/ f147 1 4118991"/>
                <a:gd name="f189" fmla="*/ f148 1 2356712"/>
                <a:gd name="f190" fmla="*/ f149 1 4118991"/>
                <a:gd name="f191" fmla="*/ f150 1 2356712"/>
                <a:gd name="f192" fmla="*/ f151 1 4118991"/>
                <a:gd name="f193" fmla="*/ f152 1 2356712"/>
                <a:gd name="f194" fmla="*/ f153 1 4118991"/>
                <a:gd name="f195" fmla="*/ f154 1 2356712"/>
                <a:gd name="f196" fmla="*/ f155 1 4118991"/>
                <a:gd name="f197" fmla="*/ f156 1 2356712"/>
                <a:gd name="f198" fmla="*/ f157 1 4118991"/>
                <a:gd name="f199" fmla="*/ f158 1 2356712"/>
                <a:gd name="f200" fmla="*/ f159 1 4118991"/>
                <a:gd name="f201" fmla="*/ f160 1 2356712"/>
                <a:gd name="f202" fmla="*/ f161 1 4118991"/>
                <a:gd name="f203" fmla="*/ f162 1 2356712"/>
                <a:gd name="f204" fmla="*/ f163 1 4118991"/>
                <a:gd name="f205" fmla="*/ f164 1 2356712"/>
                <a:gd name="f206" fmla="*/ f165 1 4118991"/>
                <a:gd name="f207" fmla="*/ f166 1 2356712"/>
                <a:gd name="f208" fmla="*/ f167 1 4118991"/>
                <a:gd name="f209" fmla="*/ f5 1 f126"/>
                <a:gd name="f210" fmla="*/ f6 1 f126"/>
                <a:gd name="f211" fmla="*/ f5 1 f127"/>
                <a:gd name="f212" fmla="*/ f7 1 f127"/>
                <a:gd name="f213" fmla="+- f168 0 f1"/>
                <a:gd name="f214" fmla="*/ f169 1 f126"/>
                <a:gd name="f215" fmla="*/ f170 1 f127"/>
                <a:gd name="f216" fmla="*/ f171 1 f126"/>
                <a:gd name="f217" fmla="*/ f172 1 f127"/>
                <a:gd name="f218" fmla="*/ f173 1 f126"/>
                <a:gd name="f219" fmla="*/ f174 1 f127"/>
                <a:gd name="f220" fmla="*/ f175 1 f126"/>
                <a:gd name="f221" fmla="*/ f176 1 f127"/>
                <a:gd name="f222" fmla="*/ f177 1 f126"/>
                <a:gd name="f223" fmla="*/ f178 1 f127"/>
                <a:gd name="f224" fmla="*/ f179 1 f126"/>
                <a:gd name="f225" fmla="*/ f180 1 f127"/>
                <a:gd name="f226" fmla="*/ f181 1 f126"/>
                <a:gd name="f227" fmla="*/ f182 1 f127"/>
                <a:gd name="f228" fmla="*/ f183 1 f126"/>
                <a:gd name="f229" fmla="*/ f184 1 f127"/>
                <a:gd name="f230" fmla="*/ f185 1 f126"/>
                <a:gd name="f231" fmla="*/ f186 1 f127"/>
                <a:gd name="f232" fmla="*/ f187 1 f126"/>
                <a:gd name="f233" fmla="*/ f188 1 f127"/>
                <a:gd name="f234" fmla="*/ f189 1 f126"/>
                <a:gd name="f235" fmla="*/ f190 1 f127"/>
                <a:gd name="f236" fmla="*/ f191 1 f126"/>
                <a:gd name="f237" fmla="*/ f192 1 f127"/>
                <a:gd name="f238" fmla="*/ f193 1 f126"/>
                <a:gd name="f239" fmla="*/ f194 1 f127"/>
                <a:gd name="f240" fmla="*/ f195 1 f126"/>
                <a:gd name="f241" fmla="*/ f196 1 f127"/>
                <a:gd name="f242" fmla="*/ f197 1 f126"/>
                <a:gd name="f243" fmla="*/ f198 1 f127"/>
                <a:gd name="f244" fmla="*/ f199 1 f126"/>
                <a:gd name="f245" fmla="*/ f200 1 f127"/>
                <a:gd name="f246" fmla="*/ f201 1 f126"/>
                <a:gd name="f247" fmla="*/ f202 1 f127"/>
                <a:gd name="f248" fmla="*/ f203 1 f126"/>
                <a:gd name="f249" fmla="*/ f204 1 f127"/>
                <a:gd name="f250" fmla="*/ f205 1 f126"/>
                <a:gd name="f251" fmla="*/ f206 1 f127"/>
                <a:gd name="f252" fmla="*/ f207 1 f126"/>
                <a:gd name="f253" fmla="*/ f208 1 f127"/>
                <a:gd name="f254" fmla="*/ f209 f121 1"/>
                <a:gd name="f255" fmla="*/ f210 f121 1"/>
                <a:gd name="f256" fmla="*/ f212 f122 1"/>
                <a:gd name="f257" fmla="*/ f211 f122 1"/>
                <a:gd name="f258" fmla="*/ f214 f121 1"/>
                <a:gd name="f259" fmla="*/ f215 f122 1"/>
                <a:gd name="f260" fmla="*/ f216 f121 1"/>
                <a:gd name="f261" fmla="*/ f217 f122 1"/>
                <a:gd name="f262" fmla="*/ f218 f121 1"/>
                <a:gd name="f263" fmla="*/ f219 f122 1"/>
                <a:gd name="f264" fmla="*/ f220 f121 1"/>
                <a:gd name="f265" fmla="*/ f221 f122 1"/>
                <a:gd name="f266" fmla="*/ f222 f121 1"/>
                <a:gd name="f267" fmla="*/ f223 f122 1"/>
                <a:gd name="f268" fmla="*/ f224 f121 1"/>
                <a:gd name="f269" fmla="*/ f225 f122 1"/>
                <a:gd name="f270" fmla="*/ f226 f121 1"/>
                <a:gd name="f271" fmla="*/ f227 f122 1"/>
                <a:gd name="f272" fmla="*/ f228 f121 1"/>
                <a:gd name="f273" fmla="*/ f229 f122 1"/>
                <a:gd name="f274" fmla="*/ f230 f121 1"/>
                <a:gd name="f275" fmla="*/ f231 f122 1"/>
                <a:gd name="f276" fmla="*/ f232 f121 1"/>
                <a:gd name="f277" fmla="*/ f233 f122 1"/>
                <a:gd name="f278" fmla="*/ f234 f121 1"/>
                <a:gd name="f279" fmla="*/ f235 f122 1"/>
                <a:gd name="f280" fmla="*/ f236 f121 1"/>
                <a:gd name="f281" fmla="*/ f237 f122 1"/>
                <a:gd name="f282" fmla="*/ f238 f121 1"/>
                <a:gd name="f283" fmla="*/ f239 f122 1"/>
                <a:gd name="f284" fmla="*/ f240 f121 1"/>
                <a:gd name="f285" fmla="*/ f241 f122 1"/>
                <a:gd name="f286" fmla="*/ f242 f121 1"/>
                <a:gd name="f287" fmla="*/ f243 f122 1"/>
                <a:gd name="f288" fmla="*/ f244 f121 1"/>
                <a:gd name="f289" fmla="*/ f245 f122 1"/>
                <a:gd name="f290" fmla="*/ f246 f121 1"/>
                <a:gd name="f291" fmla="*/ f247 f122 1"/>
                <a:gd name="f292" fmla="*/ f248 f121 1"/>
                <a:gd name="f293" fmla="*/ f249 f122 1"/>
                <a:gd name="f294" fmla="*/ f250 f121 1"/>
                <a:gd name="f295" fmla="*/ f251 f122 1"/>
                <a:gd name="f296" fmla="*/ f252 f121 1"/>
                <a:gd name="f297" fmla="*/ f253 f122 1"/>
              </a:gdLst>
              <a:ahLst/>
              <a:cxnLst>
                <a:cxn ang="3cd4">
                  <a:pos x="hc" y="t"/>
                </a:cxn>
                <a:cxn ang="0">
                  <a:pos x="r" y="vc"/>
                </a:cxn>
                <a:cxn ang="cd4">
                  <a:pos x="hc" y="b"/>
                </a:cxn>
                <a:cxn ang="cd2">
                  <a:pos x="l" y="vc"/>
                </a:cxn>
                <a:cxn ang="f213">
                  <a:pos x="f258" y="f259"/>
                </a:cxn>
                <a:cxn ang="f213">
                  <a:pos x="f260" y="f261"/>
                </a:cxn>
                <a:cxn ang="f213">
                  <a:pos x="f262" y="f263"/>
                </a:cxn>
                <a:cxn ang="f213">
                  <a:pos x="f264" y="f265"/>
                </a:cxn>
                <a:cxn ang="f213">
                  <a:pos x="f266" y="f267"/>
                </a:cxn>
                <a:cxn ang="f213">
                  <a:pos x="f268" y="f269"/>
                </a:cxn>
                <a:cxn ang="f213">
                  <a:pos x="f270" y="f271"/>
                </a:cxn>
                <a:cxn ang="f213">
                  <a:pos x="f272" y="f273"/>
                </a:cxn>
                <a:cxn ang="f213">
                  <a:pos x="f274" y="f275"/>
                </a:cxn>
                <a:cxn ang="f213">
                  <a:pos x="f276" y="f277"/>
                </a:cxn>
                <a:cxn ang="f213">
                  <a:pos x="f278" y="f279"/>
                </a:cxn>
                <a:cxn ang="f213">
                  <a:pos x="f280" y="f281"/>
                </a:cxn>
                <a:cxn ang="f213">
                  <a:pos x="f282" y="f283"/>
                </a:cxn>
                <a:cxn ang="f213">
                  <a:pos x="f284" y="f285"/>
                </a:cxn>
                <a:cxn ang="f213">
                  <a:pos x="f286" y="f287"/>
                </a:cxn>
                <a:cxn ang="f213">
                  <a:pos x="f288" y="f289"/>
                </a:cxn>
                <a:cxn ang="f213">
                  <a:pos x="f290" y="f291"/>
                </a:cxn>
                <a:cxn ang="f213">
                  <a:pos x="f292" y="f293"/>
                </a:cxn>
                <a:cxn ang="f213">
                  <a:pos x="f294" y="f295"/>
                </a:cxn>
                <a:cxn ang="f213">
                  <a:pos x="f296" y="f297"/>
                </a:cxn>
              </a:cxnLst>
              <a:rect l="f254" t="f257" r="f255" b="f256"/>
              <a:pathLst>
                <a:path w="2356712" h="4118991">
                  <a:moveTo>
                    <a:pt x="f8" y="f5"/>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1"/>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107"/>
                    <a:pt x="f108" y="f109"/>
                  </a:cubicBezTo>
                  <a:cubicBezTo>
                    <a:pt x="f110" y="f111"/>
                    <a:pt x="f112" y="f113"/>
                    <a:pt x="f114" y="f115"/>
                  </a:cubicBezTo>
                  <a:cubicBezTo>
                    <a:pt x="f116" y="f117"/>
                    <a:pt x="f118" y="f119"/>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9" name="Freeform: Shape 18">
              <a:extLst>
                <a:ext uri="{FF2B5EF4-FFF2-40B4-BE49-F238E27FC236}">
                  <a16:creationId xmlns:a16="http://schemas.microsoft.com/office/drawing/2014/main" id="{497181D6-AB14-4DA0-9755-A4C83139D027}"/>
                </a:ext>
              </a:extLst>
            </p:cNvPr>
            <p:cNvSpPr/>
            <p:nvPr/>
          </p:nvSpPr>
          <p:spPr>
            <a:xfrm>
              <a:off x="10844" y="15179"/>
              <a:ext cx="1368427" cy="2644975"/>
            </a:xfrm>
            <a:custGeom>
              <a:avLst/>
              <a:gdLst>
                <a:gd name="f0" fmla="val 10800000"/>
                <a:gd name="f1" fmla="val 5400000"/>
                <a:gd name="f2" fmla="val 180"/>
                <a:gd name="f3" fmla="val w"/>
                <a:gd name="f4" fmla="val h"/>
                <a:gd name="f5" fmla="val 0"/>
                <a:gd name="f6" fmla="val 2059193"/>
                <a:gd name="f7" fmla="val 3980116"/>
                <a:gd name="f8" fmla="val 91345"/>
                <a:gd name="f9" fmla="val 3889534"/>
                <a:gd name="f10" fmla="val 382715"/>
                <a:gd name="f11" fmla="val 3608737"/>
                <a:gd name="f12" fmla="val 471583"/>
                <a:gd name="f13" fmla="val 3515678"/>
                <a:gd name="f14" fmla="val 576358"/>
                <a:gd name="f15" fmla="val 3405949"/>
                <a:gd name="f16" fmla="val 675989"/>
                <a:gd name="f17" fmla="val 3290983"/>
                <a:gd name="f18" fmla="val 758666"/>
                <a:gd name="f19" fmla="val 3163824"/>
                <a:gd name="f20" fmla="val 836105"/>
                <a:gd name="f21" fmla="val 3044857"/>
                <a:gd name="f22" fmla="val 897445"/>
                <a:gd name="f23" fmla="val 2916079"/>
                <a:gd name="f24" fmla="val 940499"/>
                <a:gd name="f25" fmla="val 2780824"/>
                <a:gd name="f26" fmla="val 996315"/>
                <a:gd name="f27" fmla="val 2605754"/>
                <a:gd name="f28" fmla="val 1020985"/>
                <a:gd name="f29" fmla="val 2422874"/>
                <a:gd name="f30" fmla="val 1055370"/>
                <a:gd name="f31" fmla="val 2242185"/>
                <a:gd name="f32" fmla="val 1078611"/>
                <a:gd name="f33" fmla="val 2120075"/>
                <a:gd name="f34" fmla="val 1107472"/>
                <a:gd name="f35" fmla="val 1999107"/>
                <a:gd name="f36" fmla="val 1136714"/>
                <a:gd name="f37" fmla="val 1878330"/>
                <a:gd name="f38" fmla="val 1163098"/>
                <a:gd name="f39" fmla="val 1769174"/>
                <a:gd name="f40" fmla="val 1189482"/>
                <a:gd name="f41" fmla="val 1658588"/>
                <a:gd name="f42" fmla="val 1246727"/>
                <a:gd name="f43" fmla="val 1562386"/>
                <a:gd name="f44" fmla="val 1279208"/>
                <a:gd name="f45" fmla="val 1507808"/>
                <a:gd name="f46" fmla="val 1321689"/>
                <a:gd name="f47" fmla="val 1459039"/>
                <a:gd name="f48" fmla="val 1378363"/>
                <a:gd name="f49" fmla="val 1430750"/>
                <a:gd name="f50" fmla="val 1473327"/>
                <a:gd name="f51" fmla="val 1383221"/>
                <a:gd name="f52" fmla="val 1584865"/>
                <a:gd name="f53" fmla="val 1402652"/>
                <a:gd name="f54" fmla="val 1691831"/>
                <a:gd name="f55" fmla="val 1394841"/>
                <a:gd name="f56" fmla="val 1771079"/>
                <a:gd name="f57" fmla="val 1389031"/>
                <a:gd name="f58" fmla="val 1849279"/>
                <a:gd name="f59" fmla="val 1368266"/>
                <a:gd name="f60" fmla="val 1914335"/>
                <a:gd name="f61" fmla="val 1323023"/>
                <a:gd name="f62" fmla="val 1989963"/>
                <a:gd name="f63" fmla="val 1270445"/>
                <a:gd name="f64" fmla="val 2041493"/>
                <a:gd name="f65" fmla="val 1189101"/>
                <a:gd name="f66" fmla="val 2055495"/>
                <a:gd name="f67" fmla="val 1098042"/>
                <a:gd name="f68" fmla="val 2064258"/>
                <a:gd name="f69" fmla="val 1041178"/>
                <a:gd name="f70" fmla="val 2057591"/>
                <a:gd name="f71" fmla="val 982980"/>
                <a:gd name="f72" fmla="val 2033969"/>
                <a:gd name="f73" fmla="val 930497"/>
                <a:gd name="f74" fmla="val 2002727"/>
                <a:gd name="f75" fmla="val 861060"/>
                <a:gd name="f76" fmla="val 1945958"/>
                <a:gd name="f77" fmla="val 807625"/>
                <a:gd name="f78" fmla="val 1885664"/>
                <a:gd name="f79" fmla="val 760571"/>
                <a:gd name="f80" fmla="val 1809179"/>
                <a:gd name="f81" fmla="val 700945"/>
                <a:gd name="f82" fmla="val 1725549"/>
                <a:gd name="f83" fmla="val 651415"/>
                <a:gd name="f84" fmla="val 1636871"/>
                <a:gd name="f85" fmla="val 612172"/>
                <a:gd name="f86" fmla="val 1532763"/>
                <a:gd name="f87" fmla="val 566071"/>
                <a:gd name="f88" fmla="val 1421606"/>
                <a:gd name="f89" fmla="val 532543"/>
                <a:gd name="f90" fmla="val 1335405"/>
                <a:gd name="f91" fmla="val 459010"/>
                <a:gd name="f92" fmla="val 1277969"/>
                <a:gd name="f93" fmla="val 409956"/>
                <a:gd name="f94" fmla="val 1232059"/>
                <a:gd name="f95" fmla="val 344615"/>
                <a:gd name="f96" fmla="val 1234916"/>
                <a:gd name="f97" fmla="val 269939"/>
                <a:gd name="f98" fmla="val 1237012"/>
                <a:gd name="f99" fmla="val 211741"/>
                <a:gd name="f100" fmla="val 1386935"/>
                <a:gd name="f101" fmla="+- 0 0 -90"/>
                <a:gd name="f102" fmla="*/ f3 1 2059193"/>
                <a:gd name="f103" fmla="*/ f4 1 3980116"/>
                <a:gd name="f104" fmla="+- f7 0 f5"/>
                <a:gd name="f105" fmla="+- f6 0 f5"/>
                <a:gd name="f106" fmla="*/ f101 f0 1"/>
                <a:gd name="f107" fmla="*/ f105 1 2059193"/>
                <a:gd name="f108" fmla="*/ f104 1 3980116"/>
                <a:gd name="f109" fmla="*/ 0 f105 1"/>
                <a:gd name="f110" fmla="*/ 3980116 f104 1"/>
                <a:gd name="f111" fmla="*/ 471583 f105 1"/>
                <a:gd name="f112" fmla="*/ 3515678 f104 1"/>
                <a:gd name="f113" fmla="*/ 758666 f105 1"/>
                <a:gd name="f114" fmla="*/ 3163824 f104 1"/>
                <a:gd name="f115" fmla="*/ 940499 f105 1"/>
                <a:gd name="f116" fmla="*/ 2780824 f104 1"/>
                <a:gd name="f117" fmla="*/ 1055370 f105 1"/>
                <a:gd name="f118" fmla="*/ 2242185 f104 1"/>
                <a:gd name="f119" fmla="*/ 1136714 f105 1"/>
                <a:gd name="f120" fmla="*/ 1878330 f104 1"/>
                <a:gd name="f121" fmla="*/ 1246727 f105 1"/>
                <a:gd name="f122" fmla="*/ 1562386 f104 1"/>
                <a:gd name="f123" fmla="*/ 1378363 f105 1"/>
                <a:gd name="f124" fmla="*/ 1430750 f104 1"/>
                <a:gd name="f125" fmla="*/ 1691831 f105 1"/>
                <a:gd name="f126" fmla="*/ 1394841 f104 1"/>
                <a:gd name="f127" fmla="*/ 1914335 f105 1"/>
                <a:gd name="f128" fmla="*/ 1323023 f104 1"/>
                <a:gd name="f129" fmla="*/ 2055495 f105 1"/>
                <a:gd name="f130" fmla="*/ 1098042 f104 1"/>
                <a:gd name="f131" fmla="*/ 2033969 f105 1"/>
                <a:gd name="f132" fmla="*/ 930497 f104 1"/>
                <a:gd name="f133" fmla="*/ 1885664 f105 1"/>
                <a:gd name="f134" fmla="*/ 760571 f104 1"/>
                <a:gd name="f135" fmla="*/ 1636871 f105 1"/>
                <a:gd name="f136" fmla="*/ 612172 f104 1"/>
                <a:gd name="f137" fmla="*/ 1335405 f105 1"/>
                <a:gd name="f138" fmla="*/ 459010 f104 1"/>
                <a:gd name="f139" fmla="*/ 1234916 f105 1"/>
                <a:gd name="f140" fmla="*/ 269939 f104 1"/>
                <a:gd name="f141" fmla="*/ 1386935 f105 1"/>
                <a:gd name="f142" fmla="*/ 0 f104 1"/>
                <a:gd name="f143" fmla="*/ f106 1 f2"/>
                <a:gd name="f144" fmla="*/ f109 1 2059193"/>
                <a:gd name="f145" fmla="*/ f110 1 3980116"/>
                <a:gd name="f146" fmla="*/ f111 1 2059193"/>
                <a:gd name="f147" fmla="*/ f112 1 3980116"/>
                <a:gd name="f148" fmla="*/ f113 1 2059193"/>
                <a:gd name="f149" fmla="*/ f114 1 3980116"/>
                <a:gd name="f150" fmla="*/ f115 1 2059193"/>
                <a:gd name="f151" fmla="*/ f116 1 3980116"/>
                <a:gd name="f152" fmla="*/ f117 1 2059193"/>
                <a:gd name="f153" fmla="*/ f118 1 3980116"/>
                <a:gd name="f154" fmla="*/ f119 1 2059193"/>
                <a:gd name="f155" fmla="*/ f120 1 3980116"/>
                <a:gd name="f156" fmla="*/ f121 1 2059193"/>
                <a:gd name="f157" fmla="*/ f122 1 3980116"/>
                <a:gd name="f158" fmla="*/ f123 1 2059193"/>
                <a:gd name="f159" fmla="*/ f124 1 3980116"/>
                <a:gd name="f160" fmla="*/ f125 1 2059193"/>
                <a:gd name="f161" fmla="*/ f126 1 3980116"/>
                <a:gd name="f162" fmla="*/ f127 1 2059193"/>
                <a:gd name="f163" fmla="*/ f128 1 3980116"/>
                <a:gd name="f164" fmla="*/ f129 1 2059193"/>
                <a:gd name="f165" fmla="*/ f130 1 3980116"/>
                <a:gd name="f166" fmla="*/ f131 1 2059193"/>
                <a:gd name="f167" fmla="*/ f132 1 3980116"/>
                <a:gd name="f168" fmla="*/ f133 1 2059193"/>
                <a:gd name="f169" fmla="*/ f134 1 3980116"/>
                <a:gd name="f170" fmla="*/ f135 1 2059193"/>
                <a:gd name="f171" fmla="*/ f136 1 3980116"/>
                <a:gd name="f172" fmla="*/ f137 1 2059193"/>
                <a:gd name="f173" fmla="*/ f138 1 3980116"/>
                <a:gd name="f174" fmla="*/ f139 1 2059193"/>
                <a:gd name="f175" fmla="*/ f140 1 3980116"/>
                <a:gd name="f176" fmla="*/ f141 1 2059193"/>
                <a:gd name="f177" fmla="*/ f142 1 3980116"/>
                <a:gd name="f178" fmla="*/ f5 1 f107"/>
                <a:gd name="f179" fmla="*/ f6 1 f107"/>
                <a:gd name="f180" fmla="*/ f5 1 f108"/>
                <a:gd name="f181" fmla="*/ f7 1 f108"/>
                <a:gd name="f182" fmla="+- f143 0 f1"/>
                <a:gd name="f183" fmla="*/ f144 1 f107"/>
                <a:gd name="f184" fmla="*/ f145 1 f108"/>
                <a:gd name="f185" fmla="*/ f146 1 f107"/>
                <a:gd name="f186" fmla="*/ f147 1 f108"/>
                <a:gd name="f187" fmla="*/ f148 1 f107"/>
                <a:gd name="f188" fmla="*/ f149 1 f108"/>
                <a:gd name="f189" fmla="*/ f150 1 f107"/>
                <a:gd name="f190" fmla="*/ f151 1 f108"/>
                <a:gd name="f191" fmla="*/ f152 1 f107"/>
                <a:gd name="f192" fmla="*/ f153 1 f108"/>
                <a:gd name="f193" fmla="*/ f154 1 f107"/>
                <a:gd name="f194" fmla="*/ f155 1 f108"/>
                <a:gd name="f195" fmla="*/ f156 1 f107"/>
                <a:gd name="f196" fmla="*/ f157 1 f108"/>
                <a:gd name="f197" fmla="*/ f158 1 f107"/>
                <a:gd name="f198" fmla="*/ f159 1 f108"/>
                <a:gd name="f199" fmla="*/ f160 1 f107"/>
                <a:gd name="f200" fmla="*/ f161 1 f108"/>
                <a:gd name="f201" fmla="*/ f162 1 f107"/>
                <a:gd name="f202" fmla="*/ f163 1 f108"/>
                <a:gd name="f203" fmla="*/ f164 1 f107"/>
                <a:gd name="f204" fmla="*/ f165 1 f108"/>
                <a:gd name="f205" fmla="*/ f166 1 f107"/>
                <a:gd name="f206" fmla="*/ f167 1 f108"/>
                <a:gd name="f207" fmla="*/ f168 1 f107"/>
                <a:gd name="f208" fmla="*/ f169 1 f108"/>
                <a:gd name="f209" fmla="*/ f170 1 f107"/>
                <a:gd name="f210" fmla="*/ f171 1 f108"/>
                <a:gd name="f211" fmla="*/ f172 1 f107"/>
                <a:gd name="f212" fmla="*/ f173 1 f108"/>
                <a:gd name="f213" fmla="*/ f174 1 f107"/>
                <a:gd name="f214" fmla="*/ f175 1 f108"/>
                <a:gd name="f215" fmla="*/ f176 1 f107"/>
                <a:gd name="f216" fmla="*/ f177 1 f108"/>
                <a:gd name="f217" fmla="*/ f178 f102 1"/>
                <a:gd name="f218" fmla="*/ f179 f102 1"/>
                <a:gd name="f219" fmla="*/ f181 f103 1"/>
                <a:gd name="f220" fmla="*/ f180 f103 1"/>
                <a:gd name="f221" fmla="*/ f183 f102 1"/>
                <a:gd name="f222" fmla="*/ f184 f103 1"/>
                <a:gd name="f223" fmla="*/ f185 f102 1"/>
                <a:gd name="f224" fmla="*/ f186 f103 1"/>
                <a:gd name="f225" fmla="*/ f187 f102 1"/>
                <a:gd name="f226" fmla="*/ f188 f103 1"/>
                <a:gd name="f227" fmla="*/ f189 f102 1"/>
                <a:gd name="f228" fmla="*/ f190 f103 1"/>
                <a:gd name="f229" fmla="*/ f191 f102 1"/>
                <a:gd name="f230" fmla="*/ f192 f103 1"/>
                <a:gd name="f231" fmla="*/ f193 f102 1"/>
                <a:gd name="f232" fmla="*/ f194 f103 1"/>
                <a:gd name="f233" fmla="*/ f195 f102 1"/>
                <a:gd name="f234" fmla="*/ f196 f103 1"/>
                <a:gd name="f235" fmla="*/ f197 f102 1"/>
                <a:gd name="f236" fmla="*/ f198 f103 1"/>
                <a:gd name="f237" fmla="*/ f199 f102 1"/>
                <a:gd name="f238" fmla="*/ f200 f103 1"/>
                <a:gd name="f239" fmla="*/ f201 f102 1"/>
                <a:gd name="f240" fmla="*/ f202 f103 1"/>
                <a:gd name="f241" fmla="*/ f203 f102 1"/>
                <a:gd name="f242" fmla="*/ f204 f103 1"/>
                <a:gd name="f243" fmla="*/ f205 f102 1"/>
                <a:gd name="f244" fmla="*/ f206 f103 1"/>
                <a:gd name="f245" fmla="*/ f207 f102 1"/>
                <a:gd name="f246" fmla="*/ f208 f103 1"/>
                <a:gd name="f247" fmla="*/ f209 f102 1"/>
                <a:gd name="f248" fmla="*/ f210 f103 1"/>
                <a:gd name="f249" fmla="*/ f211 f102 1"/>
                <a:gd name="f250" fmla="*/ f212 f103 1"/>
                <a:gd name="f251" fmla="*/ f213 f102 1"/>
                <a:gd name="f252" fmla="*/ f214 f103 1"/>
                <a:gd name="f253" fmla="*/ f215 f102 1"/>
                <a:gd name="f254" fmla="*/ f216 f103 1"/>
              </a:gdLst>
              <a:ahLst/>
              <a:cxnLst>
                <a:cxn ang="3cd4">
                  <a:pos x="hc" y="t"/>
                </a:cxn>
                <a:cxn ang="0">
                  <a:pos x="r" y="vc"/>
                </a:cxn>
                <a:cxn ang="cd4">
                  <a:pos x="hc" y="b"/>
                </a:cxn>
                <a:cxn ang="cd2">
                  <a:pos x="l" y="vc"/>
                </a:cxn>
                <a:cxn ang="f182">
                  <a:pos x="f221" y="f222"/>
                </a:cxn>
                <a:cxn ang="f182">
                  <a:pos x="f223" y="f224"/>
                </a:cxn>
                <a:cxn ang="f182">
                  <a:pos x="f225" y="f226"/>
                </a:cxn>
                <a:cxn ang="f182">
                  <a:pos x="f227" y="f228"/>
                </a:cxn>
                <a:cxn ang="f182">
                  <a:pos x="f229" y="f230"/>
                </a:cxn>
                <a:cxn ang="f182">
                  <a:pos x="f231" y="f232"/>
                </a:cxn>
                <a:cxn ang="f182">
                  <a:pos x="f233" y="f234"/>
                </a:cxn>
                <a:cxn ang="f182">
                  <a:pos x="f235" y="f236"/>
                </a:cxn>
                <a:cxn ang="f182">
                  <a:pos x="f237" y="f238"/>
                </a:cxn>
                <a:cxn ang="f182">
                  <a:pos x="f239" y="f240"/>
                </a:cxn>
                <a:cxn ang="f182">
                  <a:pos x="f241" y="f242"/>
                </a:cxn>
                <a:cxn ang="f182">
                  <a:pos x="f243" y="f244"/>
                </a:cxn>
                <a:cxn ang="f182">
                  <a:pos x="f245" y="f246"/>
                </a:cxn>
                <a:cxn ang="f182">
                  <a:pos x="f247" y="f248"/>
                </a:cxn>
                <a:cxn ang="f182">
                  <a:pos x="f249" y="f250"/>
                </a:cxn>
                <a:cxn ang="f182">
                  <a:pos x="f251" y="f252"/>
                </a:cxn>
                <a:cxn ang="f182">
                  <a:pos x="f253" y="f254"/>
                </a:cxn>
              </a:cxnLst>
              <a:rect l="f217" t="f220" r="f218" b="f219"/>
              <a:pathLst>
                <a:path w="2059193" h="3980116">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5"/>
                    <a:pt x="f100"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0" name="Freeform: Shape 19">
              <a:extLst>
                <a:ext uri="{FF2B5EF4-FFF2-40B4-BE49-F238E27FC236}">
                  <a16:creationId xmlns:a16="http://schemas.microsoft.com/office/drawing/2014/main" id="{FB795374-0EA4-4E06-B62C-51A06B075503}"/>
                </a:ext>
              </a:extLst>
            </p:cNvPr>
            <p:cNvSpPr/>
            <p:nvPr/>
          </p:nvSpPr>
          <p:spPr>
            <a:xfrm>
              <a:off x="18827" y="543784"/>
              <a:ext cx="494288" cy="1905591"/>
            </a:xfrm>
            <a:custGeom>
              <a:avLst/>
              <a:gdLst>
                <a:gd name="f0" fmla="val 10800000"/>
                <a:gd name="f1" fmla="val 5400000"/>
                <a:gd name="f2" fmla="val 180"/>
                <a:gd name="f3" fmla="val w"/>
                <a:gd name="f4" fmla="val h"/>
                <a:gd name="f5" fmla="val 0"/>
                <a:gd name="f6" fmla="val 743796"/>
                <a:gd name="f7" fmla="val 2867501"/>
                <a:gd name="f8" fmla="val 11144"/>
                <a:gd name="f9" fmla="val 101060"/>
                <a:gd name="f10" fmla="val 2953"/>
                <a:gd name="f11" fmla="val 268796"/>
                <a:gd name="f12" fmla="val 25146"/>
                <a:gd name="f13" fmla="val 353663"/>
                <a:gd name="f14" fmla="val 55245"/>
                <a:gd name="f15" fmla="val 433483"/>
                <a:gd name="f16" fmla="val 83534"/>
                <a:gd name="f17" fmla="val 510635"/>
                <a:gd name="f18" fmla="val 120967"/>
                <a:gd name="f19" fmla="val 571405"/>
                <a:gd name="f20" fmla="val 179737"/>
                <a:gd name="f21" fmla="val 625412"/>
                <a:gd name="f22" fmla="val 231934"/>
                <a:gd name="f23" fmla="val 663607"/>
                <a:gd name="f24" fmla="val 297942"/>
                <a:gd name="f25" fmla="val 688658"/>
                <a:gd name="f26" fmla="val 368808"/>
                <a:gd name="f27" fmla="val 716375"/>
                <a:gd name="f28" fmla="val 447103"/>
                <a:gd name="f29" fmla="val 727996"/>
                <a:gd name="f30" fmla="val 529876"/>
                <a:gd name="f31" fmla="val 731711"/>
                <a:gd name="f32" fmla="val 612934"/>
                <a:gd name="f33" fmla="val 737426"/>
                <a:gd name="f34" fmla="val 740474"/>
                <a:gd name="f35" fmla="val 724948"/>
                <a:gd name="f36" fmla="val 867918"/>
                <a:gd name="f37" fmla="val 725233"/>
                <a:gd name="f38" fmla="val 995648"/>
                <a:gd name="f39" fmla="val 725710"/>
                <a:gd name="f40" fmla="val 1163765"/>
                <a:gd name="f41" fmla="val 748665"/>
                <a:gd name="f42" fmla="val 1331309"/>
                <a:gd name="f43" fmla="val 742855"/>
                <a:gd name="f44" fmla="val 1499330"/>
                <a:gd name="f45" fmla="val 739426"/>
                <a:gd name="f46" fmla="val 1598009"/>
                <a:gd name="f47" fmla="val 725996"/>
                <a:gd name="f48" fmla="val 1696022"/>
                <a:gd name="f49" fmla="val 707898"/>
                <a:gd name="f50" fmla="val 1793081"/>
                <a:gd name="f51" fmla="val 690086"/>
                <a:gd name="f52" fmla="val 1888426"/>
                <a:gd name="f53" fmla="val 666845"/>
                <a:gd name="f54" fmla="val 1982724"/>
                <a:gd name="f55" fmla="val 633222"/>
                <a:gd name="f56" fmla="val 2073592"/>
                <a:gd name="f57" fmla="val 579692"/>
                <a:gd name="f58" fmla="val 2218182"/>
                <a:gd name="f59" fmla="val 499682"/>
                <a:gd name="f60" fmla="val 2351056"/>
                <a:gd name="f61" fmla="val 404527"/>
                <a:gd name="f62" fmla="val 2472404"/>
                <a:gd name="f63" fmla="val 266033"/>
                <a:gd name="f64" fmla="val 2648902"/>
                <a:gd name="f65" fmla="val 179642"/>
                <a:gd name="f66" fmla="val 2732818"/>
                <a:gd name="f67" fmla="+- 0 0 -90"/>
                <a:gd name="f68" fmla="*/ f3 1 743796"/>
                <a:gd name="f69" fmla="*/ f4 1 2867501"/>
                <a:gd name="f70" fmla="+- f7 0 f5"/>
                <a:gd name="f71" fmla="+- f6 0 f5"/>
                <a:gd name="f72" fmla="*/ f67 f0 1"/>
                <a:gd name="f73" fmla="*/ f71 1 743796"/>
                <a:gd name="f74" fmla="*/ f70 1 2867501"/>
                <a:gd name="f75" fmla="*/ 11144 f71 1"/>
                <a:gd name="f76" fmla="*/ 0 f70 1"/>
                <a:gd name="f77" fmla="*/ 353663 f71 1"/>
                <a:gd name="f78" fmla="*/ 55245 f70 1"/>
                <a:gd name="f79" fmla="*/ 571405 f71 1"/>
                <a:gd name="f80" fmla="*/ 179737 f70 1"/>
                <a:gd name="f81" fmla="*/ 688658 f71 1"/>
                <a:gd name="f82" fmla="*/ 368808 f70 1"/>
                <a:gd name="f83" fmla="*/ 731711 f71 1"/>
                <a:gd name="f84" fmla="*/ 612934 f70 1"/>
                <a:gd name="f85" fmla="*/ 725233 f71 1"/>
                <a:gd name="f86" fmla="*/ 995648 f70 1"/>
                <a:gd name="f87" fmla="*/ 742855 f71 1"/>
                <a:gd name="f88" fmla="*/ 1499330 f70 1"/>
                <a:gd name="f89" fmla="*/ 707898 f71 1"/>
                <a:gd name="f90" fmla="*/ 1793081 f70 1"/>
                <a:gd name="f91" fmla="*/ 633222 f71 1"/>
                <a:gd name="f92" fmla="*/ 2073592 f70 1"/>
                <a:gd name="f93" fmla="*/ 404527 f71 1"/>
                <a:gd name="f94" fmla="*/ 2472404 f70 1"/>
                <a:gd name="f95" fmla="*/ 0 f71 1"/>
                <a:gd name="f96" fmla="*/ 2867501 f70 1"/>
                <a:gd name="f97" fmla="*/ f72 1 f2"/>
                <a:gd name="f98" fmla="*/ f75 1 743796"/>
                <a:gd name="f99" fmla="*/ f76 1 2867501"/>
                <a:gd name="f100" fmla="*/ f77 1 743796"/>
                <a:gd name="f101" fmla="*/ f78 1 2867501"/>
                <a:gd name="f102" fmla="*/ f79 1 743796"/>
                <a:gd name="f103" fmla="*/ f80 1 2867501"/>
                <a:gd name="f104" fmla="*/ f81 1 743796"/>
                <a:gd name="f105" fmla="*/ f82 1 2867501"/>
                <a:gd name="f106" fmla="*/ f83 1 743796"/>
                <a:gd name="f107" fmla="*/ f84 1 2867501"/>
                <a:gd name="f108" fmla="*/ f85 1 743796"/>
                <a:gd name="f109" fmla="*/ f86 1 2867501"/>
                <a:gd name="f110" fmla="*/ f87 1 743796"/>
                <a:gd name="f111" fmla="*/ f88 1 2867501"/>
                <a:gd name="f112" fmla="*/ f89 1 743796"/>
                <a:gd name="f113" fmla="*/ f90 1 2867501"/>
                <a:gd name="f114" fmla="*/ f91 1 743796"/>
                <a:gd name="f115" fmla="*/ f92 1 2867501"/>
                <a:gd name="f116" fmla="*/ f93 1 743796"/>
                <a:gd name="f117" fmla="*/ f94 1 2867501"/>
                <a:gd name="f118" fmla="*/ f95 1 743796"/>
                <a:gd name="f119" fmla="*/ f96 1 2867501"/>
                <a:gd name="f120" fmla="*/ f5 1 f73"/>
                <a:gd name="f121" fmla="*/ f6 1 f73"/>
                <a:gd name="f122" fmla="*/ f5 1 f74"/>
                <a:gd name="f123" fmla="*/ f7 1 f74"/>
                <a:gd name="f124" fmla="+- f97 0 f1"/>
                <a:gd name="f125" fmla="*/ f98 1 f73"/>
                <a:gd name="f126" fmla="*/ f99 1 f74"/>
                <a:gd name="f127" fmla="*/ f100 1 f73"/>
                <a:gd name="f128" fmla="*/ f101 1 f74"/>
                <a:gd name="f129" fmla="*/ f102 1 f73"/>
                <a:gd name="f130" fmla="*/ f103 1 f74"/>
                <a:gd name="f131" fmla="*/ f104 1 f73"/>
                <a:gd name="f132" fmla="*/ f105 1 f74"/>
                <a:gd name="f133" fmla="*/ f106 1 f73"/>
                <a:gd name="f134" fmla="*/ f107 1 f74"/>
                <a:gd name="f135" fmla="*/ f108 1 f73"/>
                <a:gd name="f136" fmla="*/ f109 1 f74"/>
                <a:gd name="f137" fmla="*/ f110 1 f73"/>
                <a:gd name="f138" fmla="*/ f111 1 f74"/>
                <a:gd name="f139" fmla="*/ f112 1 f73"/>
                <a:gd name="f140" fmla="*/ f113 1 f74"/>
                <a:gd name="f141" fmla="*/ f114 1 f73"/>
                <a:gd name="f142" fmla="*/ f115 1 f74"/>
                <a:gd name="f143" fmla="*/ f116 1 f73"/>
                <a:gd name="f144" fmla="*/ f117 1 f74"/>
                <a:gd name="f145" fmla="*/ f118 1 f73"/>
                <a:gd name="f146" fmla="*/ f119 1 f74"/>
                <a:gd name="f147" fmla="*/ f120 f68 1"/>
                <a:gd name="f148" fmla="*/ f121 f68 1"/>
                <a:gd name="f149" fmla="*/ f123 f69 1"/>
                <a:gd name="f150" fmla="*/ f122 f69 1"/>
                <a:gd name="f151" fmla="*/ f125 f68 1"/>
                <a:gd name="f152" fmla="*/ f126 f69 1"/>
                <a:gd name="f153" fmla="*/ f127 f68 1"/>
                <a:gd name="f154" fmla="*/ f128 f69 1"/>
                <a:gd name="f155" fmla="*/ f129 f68 1"/>
                <a:gd name="f156" fmla="*/ f130 f69 1"/>
                <a:gd name="f157" fmla="*/ f131 f68 1"/>
                <a:gd name="f158" fmla="*/ f132 f69 1"/>
                <a:gd name="f159" fmla="*/ f133 f68 1"/>
                <a:gd name="f160" fmla="*/ f134 f69 1"/>
                <a:gd name="f161" fmla="*/ f135 f68 1"/>
                <a:gd name="f162" fmla="*/ f136 f69 1"/>
                <a:gd name="f163" fmla="*/ f137 f68 1"/>
                <a:gd name="f164" fmla="*/ f138 f69 1"/>
                <a:gd name="f165" fmla="*/ f139 f68 1"/>
                <a:gd name="f166" fmla="*/ f140 f69 1"/>
                <a:gd name="f167" fmla="*/ f141 f68 1"/>
                <a:gd name="f168" fmla="*/ f142 f69 1"/>
                <a:gd name="f169" fmla="*/ f143 f68 1"/>
                <a:gd name="f170" fmla="*/ f144 f69 1"/>
                <a:gd name="f171" fmla="*/ f145 f68 1"/>
                <a:gd name="f172" fmla="*/ f146 f69 1"/>
              </a:gdLst>
              <a:ahLst/>
              <a:cxnLst>
                <a:cxn ang="3cd4">
                  <a:pos x="hc" y="t"/>
                </a:cxn>
                <a:cxn ang="0">
                  <a:pos x="r" y="vc"/>
                </a:cxn>
                <a:cxn ang="cd4">
                  <a:pos x="hc" y="b"/>
                </a:cxn>
                <a:cxn ang="cd2">
                  <a:pos x="l" y="vc"/>
                </a:cxn>
                <a:cxn ang="f124">
                  <a:pos x="f151" y="f152"/>
                </a:cxn>
                <a:cxn ang="f124">
                  <a:pos x="f153" y="f154"/>
                </a:cxn>
                <a:cxn ang="f124">
                  <a:pos x="f155" y="f156"/>
                </a:cxn>
                <a:cxn ang="f124">
                  <a:pos x="f157" y="f158"/>
                </a:cxn>
                <a:cxn ang="f124">
                  <a:pos x="f159" y="f160"/>
                </a:cxn>
                <a:cxn ang="f124">
                  <a:pos x="f161" y="f162"/>
                </a:cxn>
                <a:cxn ang="f124">
                  <a:pos x="f163" y="f164"/>
                </a:cxn>
                <a:cxn ang="f124">
                  <a:pos x="f165" y="f166"/>
                </a:cxn>
                <a:cxn ang="f124">
                  <a:pos x="f167" y="f168"/>
                </a:cxn>
                <a:cxn ang="f124">
                  <a:pos x="f169" y="f170"/>
                </a:cxn>
                <a:cxn ang="f124">
                  <a:pos x="f171" y="f172"/>
                </a:cxn>
              </a:cxnLst>
              <a:rect l="f147" t="f150" r="f148" b="f149"/>
              <a:pathLst>
                <a:path w="743796" h="2867501">
                  <a:moveTo>
                    <a:pt x="f8" y="f5"/>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cubicBezTo>
                    <a:pt x="f63" y="f64"/>
                    <a:pt x="f65" y="f66"/>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1" name="Freeform: Shape 20">
              <a:extLst>
                <a:ext uri="{FF2B5EF4-FFF2-40B4-BE49-F238E27FC236}">
                  <a16:creationId xmlns:a16="http://schemas.microsoft.com/office/drawing/2014/main" id="{D8045985-836C-44CA-AFE7-4E6FBB11E509}"/>
                </a:ext>
              </a:extLst>
            </p:cNvPr>
            <p:cNvSpPr/>
            <p:nvPr/>
          </p:nvSpPr>
          <p:spPr>
            <a:xfrm>
              <a:off x="10844" y="672285"/>
              <a:ext cx="396931" cy="1690304"/>
            </a:xfrm>
            <a:custGeom>
              <a:avLst/>
              <a:gdLst>
                <a:gd name="f0" fmla="val 10800000"/>
                <a:gd name="f1" fmla="val 5400000"/>
                <a:gd name="f2" fmla="val 180"/>
                <a:gd name="f3" fmla="val w"/>
                <a:gd name="f4" fmla="val h"/>
                <a:gd name="f5" fmla="val 0"/>
                <a:gd name="f6" fmla="val 597294"/>
                <a:gd name="f7" fmla="val 2543540"/>
                <a:gd name="f8" fmla="val 16478"/>
                <a:gd name="f9" fmla="val 2079"/>
                <a:gd name="f10" fmla="val 101441"/>
                <a:gd name="f11" fmla="+- 0 0 6684"/>
                <a:gd name="f12" fmla="val 224885"/>
                <a:gd name="f13" fmla="val 12557"/>
                <a:gd name="f14" fmla="val 299847"/>
                <a:gd name="f15" fmla="val 53991"/>
                <a:gd name="f16" fmla="val 394240"/>
                <a:gd name="f17" fmla="val 106092"/>
                <a:gd name="f18" fmla="val 468440"/>
                <a:gd name="f19" fmla="val 189341"/>
                <a:gd name="f20" fmla="val 503206"/>
                <a:gd name="f21" fmla="val 291354"/>
                <a:gd name="f22" fmla="val 550069"/>
                <a:gd name="f23" fmla="val 429085"/>
                <a:gd name="f24" fmla="val 520827"/>
                <a:gd name="f25" fmla="val 577770"/>
                <a:gd name="f26" fmla="val 525113"/>
                <a:gd name="f27" fmla="val 724265"/>
                <a:gd name="f28" fmla="val 529019"/>
                <a:gd name="f29" fmla="val 856472"/>
                <a:gd name="f30" fmla="val 561118"/>
                <a:gd name="f31" fmla="val 986012"/>
                <a:gd name="f32" fmla="val 578930"/>
                <a:gd name="f33" fmla="val 1117267"/>
                <a:gd name="f34" fmla="val 595122"/>
                <a:gd name="f35" fmla="val 1236234"/>
                <a:gd name="f36" fmla="val 602742"/>
                <a:gd name="f37" fmla="val 1356630"/>
                <a:gd name="f38" fmla="val 592931"/>
                <a:gd name="f39" fmla="val 1476359"/>
                <a:gd name="f40" fmla="val 582073"/>
                <a:gd name="f41" fmla="val 1607709"/>
                <a:gd name="f42" fmla="val 549783"/>
                <a:gd name="f43" fmla="val 1736011"/>
                <a:gd name="f44" fmla="val 1859359"/>
                <a:gd name="f45" fmla="val 450628"/>
                <a:gd name="f46" fmla="val 1998710"/>
                <a:gd name="f47" fmla="val 383857"/>
                <a:gd name="f48" fmla="val 2133298"/>
                <a:gd name="f49" fmla="val 291846"/>
                <a:gd name="f50" fmla="val 2250361"/>
                <a:gd name="f51" fmla="val 231553"/>
                <a:gd name="f52" fmla="val 2327132"/>
                <a:gd name="f53" fmla="val 73819"/>
                <a:gd name="f54" fmla="val 2479532"/>
                <a:gd name="f55" fmla="+- 0 0 -90"/>
                <a:gd name="f56" fmla="*/ f3 1 597294"/>
                <a:gd name="f57" fmla="*/ f4 1 2543540"/>
                <a:gd name="f58" fmla="+- f7 0 f5"/>
                <a:gd name="f59" fmla="+- f6 0 f5"/>
                <a:gd name="f60" fmla="*/ f55 f0 1"/>
                <a:gd name="f61" fmla="*/ f59 1 597294"/>
                <a:gd name="f62" fmla="*/ f58 1 2543540"/>
                <a:gd name="f63" fmla="*/ 16478 f59 1"/>
                <a:gd name="f64" fmla="*/ 2079 f58 1"/>
                <a:gd name="f65" fmla="*/ 299847 f59 1"/>
                <a:gd name="f66" fmla="*/ 53991 f58 1"/>
                <a:gd name="f67" fmla="*/ 503206 f59 1"/>
                <a:gd name="f68" fmla="*/ 291354 f58 1"/>
                <a:gd name="f69" fmla="*/ 525113 f59 1"/>
                <a:gd name="f70" fmla="*/ 724265 f58 1"/>
                <a:gd name="f71" fmla="*/ 578930 f59 1"/>
                <a:gd name="f72" fmla="*/ 1117267 f58 1"/>
                <a:gd name="f73" fmla="*/ 592931 f59 1"/>
                <a:gd name="f74" fmla="*/ 1476359 f58 1"/>
                <a:gd name="f75" fmla="*/ 1859359 f58 1"/>
                <a:gd name="f76" fmla="*/ 291846 f59 1"/>
                <a:gd name="f77" fmla="*/ 2250361 f58 1"/>
                <a:gd name="f78" fmla="*/ 0 f59 1"/>
                <a:gd name="f79" fmla="*/ 2543540 f58 1"/>
                <a:gd name="f80" fmla="*/ f60 1 f2"/>
                <a:gd name="f81" fmla="*/ f63 1 597294"/>
                <a:gd name="f82" fmla="*/ f64 1 2543540"/>
                <a:gd name="f83" fmla="*/ f65 1 597294"/>
                <a:gd name="f84" fmla="*/ f66 1 2543540"/>
                <a:gd name="f85" fmla="*/ f67 1 597294"/>
                <a:gd name="f86" fmla="*/ f68 1 2543540"/>
                <a:gd name="f87" fmla="*/ f69 1 597294"/>
                <a:gd name="f88" fmla="*/ f70 1 2543540"/>
                <a:gd name="f89" fmla="*/ f71 1 597294"/>
                <a:gd name="f90" fmla="*/ f72 1 2543540"/>
                <a:gd name="f91" fmla="*/ f73 1 597294"/>
                <a:gd name="f92" fmla="*/ f74 1 2543540"/>
                <a:gd name="f93" fmla="*/ f75 1 2543540"/>
                <a:gd name="f94" fmla="*/ f76 1 597294"/>
                <a:gd name="f95" fmla="*/ f77 1 2543540"/>
                <a:gd name="f96" fmla="*/ f78 1 597294"/>
                <a:gd name="f97" fmla="*/ f79 1 2543540"/>
                <a:gd name="f98" fmla="*/ f5 1 f61"/>
                <a:gd name="f99" fmla="*/ f6 1 f61"/>
                <a:gd name="f100" fmla="*/ f5 1 f62"/>
                <a:gd name="f101" fmla="*/ f7 1 f62"/>
                <a:gd name="f102" fmla="+- f80 0 f1"/>
                <a:gd name="f103" fmla="*/ f81 1 f61"/>
                <a:gd name="f104" fmla="*/ f82 1 f62"/>
                <a:gd name="f105" fmla="*/ f83 1 f61"/>
                <a:gd name="f106" fmla="*/ f84 1 f62"/>
                <a:gd name="f107" fmla="*/ f85 1 f61"/>
                <a:gd name="f108" fmla="*/ f86 1 f62"/>
                <a:gd name="f109" fmla="*/ f87 1 f61"/>
                <a:gd name="f110" fmla="*/ f88 1 f62"/>
                <a:gd name="f111" fmla="*/ f89 1 f61"/>
                <a:gd name="f112" fmla="*/ f90 1 f62"/>
                <a:gd name="f113" fmla="*/ f91 1 f61"/>
                <a:gd name="f114" fmla="*/ f92 1 f62"/>
                <a:gd name="f115" fmla="*/ f93 1 f62"/>
                <a:gd name="f116" fmla="*/ f94 1 f61"/>
                <a:gd name="f117" fmla="*/ f95 1 f62"/>
                <a:gd name="f118" fmla="*/ f96 1 f61"/>
                <a:gd name="f119" fmla="*/ f97 1 f62"/>
                <a:gd name="f120" fmla="*/ f98 f56 1"/>
                <a:gd name="f121" fmla="*/ f99 f56 1"/>
                <a:gd name="f122" fmla="*/ f101 f57 1"/>
                <a:gd name="f123" fmla="*/ f100 f57 1"/>
                <a:gd name="f124" fmla="*/ f103 f56 1"/>
                <a:gd name="f125" fmla="*/ f104 f57 1"/>
                <a:gd name="f126" fmla="*/ f105 f56 1"/>
                <a:gd name="f127" fmla="*/ f106 f57 1"/>
                <a:gd name="f128" fmla="*/ f107 f56 1"/>
                <a:gd name="f129" fmla="*/ f108 f57 1"/>
                <a:gd name="f130" fmla="*/ f109 f56 1"/>
                <a:gd name="f131" fmla="*/ f110 f57 1"/>
                <a:gd name="f132" fmla="*/ f111 f56 1"/>
                <a:gd name="f133" fmla="*/ f112 f57 1"/>
                <a:gd name="f134" fmla="*/ f113 f56 1"/>
                <a:gd name="f135" fmla="*/ f114 f57 1"/>
                <a:gd name="f136" fmla="*/ f115 f57 1"/>
                <a:gd name="f137" fmla="*/ f116 f56 1"/>
                <a:gd name="f138" fmla="*/ f117 f57 1"/>
                <a:gd name="f139" fmla="*/ f118 f56 1"/>
                <a:gd name="f140" fmla="*/ f119 f57 1"/>
              </a:gdLst>
              <a:ahLst/>
              <a:cxnLst>
                <a:cxn ang="3cd4">
                  <a:pos x="hc" y="t"/>
                </a:cxn>
                <a:cxn ang="0">
                  <a:pos x="r" y="vc"/>
                </a:cxn>
                <a:cxn ang="cd4">
                  <a:pos x="hc" y="b"/>
                </a:cxn>
                <a:cxn ang="cd2">
                  <a:pos x="l" y="vc"/>
                </a:cxn>
                <a:cxn ang="f102">
                  <a:pos x="f124" y="f125"/>
                </a:cxn>
                <a:cxn ang="f102">
                  <a:pos x="f126" y="f127"/>
                </a:cxn>
                <a:cxn ang="f102">
                  <a:pos x="f128" y="f129"/>
                </a:cxn>
                <a:cxn ang="f102">
                  <a:pos x="f130" y="f131"/>
                </a:cxn>
                <a:cxn ang="f102">
                  <a:pos x="f132" y="f133"/>
                </a:cxn>
                <a:cxn ang="f102">
                  <a:pos x="f134" y="f135"/>
                </a:cxn>
                <a:cxn ang="f102">
                  <a:pos x="f128" y="f136"/>
                </a:cxn>
                <a:cxn ang="f102">
                  <a:pos x="f137" y="f138"/>
                </a:cxn>
                <a:cxn ang="f102">
                  <a:pos x="f139" y="f140"/>
                </a:cxn>
              </a:cxnLst>
              <a:rect l="f120" t="f123" r="f121" b="f122"/>
              <a:pathLst>
                <a:path w="597294" h="2543540">
                  <a:moveTo>
                    <a:pt x="f8" y="f9"/>
                  </a:moveTo>
                  <a:cubicBezTo>
                    <a:pt x="f10" y="f11"/>
                    <a:pt x="f12" y="f13"/>
                    <a:pt x="f14" y="f15"/>
                  </a:cubicBezTo>
                  <a:cubicBezTo>
                    <a:pt x="f16" y="f17"/>
                    <a:pt x="f18" y="f19"/>
                    <a:pt x="f20" y="f21"/>
                  </a:cubicBezTo>
                  <a:cubicBezTo>
                    <a:pt x="f22" y="f23"/>
                    <a:pt x="f24" y="f25"/>
                    <a:pt x="f26" y="f27"/>
                  </a:cubicBezTo>
                  <a:cubicBezTo>
                    <a:pt x="f28" y="f29"/>
                    <a:pt x="f30" y="f31"/>
                    <a:pt x="f32" y="f33"/>
                  </a:cubicBezTo>
                  <a:cubicBezTo>
                    <a:pt x="f34" y="f35"/>
                    <a:pt x="f36" y="f37"/>
                    <a:pt x="f38" y="f39"/>
                  </a:cubicBezTo>
                  <a:cubicBezTo>
                    <a:pt x="f40" y="f41"/>
                    <a:pt x="f42" y="f43"/>
                    <a:pt x="f20" y="f44"/>
                  </a:cubicBezTo>
                  <a:cubicBezTo>
                    <a:pt x="f45" y="f46"/>
                    <a:pt x="f47" y="f48"/>
                    <a:pt x="f49" y="f50"/>
                  </a:cubicBezTo>
                  <a:cubicBezTo>
                    <a:pt x="f51" y="f52"/>
                    <a:pt x="f53" y="f54"/>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2" name="Freeform: Shape 21">
              <a:extLst>
                <a:ext uri="{FF2B5EF4-FFF2-40B4-BE49-F238E27FC236}">
                  <a16:creationId xmlns:a16="http://schemas.microsoft.com/office/drawing/2014/main" id="{B4703B55-C6AC-433F-88C9-DA4B5B79C5C6}"/>
                </a:ext>
              </a:extLst>
            </p:cNvPr>
            <p:cNvSpPr/>
            <p:nvPr/>
          </p:nvSpPr>
          <p:spPr>
            <a:xfrm>
              <a:off x="23006" y="881262"/>
              <a:ext cx="258793" cy="1336560"/>
            </a:xfrm>
            <a:custGeom>
              <a:avLst/>
              <a:gdLst>
                <a:gd name="f0" fmla="val 10800000"/>
                <a:gd name="f1" fmla="val 5400000"/>
                <a:gd name="f2" fmla="val 180"/>
                <a:gd name="f3" fmla="val w"/>
                <a:gd name="f4" fmla="val h"/>
                <a:gd name="f5" fmla="val 0"/>
                <a:gd name="f6" fmla="val 389425"/>
                <a:gd name="f7" fmla="val 2011236"/>
                <a:gd name="f8" fmla="val 33"/>
                <a:gd name="f9" fmla="val 57912"/>
                <a:gd name="f10" fmla="+- 0 0 824"/>
                <a:gd name="f11" fmla="val 136112"/>
                <a:gd name="f12" fmla="val 14892"/>
                <a:gd name="f13" fmla="val 171260"/>
                <a:gd name="f14" fmla="val 60326"/>
                <a:gd name="f15" fmla="val 205645"/>
                <a:gd name="f16" fmla="val 104903"/>
                <a:gd name="f17" fmla="val 207740"/>
                <a:gd name="f18" fmla="val 164244"/>
                <a:gd name="f19" fmla="val 211455"/>
                <a:gd name="f20" fmla="val 221204"/>
                <a:gd name="f21" fmla="val 216408"/>
                <a:gd name="f22" fmla="val 297594"/>
                <a:gd name="f23" fmla="val 225838"/>
                <a:gd name="f24" fmla="val 373604"/>
                <a:gd name="f25" fmla="val 243078"/>
                <a:gd name="f26" fmla="val 448089"/>
                <a:gd name="f27" fmla="val 269939"/>
                <a:gd name="f28" fmla="val 564199"/>
                <a:gd name="f29" fmla="val 319183"/>
                <a:gd name="f30" fmla="val 673927"/>
                <a:gd name="f31" fmla="val 346424"/>
                <a:gd name="f32" fmla="val 789941"/>
                <a:gd name="f33" fmla="val 358235"/>
                <a:gd name="f34" fmla="val 840043"/>
                <a:gd name="f35" fmla="val 365951"/>
                <a:gd name="f36" fmla="val 891097"/>
                <a:gd name="f37" fmla="val 372237"/>
                <a:gd name="f38" fmla="val 942151"/>
                <a:gd name="f39" fmla="val 385858"/>
                <a:gd name="f40" fmla="val 1051784"/>
                <a:gd name="f41" fmla="val 394049"/>
                <a:gd name="f42" fmla="val 1162274"/>
                <a:gd name="f43" fmla="val 386620"/>
                <a:gd name="f44" fmla="val 1272478"/>
                <a:gd name="f45" fmla="val 377476"/>
                <a:gd name="f46" fmla="val 1407828"/>
                <a:gd name="f47" fmla="val 344996"/>
                <a:gd name="f48" fmla="val 1541178"/>
                <a:gd name="f49" fmla="val 280416"/>
                <a:gd name="f50" fmla="val 1660241"/>
                <a:gd name="f51" fmla="val 244602"/>
                <a:gd name="f52" fmla="val 1726249"/>
                <a:gd name="f53" fmla="val 199358"/>
                <a:gd name="f54" fmla="val 1786352"/>
                <a:gd name="f55" fmla="val 151257"/>
                <a:gd name="f56" fmla="val 1844073"/>
                <a:gd name="f57" fmla="val 79534"/>
                <a:gd name="f58" fmla="val 1930084"/>
                <a:gd name="f59" fmla="val 89345"/>
                <a:gd name="f60" fmla="val 1941419"/>
                <a:gd name="f61" fmla="val 1905"/>
                <a:gd name="f62" fmla="val 2011237"/>
                <a:gd name="f63" fmla="+- 0 0 -90"/>
                <a:gd name="f64" fmla="*/ f3 1 389425"/>
                <a:gd name="f65" fmla="*/ f4 1 2011236"/>
                <a:gd name="f66" fmla="+- f7 0 f5"/>
                <a:gd name="f67" fmla="+- f6 0 f5"/>
                <a:gd name="f68" fmla="*/ f63 f0 1"/>
                <a:gd name="f69" fmla="*/ f67 1 389425"/>
                <a:gd name="f70" fmla="*/ f66 1 2011236"/>
                <a:gd name="f71" fmla="*/ 0 f67 1"/>
                <a:gd name="f72" fmla="*/ 33 f66 1"/>
                <a:gd name="f73" fmla="*/ 171260 f67 1"/>
                <a:gd name="f74" fmla="*/ 60326 f66 1"/>
                <a:gd name="f75" fmla="*/ 211455 f67 1"/>
                <a:gd name="f76" fmla="*/ 221204 f66 1"/>
                <a:gd name="f77" fmla="*/ 243078 f67 1"/>
                <a:gd name="f78" fmla="*/ 448089 f66 1"/>
                <a:gd name="f79" fmla="*/ 346424 f67 1"/>
                <a:gd name="f80" fmla="*/ 789941 f66 1"/>
                <a:gd name="f81" fmla="*/ 372237 f67 1"/>
                <a:gd name="f82" fmla="*/ 942151 f66 1"/>
                <a:gd name="f83" fmla="*/ 386620 f67 1"/>
                <a:gd name="f84" fmla="*/ 1272478 f66 1"/>
                <a:gd name="f85" fmla="*/ 280416 f67 1"/>
                <a:gd name="f86" fmla="*/ 1660241 f66 1"/>
                <a:gd name="f87" fmla="*/ 151257 f67 1"/>
                <a:gd name="f88" fmla="*/ 1844073 f66 1"/>
                <a:gd name="f89" fmla="*/ 1905 f67 1"/>
                <a:gd name="f90" fmla="*/ 2011237 f66 1"/>
                <a:gd name="f91" fmla="*/ f68 1 f2"/>
                <a:gd name="f92" fmla="*/ f71 1 389425"/>
                <a:gd name="f93" fmla="*/ f72 1 2011236"/>
                <a:gd name="f94" fmla="*/ f73 1 389425"/>
                <a:gd name="f95" fmla="*/ f74 1 2011236"/>
                <a:gd name="f96" fmla="*/ f75 1 389425"/>
                <a:gd name="f97" fmla="*/ f76 1 2011236"/>
                <a:gd name="f98" fmla="*/ f77 1 389425"/>
                <a:gd name="f99" fmla="*/ f78 1 2011236"/>
                <a:gd name="f100" fmla="*/ f79 1 389425"/>
                <a:gd name="f101" fmla="*/ f80 1 2011236"/>
                <a:gd name="f102" fmla="*/ f81 1 389425"/>
                <a:gd name="f103" fmla="*/ f82 1 2011236"/>
                <a:gd name="f104" fmla="*/ f83 1 389425"/>
                <a:gd name="f105" fmla="*/ f84 1 2011236"/>
                <a:gd name="f106" fmla="*/ f85 1 389425"/>
                <a:gd name="f107" fmla="*/ f86 1 2011236"/>
                <a:gd name="f108" fmla="*/ f87 1 389425"/>
                <a:gd name="f109" fmla="*/ f88 1 2011236"/>
                <a:gd name="f110" fmla="*/ f89 1 389425"/>
                <a:gd name="f111" fmla="*/ f90 1 2011236"/>
                <a:gd name="f112" fmla="*/ f5 1 f69"/>
                <a:gd name="f113" fmla="*/ f6 1 f69"/>
                <a:gd name="f114" fmla="*/ f5 1 f70"/>
                <a:gd name="f115" fmla="*/ f7 1 f70"/>
                <a:gd name="f116" fmla="+- f91 0 f1"/>
                <a:gd name="f117" fmla="*/ f92 1 f69"/>
                <a:gd name="f118" fmla="*/ f93 1 f70"/>
                <a:gd name="f119" fmla="*/ f94 1 f69"/>
                <a:gd name="f120" fmla="*/ f95 1 f70"/>
                <a:gd name="f121" fmla="*/ f96 1 f69"/>
                <a:gd name="f122" fmla="*/ f97 1 f70"/>
                <a:gd name="f123" fmla="*/ f98 1 f69"/>
                <a:gd name="f124" fmla="*/ f99 1 f70"/>
                <a:gd name="f125" fmla="*/ f100 1 f69"/>
                <a:gd name="f126" fmla="*/ f101 1 f70"/>
                <a:gd name="f127" fmla="*/ f102 1 f69"/>
                <a:gd name="f128" fmla="*/ f103 1 f70"/>
                <a:gd name="f129" fmla="*/ f104 1 f69"/>
                <a:gd name="f130" fmla="*/ f105 1 f70"/>
                <a:gd name="f131" fmla="*/ f106 1 f69"/>
                <a:gd name="f132" fmla="*/ f107 1 f70"/>
                <a:gd name="f133" fmla="*/ f108 1 f69"/>
                <a:gd name="f134" fmla="*/ f109 1 f70"/>
                <a:gd name="f135" fmla="*/ f110 1 f69"/>
                <a:gd name="f136" fmla="*/ f111 1 f70"/>
                <a:gd name="f137" fmla="*/ f112 f64 1"/>
                <a:gd name="f138" fmla="*/ f113 f64 1"/>
                <a:gd name="f139" fmla="*/ f115 f65 1"/>
                <a:gd name="f140" fmla="*/ f114 f65 1"/>
                <a:gd name="f141" fmla="*/ f117 f64 1"/>
                <a:gd name="f142" fmla="*/ f118 f65 1"/>
                <a:gd name="f143" fmla="*/ f119 f64 1"/>
                <a:gd name="f144" fmla="*/ f120 f65 1"/>
                <a:gd name="f145" fmla="*/ f121 f64 1"/>
                <a:gd name="f146" fmla="*/ f122 f65 1"/>
                <a:gd name="f147" fmla="*/ f123 f64 1"/>
                <a:gd name="f148" fmla="*/ f124 f65 1"/>
                <a:gd name="f149" fmla="*/ f125 f64 1"/>
                <a:gd name="f150" fmla="*/ f126 f65 1"/>
                <a:gd name="f151" fmla="*/ f127 f64 1"/>
                <a:gd name="f152" fmla="*/ f128 f65 1"/>
                <a:gd name="f153" fmla="*/ f129 f64 1"/>
                <a:gd name="f154" fmla="*/ f130 f65 1"/>
                <a:gd name="f155" fmla="*/ f131 f64 1"/>
                <a:gd name="f156" fmla="*/ f132 f65 1"/>
                <a:gd name="f157" fmla="*/ f133 f64 1"/>
                <a:gd name="f158" fmla="*/ f134 f65 1"/>
                <a:gd name="f159" fmla="*/ f135 f64 1"/>
                <a:gd name="f160" fmla="*/ f136 f65 1"/>
              </a:gdLst>
              <a:ahLst/>
              <a:cxnLst>
                <a:cxn ang="3cd4">
                  <a:pos x="hc" y="t"/>
                </a:cxn>
                <a:cxn ang="0">
                  <a:pos x="r" y="vc"/>
                </a:cxn>
                <a:cxn ang="cd4">
                  <a:pos x="hc" y="b"/>
                </a:cxn>
                <a:cxn ang="cd2">
                  <a:pos x="l" y="vc"/>
                </a:cxn>
                <a:cxn ang="f116">
                  <a:pos x="f141" y="f142"/>
                </a:cxn>
                <a:cxn ang="f116">
                  <a:pos x="f143" y="f144"/>
                </a:cxn>
                <a:cxn ang="f116">
                  <a:pos x="f145" y="f146"/>
                </a:cxn>
                <a:cxn ang="f116">
                  <a:pos x="f147" y="f148"/>
                </a:cxn>
                <a:cxn ang="f116">
                  <a:pos x="f149" y="f150"/>
                </a:cxn>
                <a:cxn ang="f116">
                  <a:pos x="f151" y="f152"/>
                </a:cxn>
                <a:cxn ang="f116">
                  <a:pos x="f153" y="f154"/>
                </a:cxn>
                <a:cxn ang="f116">
                  <a:pos x="f155" y="f156"/>
                </a:cxn>
                <a:cxn ang="f116">
                  <a:pos x="f157" y="f158"/>
                </a:cxn>
                <a:cxn ang="f116">
                  <a:pos x="f159" y="f160"/>
                </a:cxn>
              </a:cxnLst>
              <a:rect l="f137" t="f140" r="f138" b="f139"/>
              <a:pathLst>
                <a:path w="389425" h="2011236">
                  <a:moveTo>
                    <a:pt x="f5" y="f8"/>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sp>
        <p:nvSpPr>
          <p:cNvPr id="13" name="Titre 1">
            <a:extLst>
              <a:ext uri="{FF2B5EF4-FFF2-40B4-BE49-F238E27FC236}">
                <a16:creationId xmlns:a16="http://schemas.microsoft.com/office/drawing/2014/main" id="{CABE233B-0C31-444A-8EC4-CCBB06D4919F}"/>
              </a:ext>
            </a:extLst>
          </p:cNvPr>
          <p:cNvSpPr txBox="1">
            <a:spLocks noGrp="1"/>
          </p:cNvSpPr>
          <p:nvPr>
            <p:ph type="title"/>
          </p:nvPr>
        </p:nvSpPr>
        <p:spPr>
          <a:xfrm>
            <a:off x="114912" y="113797"/>
            <a:ext cx="6688625" cy="2110590"/>
          </a:xfrm>
        </p:spPr>
        <p:txBody>
          <a:bodyPr/>
          <a:lstStyle/>
          <a:p>
            <a:pPr lvl="0"/>
            <a:r>
              <a:rPr lang="fr-FR" sz="3700" dirty="0"/>
              <a:t>Flow “Recommandation personnalisée”</a:t>
            </a:r>
          </a:p>
        </p:txBody>
      </p:sp>
      <p:grpSp>
        <p:nvGrpSpPr>
          <p:cNvPr id="16" name="Bottom Right">
            <a:extLst>
              <a:ext uri="{FF2B5EF4-FFF2-40B4-BE49-F238E27FC236}">
                <a16:creationId xmlns:a16="http://schemas.microsoft.com/office/drawing/2014/main" id="{22383550-DF08-40C0-8533-30A5635C489C}"/>
              </a:ext>
            </a:extLst>
          </p:cNvPr>
          <p:cNvGrpSpPr/>
          <p:nvPr/>
        </p:nvGrpSpPr>
        <p:grpSpPr>
          <a:xfrm>
            <a:off x="7980398" y="3276596"/>
            <a:ext cx="4211598" cy="3581403"/>
            <a:chOff x="7980398" y="3276596"/>
            <a:chExt cx="4211598" cy="3581403"/>
          </a:xfrm>
        </p:grpSpPr>
        <p:sp>
          <p:nvSpPr>
            <p:cNvPr id="17" name="Freeform: Shape 24">
              <a:extLst>
                <a:ext uri="{FF2B5EF4-FFF2-40B4-BE49-F238E27FC236}">
                  <a16:creationId xmlns:a16="http://schemas.microsoft.com/office/drawing/2014/main" id="{51C68973-78CE-47CA-A6FB-31F20DF54EBA}"/>
                </a:ext>
              </a:extLst>
            </p:cNvPr>
            <p:cNvSpPr/>
            <p:nvPr/>
          </p:nvSpPr>
          <p:spPr>
            <a:xfrm>
              <a:off x="10439256" y="6178637"/>
              <a:ext cx="1482105" cy="679362"/>
            </a:xfrm>
            <a:custGeom>
              <a:avLst/>
              <a:gdLst>
                <a:gd name="f0" fmla="val 10800000"/>
                <a:gd name="f1" fmla="val 5400000"/>
                <a:gd name="f2" fmla="val 180"/>
                <a:gd name="f3" fmla="val w"/>
                <a:gd name="f4" fmla="val h"/>
                <a:gd name="f5" fmla="val 0"/>
                <a:gd name="f6" fmla="val 1482102"/>
                <a:gd name="f7" fmla="val 679363"/>
                <a:gd name="f8" fmla="val 741051"/>
                <a:gd name="f9" fmla="val 1102506"/>
                <a:gd name="f10" fmla="val 1404077"/>
                <a:gd name="f11" fmla="val 256390"/>
                <a:gd name="f12" fmla="val 1473822"/>
                <a:gd name="f13" fmla="val 597226"/>
                <a:gd name="f14" fmla="val 8280"/>
                <a:gd name="f15" fmla="val 78025"/>
                <a:gd name="f16" fmla="val 379596"/>
                <a:gd name="f17" fmla="+- 0 0 -90"/>
                <a:gd name="f18" fmla="*/ f3 1 1482102"/>
                <a:gd name="f19" fmla="*/ f4 1 679363"/>
                <a:gd name="f20" fmla="+- f7 0 f5"/>
                <a:gd name="f21" fmla="+- f6 0 f5"/>
                <a:gd name="f22" fmla="*/ f17 f0 1"/>
                <a:gd name="f23" fmla="*/ f21 1 1482102"/>
                <a:gd name="f24" fmla="*/ f20 1 679363"/>
                <a:gd name="f25" fmla="*/ 741051 f21 1"/>
                <a:gd name="f26" fmla="*/ 0 f20 1"/>
                <a:gd name="f27" fmla="*/ 1473822 f21 1"/>
                <a:gd name="f28" fmla="*/ 597226 f20 1"/>
                <a:gd name="f29" fmla="*/ 1482102 f21 1"/>
                <a:gd name="f30" fmla="*/ 679363 f20 1"/>
                <a:gd name="f31" fmla="*/ 0 f21 1"/>
                <a:gd name="f32" fmla="*/ 8280 f21 1"/>
                <a:gd name="f33" fmla="*/ f22 1 f2"/>
                <a:gd name="f34" fmla="*/ f25 1 1482102"/>
                <a:gd name="f35" fmla="*/ f26 1 679363"/>
                <a:gd name="f36" fmla="*/ f27 1 1482102"/>
                <a:gd name="f37" fmla="*/ f28 1 679363"/>
                <a:gd name="f38" fmla="*/ f29 1 1482102"/>
                <a:gd name="f39" fmla="*/ f30 1 679363"/>
                <a:gd name="f40" fmla="*/ f31 1 1482102"/>
                <a:gd name="f41" fmla="*/ f32 1 1482102"/>
                <a:gd name="f42" fmla="*/ f5 1 f23"/>
                <a:gd name="f43" fmla="*/ f6 1 f23"/>
                <a:gd name="f44" fmla="*/ f5 1 f24"/>
                <a:gd name="f45" fmla="*/ f7 1 f24"/>
                <a:gd name="f46" fmla="+- f33 0 f1"/>
                <a:gd name="f47" fmla="*/ f34 1 f23"/>
                <a:gd name="f48" fmla="*/ f35 1 f24"/>
                <a:gd name="f49" fmla="*/ f36 1 f23"/>
                <a:gd name="f50" fmla="*/ f37 1 f24"/>
                <a:gd name="f51" fmla="*/ f38 1 f23"/>
                <a:gd name="f52" fmla="*/ f39 1 f24"/>
                <a:gd name="f53" fmla="*/ f40 1 f23"/>
                <a:gd name="f54" fmla="*/ f41 1 f23"/>
                <a:gd name="f55" fmla="*/ f42 f18 1"/>
                <a:gd name="f56" fmla="*/ f43 f18 1"/>
                <a:gd name="f57" fmla="*/ f45 f19 1"/>
                <a:gd name="f58" fmla="*/ f44 f19 1"/>
                <a:gd name="f59" fmla="*/ f47 f18 1"/>
                <a:gd name="f60" fmla="*/ f48 f19 1"/>
                <a:gd name="f61" fmla="*/ f49 f18 1"/>
                <a:gd name="f62" fmla="*/ f50 f19 1"/>
                <a:gd name="f63" fmla="*/ f51 f18 1"/>
                <a:gd name="f64" fmla="*/ f52 f19 1"/>
                <a:gd name="f65" fmla="*/ f53 f18 1"/>
                <a:gd name="f66" fmla="*/ f54 f18 1"/>
              </a:gdLst>
              <a:ahLst/>
              <a:cxnLst>
                <a:cxn ang="3cd4">
                  <a:pos x="hc" y="t"/>
                </a:cxn>
                <a:cxn ang="0">
                  <a:pos x="r" y="vc"/>
                </a:cxn>
                <a:cxn ang="cd4">
                  <a:pos x="hc" y="b"/>
                </a:cxn>
                <a:cxn ang="cd2">
                  <a:pos x="l" y="vc"/>
                </a:cxn>
                <a:cxn ang="f46">
                  <a:pos x="f59" y="f60"/>
                </a:cxn>
                <a:cxn ang="f46">
                  <a:pos x="f61" y="f62"/>
                </a:cxn>
                <a:cxn ang="f46">
                  <a:pos x="f63" y="f64"/>
                </a:cxn>
                <a:cxn ang="f46">
                  <a:pos x="f65" y="f64"/>
                </a:cxn>
                <a:cxn ang="f46">
                  <a:pos x="f66" y="f62"/>
                </a:cxn>
                <a:cxn ang="f46">
                  <a:pos x="f59" y="f60"/>
                </a:cxn>
              </a:cxnLst>
              <a:rect l="f55" t="f58" r="f56" b="f57"/>
              <a:pathLst>
                <a:path w="1482102" h="679363">
                  <a:moveTo>
                    <a:pt x="f8" y="f5"/>
                  </a:moveTo>
                  <a:cubicBezTo>
                    <a:pt x="f9" y="f5"/>
                    <a:pt x="f10" y="f11"/>
                    <a:pt x="f12" y="f13"/>
                  </a:cubicBezTo>
                  <a:lnTo>
                    <a:pt x="f6" y="f7"/>
                  </a:lnTo>
                  <a:lnTo>
                    <a:pt x="f5" y="f7"/>
                  </a:lnTo>
                  <a:lnTo>
                    <a:pt x="f14" y="f13"/>
                  </a:lnTo>
                  <a:cubicBezTo>
                    <a:pt x="f15" y="f11"/>
                    <a:pt x="f16" y="f5"/>
                    <a:pt x="f8" y="f5"/>
                  </a:cubicBezTo>
                  <a:close/>
                </a:path>
              </a:pathLst>
            </a:cu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grpSp>
          <p:nvGrpSpPr>
            <p:cNvPr id="18" name="Graphic 157">
              <a:extLst>
                <a:ext uri="{FF2B5EF4-FFF2-40B4-BE49-F238E27FC236}">
                  <a16:creationId xmlns:a16="http://schemas.microsoft.com/office/drawing/2014/main" id="{3984BE9E-5DCF-4239-B4D9-930B8F814F22}"/>
                </a:ext>
              </a:extLst>
            </p:cNvPr>
            <p:cNvGrpSpPr/>
            <p:nvPr/>
          </p:nvGrpSpPr>
          <p:grpSpPr>
            <a:xfrm>
              <a:off x="8662742" y="3276596"/>
              <a:ext cx="3529254" cy="3581403"/>
              <a:chOff x="8662742" y="3276596"/>
              <a:chExt cx="3529254" cy="3581403"/>
            </a:xfrm>
          </p:grpSpPr>
          <p:sp>
            <p:nvSpPr>
              <p:cNvPr id="19" name="Freeform: Shape 27">
                <a:extLst>
                  <a:ext uri="{FF2B5EF4-FFF2-40B4-BE49-F238E27FC236}">
                    <a16:creationId xmlns:a16="http://schemas.microsoft.com/office/drawing/2014/main" id="{2431CAA5-D1BE-4C2F-8385-C3BF149178DF}"/>
                  </a:ext>
                </a:extLst>
              </p:cNvPr>
              <p:cNvSpPr/>
              <p:nvPr/>
            </p:nvSpPr>
            <p:spPr>
              <a:xfrm>
                <a:off x="8662742" y="3276596"/>
                <a:ext cx="3516197" cy="3565391"/>
              </a:xfrm>
              <a:custGeom>
                <a:avLst/>
                <a:gdLst>
                  <a:gd name="f0" fmla="val 10800000"/>
                  <a:gd name="f1" fmla="val 5400000"/>
                  <a:gd name="f2" fmla="val 180"/>
                  <a:gd name="f3" fmla="val w"/>
                  <a:gd name="f4" fmla="val h"/>
                  <a:gd name="f5" fmla="val 0"/>
                  <a:gd name="f6" fmla="val 3946874"/>
                  <a:gd name="f7" fmla="val 3989641"/>
                  <a:gd name="f8" fmla="val 19050"/>
                  <a:gd name="f9" fmla="val 3957257"/>
                  <a:gd name="f10" fmla="val 50959"/>
                  <a:gd name="f11" fmla="val 3916013"/>
                  <a:gd name="f12" fmla="val 79439"/>
                  <a:gd name="f13" fmla="val 3891153"/>
                  <a:gd name="f14" fmla="val 165544"/>
                  <a:gd name="f15" fmla="val 3815906"/>
                  <a:gd name="f16" fmla="val 227933"/>
                  <a:gd name="f17" fmla="val 3717989"/>
                  <a:gd name="f18" fmla="val 297371"/>
                  <a:gd name="f19" fmla="val 3626930"/>
                  <a:gd name="f20" fmla="val 346615"/>
                  <a:gd name="f21" fmla="val 3562255"/>
                  <a:gd name="f22" fmla="val 398050"/>
                  <a:gd name="f23" fmla="val 3499009"/>
                  <a:gd name="f24" fmla="val 454343"/>
                  <a:gd name="f25" fmla="val 3440335"/>
                  <a:gd name="f26" fmla="val 506349"/>
                  <a:gd name="f27" fmla="val 3386042"/>
                  <a:gd name="f28" fmla="val 562642"/>
                  <a:gd name="f29" fmla="val 3336227"/>
                  <a:gd name="f30" fmla="val 622363"/>
                  <a:gd name="f31" fmla="val 3290697"/>
                  <a:gd name="f32" fmla="val 719519"/>
                  <a:gd name="f33" fmla="val 3216688"/>
                  <a:gd name="f34" fmla="val 824960"/>
                  <a:gd name="f35" fmla="val 3154585"/>
                  <a:gd name="f36" fmla="val 927068"/>
                  <a:gd name="f37" fmla="val 3087434"/>
                  <a:gd name="f38" fmla="val 1011365"/>
                  <a:gd name="f39" fmla="val 3031998"/>
                  <a:gd name="f40" fmla="val 1093565"/>
                  <a:gd name="f41" fmla="val 2973324"/>
                  <a:gd name="f42" fmla="val 1176338"/>
                  <a:gd name="f43" fmla="val 2915603"/>
                  <a:gd name="f44" fmla="val 1246537"/>
                  <a:gd name="f45" fmla="val 2866644"/>
                  <a:gd name="f46" fmla="val 1317308"/>
                  <a:gd name="f47" fmla="val 2818066"/>
                  <a:gd name="f48" fmla="val 1394270"/>
                  <a:gd name="f49" fmla="val 2780729"/>
                  <a:gd name="f50" fmla="val 1459421"/>
                  <a:gd name="f51" fmla="val 2749106"/>
                  <a:gd name="f52" fmla="val 1528763"/>
                  <a:gd name="f53" fmla="val 2724436"/>
                  <a:gd name="f54" fmla="val 1601057"/>
                  <a:gd name="f55" fmla="val 2723483"/>
                  <a:gd name="f56" fmla="val 1653350"/>
                  <a:gd name="f57" fmla="val 2722721"/>
                  <a:gd name="f58" fmla="val 1704785"/>
                  <a:gd name="f59" fmla="val 2733485"/>
                  <a:gd name="f60" fmla="val 1756220"/>
                  <a:gd name="f61" fmla="val 2743772"/>
                  <a:gd name="f62" fmla="val 1800320"/>
                  <a:gd name="f63" fmla="val 2752630"/>
                  <a:gd name="f64" fmla="val 1844612"/>
                  <a:gd name="f65" fmla="val 2760250"/>
                  <a:gd name="f66" fmla="val 1889189"/>
                  <a:gd name="f67" fmla="val 2765965"/>
                  <a:gd name="f68" fmla="val 1928622"/>
                  <a:gd name="f69" fmla="val 2771013"/>
                  <a:gd name="f70" fmla="val 1968437"/>
                  <a:gd name="f71" fmla="val 2773299"/>
                  <a:gd name="f72" fmla="val 2007394"/>
                  <a:gd name="f73" fmla="val 2073878"/>
                  <a:gd name="f74" fmla="val 2753487"/>
                  <a:gd name="f75" fmla="val 2130647"/>
                  <a:gd name="f76" fmla="val 2712911"/>
                  <a:gd name="f77" fmla="val 2184654"/>
                  <a:gd name="f78" fmla="val 2671763"/>
                  <a:gd name="f79" fmla="val 2245900"/>
                  <a:gd name="f80" fmla="val 2625090"/>
                  <a:gd name="f81" fmla="val 2304002"/>
                  <a:gd name="f82" fmla="val 2573465"/>
                  <a:gd name="f83" fmla="val 2372773"/>
                  <a:gd name="f84" fmla="val 2538984"/>
                  <a:gd name="f85" fmla="val 2394395"/>
                  <a:gd name="f86" fmla="val 2528126"/>
                  <a:gd name="f87" fmla="val 2416874"/>
                  <a:gd name="f88" fmla="val 2518982"/>
                  <a:gd name="f89" fmla="val 2439543"/>
                  <a:gd name="f90" fmla="val 2510504"/>
                  <a:gd name="f91" fmla="val 2509552"/>
                  <a:gd name="f92" fmla="val 2484215"/>
                  <a:gd name="f93" fmla="val 2580037"/>
                  <a:gd name="f94" fmla="val 2459450"/>
                  <a:gd name="f95" fmla="val 2650617"/>
                  <a:gd name="f96" fmla="val 2434781"/>
                  <a:gd name="f97" fmla="val 2695956"/>
                  <a:gd name="f98" fmla="val 2418874"/>
                  <a:gd name="f99" fmla="val 2741295"/>
                  <a:gd name="f100" fmla="val 2402872"/>
                  <a:gd name="f101" fmla="val 2785110"/>
                  <a:gd name="f102" fmla="val 2383060"/>
                  <a:gd name="f103" fmla="val 2824448"/>
                  <a:gd name="f104" fmla="val 2365248"/>
                  <a:gd name="f105" fmla="val 2862358"/>
                  <a:gd name="f106" fmla="val 2344198"/>
                  <a:gd name="f107" fmla="val 2897315"/>
                  <a:gd name="f108" fmla="val 2318861"/>
                  <a:gd name="f109" fmla="val 2934367"/>
                  <a:gd name="f110" fmla="val 2292096"/>
                  <a:gd name="f111" fmla="val 2968085"/>
                  <a:gd name="f112" fmla="val 2260854"/>
                  <a:gd name="f113" fmla="val 2997994"/>
                  <a:gd name="f114" fmla="val 2226183"/>
                  <a:gd name="f115" fmla="val 3020949"/>
                  <a:gd name="f116" fmla="val 2199513"/>
                  <a:gd name="f117" fmla="val 3041714"/>
                  <a:gd name="f118" fmla="val 2170938"/>
                  <a:gd name="f119" fmla="val 3061240"/>
                  <a:gd name="f120" fmla="val 2141506"/>
                  <a:gd name="f121" fmla="val 3091529"/>
                  <a:gd name="f122" fmla="val 2095976"/>
                  <a:gd name="f123" fmla="val 3119533"/>
                  <a:gd name="f124" fmla="val 2049018"/>
                  <a:gd name="f125" fmla="val 3152108"/>
                  <a:gd name="f126" fmla="val 2005203"/>
                  <a:gd name="f127" fmla="val 3188113"/>
                  <a:gd name="f128" fmla="val 1956626"/>
                  <a:gd name="f129" fmla="val 3229261"/>
                  <a:gd name="f130" fmla="val 1912144"/>
                  <a:gd name="f131" fmla="val 3274124"/>
                  <a:gd name="f132" fmla="val 1871567"/>
                  <a:gd name="f133" fmla="val 3311747"/>
                  <a:gd name="f134" fmla="val 1837563"/>
                  <a:gd name="f135" fmla="val 3351848"/>
                  <a:gd name="f136" fmla="val 1806321"/>
                  <a:gd name="f137" fmla="val 3388138"/>
                  <a:gd name="f138" fmla="val 1770888"/>
                  <a:gd name="f139" fmla="val 3416999"/>
                  <a:gd name="f140" fmla="val 1742694"/>
                  <a:gd name="f141" fmla="val 3443002"/>
                  <a:gd name="f142" fmla="val 1711833"/>
                  <a:gd name="f143" fmla="val 3466529"/>
                  <a:gd name="f144" fmla="val 1679162"/>
                  <a:gd name="f145" fmla="val 3495008"/>
                  <a:gd name="f146" fmla="val 1639348"/>
                  <a:gd name="f147" fmla="val 3519392"/>
                  <a:gd name="f148" fmla="val 1596771"/>
                  <a:gd name="f149" fmla="val 3538633"/>
                  <a:gd name="f150" fmla="val 1551718"/>
                  <a:gd name="f151" fmla="val 3562731"/>
                  <a:gd name="f152" fmla="val 1495616"/>
                  <a:gd name="f153" fmla="val 3578924"/>
                  <a:gd name="f154" fmla="val 1436465"/>
                  <a:gd name="f155" fmla="val 3588544"/>
                  <a:gd name="f156" fmla="val 1376172"/>
                  <a:gd name="f157" fmla="val 3592925"/>
                  <a:gd name="f158" fmla="val 1348740"/>
                  <a:gd name="f159" fmla="val 3595688"/>
                  <a:gd name="f160" fmla="val 1321022"/>
                  <a:gd name="f161" fmla="val 3597402"/>
                  <a:gd name="f162" fmla="val 1293305"/>
                  <a:gd name="f163" fmla="val 3605974"/>
                  <a:gd name="f164" fmla="val 1155859"/>
                  <a:gd name="f165" fmla="val 3717703"/>
                  <a:gd name="f166" fmla="val 1018127"/>
                  <a:gd name="f167" fmla="val 3721227"/>
                  <a:gd name="f168" fmla="val 880491"/>
                  <a:gd name="f169" fmla="val 3724751"/>
                  <a:gd name="f170" fmla="val 740855"/>
                  <a:gd name="f171" fmla="val 3743135"/>
                  <a:gd name="f172" fmla="val 602171"/>
                  <a:gd name="f173" fmla="val 3761137"/>
                  <a:gd name="f174" fmla="val 463677"/>
                  <a:gd name="f175" fmla="val 3776186"/>
                  <a:gd name="f176" fmla="val 347758"/>
                  <a:gd name="f177" fmla="val 3934968"/>
                  <a:gd name="f178" fmla="val 116205"/>
                  <a:gd name="f179" fmla="+- 0 0 -90"/>
                  <a:gd name="f180" fmla="*/ f3 1 3946874"/>
                  <a:gd name="f181" fmla="*/ f4 1 3989641"/>
                  <a:gd name="f182" fmla="+- f7 0 f5"/>
                  <a:gd name="f183" fmla="+- f6 0 f5"/>
                  <a:gd name="f184" fmla="*/ f179 f0 1"/>
                  <a:gd name="f185" fmla="*/ f183 1 3946874"/>
                  <a:gd name="f186" fmla="*/ f182 1 3989641"/>
                  <a:gd name="f187" fmla="*/ 0 f183 1"/>
                  <a:gd name="f188" fmla="*/ 3989641 f182 1"/>
                  <a:gd name="f189" fmla="*/ 79439 f183 1"/>
                  <a:gd name="f190" fmla="*/ 3891153 f182 1"/>
                  <a:gd name="f191" fmla="*/ 297371 f183 1"/>
                  <a:gd name="f192" fmla="*/ 3626930 f182 1"/>
                  <a:gd name="f193" fmla="*/ 454343 f183 1"/>
                  <a:gd name="f194" fmla="*/ 3440335 f182 1"/>
                  <a:gd name="f195" fmla="*/ 622363 f183 1"/>
                  <a:gd name="f196" fmla="*/ 3290697 f182 1"/>
                  <a:gd name="f197" fmla="*/ 927068 f183 1"/>
                  <a:gd name="f198" fmla="*/ 3087434 f182 1"/>
                  <a:gd name="f199" fmla="*/ 1176338 f183 1"/>
                  <a:gd name="f200" fmla="*/ 2915603 f182 1"/>
                  <a:gd name="f201" fmla="*/ 1394270 f183 1"/>
                  <a:gd name="f202" fmla="*/ 2780729 f182 1"/>
                  <a:gd name="f203" fmla="*/ 1601057 f183 1"/>
                  <a:gd name="f204" fmla="*/ 2723483 f182 1"/>
                  <a:gd name="f205" fmla="*/ 1756220 f183 1"/>
                  <a:gd name="f206" fmla="*/ 2743772 f182 1"/>
                  <a:gd name="f207" fmla="*/ 1889189 f183 1"/>
                  <a:gd name="f208" fmla="*/ 2765965 f182 1"/>
                  <a:gd name="f209" fmla="*/ 2007394 f183 1"/>
                  <a:gd name="f210" fmla="*/ 2184654 f183 1"/>
                  <a:gd name="f211" fmla="*/ 2671763 f182 1"/>
                  <a:gd name="f212" fmla="*/ 2372773 f183 1"/>
                  <a:gd name="f213" fmla="*/ 2538984 f182 1"/>
                  <a:gd name="f214" fmla="*/ 2439543 f183 1"/>
                  <a:gd name="f215" fmla="*/ 2510504 f182 1"/>
                  <a:gd name="f216" fmla="*/ 2650617 f183 1"/>
                  <a:gd name="f217" fmla="*/ 2434781 f182 1"/>
                  <a:gd name="f218" fmla="*/ 2785110 f183 1"/>
                  <a:gd name="f219" fmla="*/ 2383060 f182 1"/>
                  <a:gd name="f220" fmla="*/ 2897315 f183 1"/>
                  <a:gd name="f221" fmla="*/ 2318861 f182 1"/>
                  <a:gd name="f222" fmla="*/ 2997994 f183 1"/>
                  <a:gd name="f223" fmla="*/ 2226183 f182 1"/>
                  <a:gd name="f224" fmla="*/ 3061240 f183 1"/>
                  <a:gd name="f225" fmla="*/ 2141506 f182 1"/>
                  <a:gd name="f226" fmla="*/ 3152108 f183 1"/>
                  <a:gd name="f227" fmla="*/ 2005203 f182 1"/>
                  <a:gd name="f228" fmla="*/ 3274124 f183 1"/>
                  <a:gd name="f229" fmla="*/ 1871567 f182 1"/>
                  <a:gd name="f230" fmla="*/ 3388138 f183 1"/>
                  <a:gd name="f231" fmla="*/ 1770888 f182 1"/>
                  <a:gd name="f232" fmla="*/ 3466529 f183 1"/>
                  <a:gd name="f233" fmla="*/ 1679162 f182 1"/>
                  <a:gd name="f234" fmla="*/ 3538633 f183 1"/>
                  <a:gd name="f235" fmla="*/ 1551718 f182 1"/>
                  <a:gd name="f236" fmla="*/ 3588544 f183 1"/>
                  <a:gd name="f237" fmla="*/ 1376172 f182 1"/>
                  <a:gd name="f238" fmla="*/ 3597402 f183 1"/>
                  <a:gd name="f239" fmla="*/ 1293305 f182 1"/>
                  <a:gd name="f240" fmla="*/ 3721227 f183 1"/>
                  <a:gd name="f241" fmla="*/ 880491 f182 1"/>
                  <a:gd name="f242" fmla="*/ 3761137 f183 1"/>
                  <a:gd name="f243" fmla="*/ 463677 f182 1"/>
                  <a:gd name="f244" fmla="*/ 3946874 f183 1"/>
                  <a:gd name="f245" fmla="*/ 0 f182 1"/>
                  <a:gd name="f246" fmla="*/ f184 1 f2"/>
                  <a:gd name="f247" fmla="*/ f187 1 3946874"/>
                  <a:gd name="f248" fmla="*/ f188 1 3989641"/>
                  <a:gd name="f249" fmla="*/ f189 1 3946874"/>
                  <a:gd name="f250" fmla="*/ f190 1 3989641"/>
                  <a:gd name="f251" fmla="*/ f191 1 3946874"/>
                  <a:gd name="f252" fmla="*/ f192 1 3989641"/>
                  <a:gd name="f253" fmla="*/ f193 1 3946874"/>
                  <a:gd name="f254" fmla="*/ f194 1 3989641"/>
                  <a:gd name="f255" fmla="*/ f195 1 3946874"/>
                  <a:gd name="f256" fmla="*/ f196 1 3989641"/>
                  <a:gd name="f257" fmla="*/ f197 1 3946874"/>
                  <a:gd name="f258" fmla="*/ f198 1 3989641"/>
                  <a:gd name="f259" fmla="*/ f199 1 3946874"/>
                  <a:gd name="f260" fmla="*/ f200 1 3989641"/>
                  <a:gd name="f261" fmla="*/ f201 1 3946874"/>
                  <a:gd name="f262" fmla="*/ f202 1 3989641"/>
                  <a:gd name="f263" fmla="*/ f203 1 3946874"/>
                  <a:gd name="f264" fmla="*/ f204 1 3989641"/>
                  <a:gd name="f265" fmla="*/ f205 1 3946874"/>
                  <a:gd name="f266" fmla="*/ f206 1 3989641"/>
                  <a:gd name="f267" fmla="*/ f207 1 3946874"/>
                  <a:gd name="f268" fmla="*/ f208 1 3989641"/>
                  <a:gd name="f269" fmla="*/ f209 1 3946874"/>
                  <a:gd name="f270" fmla="*/ f210 1 3946874"/>
                  <a:gd name="f271" fmla="*/ f211 1 3989641"/>
                  <a:gd name="f272" fmla="*/ f212 1 3946874"/>
                  <a:gd name="f273" fmla="*/ f213 1 3989641"/>
                  <a:gd name="f274" fmla="*/ f214 1 3946874"/>
                  <a:gd name="f275" fmla="*/ f215 1 3989641"/>
                  <a:gd name="f276" fmla="*/ f216 1 3946874"/>
                  <a:gd name="f277" fmla="*/ f217 1 3989641"/>
                  <a:gd name="f278" fmla="*/ f218 1 3946874"/>
                  <a:gd name="f279" fmla="*/ f219 1 3989641"/>
                  <a:gd name="f280" fmla="*/ f220 1 3946874"/>
                  <a:gd name="f281" fmla="*/ f221 1 3989641"/>
                  <a:gd name="f282" fmla="*/ f222 1 3946874"/>
                  <a:gd name="f283" fmla="*/ f223 1 3989641"/>
                  <a:gd name="f284" fmla="*/ f224 1 3946874"/>
                  <a:gd name="f285" fmla="*/ f225 1 3989641"/>
                  <a:gd name="f286" fmla="*/ f226 1 3946874"/>
                  <a:gd name="f287" fmla="*/ f227 1 3989641"/>
                  <a:gd name="f288" fmla="*/ f228 1 3946874"/>
                  <a:gd name="f289" fmla="*/ f229 1 3989641"/>
                  <a:gd name="f290" fmla="*/ f230 1 3946874"/>
                  <a:gd name="f291" fmla="*/ f231 1 3989641"/>
                  <a:gd name="f292" fmla="*/ f232 1 3946874"/>
                  <a:gd name="f293" fmla="*/ f233 1 3989641"/>
                  <a:gd name="f294" fmla="*/ f234 1 3946874"/>
                  <a:gd name="f295" fmla="*/ f235 1 3989641"/>
                  <a:gd name="f296" fmla="*/ f236 1 3946874"/>
                  <a:gd name="f297" fmla="*/ f237 1 3989641"/>
                  <a:gd name="f298" fmla="*/ f238 1 3946874"/>
                  <a:gd name="f299" fmla="*/ f239 1 3989641"/>
                  <a:gd name="f300" fmla="*/ f240 1 3946874"/>
                  <a:gd name="f301" fmla="*/ f241 1 3989641"/>
                  <a:gd name="f302" fmla="*/ f242 1 3946874"/>
                  <a:gd name="f303" fmla="*/ f243 1 3989641"/>
                  <a:gd name="f304" fmla="*/ f244 1 3946874"/>
                  <a:gd name="f305" fmla="*/ f245 1 3989641"/>
                  <a:gd name="f306" fmla="*/ f5 1 f185"/>
                  <a:gd name="f307" fmla="*/ f6 1 f185"/>
                  <a:gd name="f308" fmla="*/ f5 1 f186"/>
                  <a:gd name="f309" fmla="*/ f7 1 f186"/>
                  <a:gd name="f310" fmla="+- f246 0 f1"/>
                  <a:gd name="f311" fmla="*/ f247 1 f185"/>
                  <a:gd name="f312" fmla="*/ f248 1 f186"/>
                  <a:gd name="f313" fmla="*/ f249 1 f185"/>
                  <a:gd name="f314" fmla="*/ f250 1 f186"/>
                  <a:gd name="f315" fmla="*/ f251 1 f185"/>
                  <a:gd name="f316" fmla="*/ f252 1 f186"/>
                  <a:gd name="f317" fmla="*/ f253 1 f185"/>
                  <a:gd name="f318" fmla="*/ f254 1 f186"/>
                  <a:gd name="f319" fmla="*/ f255 1 f185"/>
                  <a:gd name="f320" fmla="*/ f256 1 f186"/>
                  <a:gd name="f321" fmla="*/ f257 1 f185"/>
                  <a:gd name="f322" fmla="*/ f258 1 f186"/>
                  <a:gd name="f323" fmla="*/ f259 1 f185"/>
                  <a:gd name="f324" fmla="*/ f260 1 f186"/>
                  <a:gd name="f325" fmla="*/ f261 1 f185"/>
                  <a:gd name="f326" fmla="*/ f262 1 f186"/>
                  <a:gd name="f327" fmla="*/ f263 1 f185"/>
                  <a:gd name="f328" fmla="*/ f264 1 f186"/>
                  <a:gd name="f329" fmla="*/ f265 1 f185"/>
                  <a:gd name="f330" fmla="*/ f266 1 f186"/>
                  <a:gd name="f331" fmla="*/ f267 1 f185"/>
                  <a:gd name="f332" fmla="*/ f268 1 f186"/>
                  <a:gd name="f333" fmla="*/ f269 1 f185"/>
                  <a:gd name="f334" fmla="*/ f270 1 f185"/>
                  <a:gd name="f335" fmla="*/ f271 1 f186"/>
                  <a:gd name="f336" fmla="*/ f272 1 f185"/>
                  <a:gd name="f337" fmla="*/ f273 1 f186"/>
                  <a:gd name="f338" fmla="*/ f274 1 f185"/>
                  <a:gd name="f339" fmla="*/ f275 1 f186"/>
                  <a:gd name="f340" fmla="*/ f276 1 f185"/>
                  <a:gd name="f341" fmla="*/ f277 1 f186"/>
                  <a:gd name="f342" fmla="*/ f278 1 f185"/>
                  <a:gd name="f343" fmla="*/ f279 1 f186"/>
                  <a:gd name="f344" fmla="*/ f280 1 f185"/>
                  <a:gd name="f345" fmla="*/ f281 1 f186"/>
                  <a:gd name="f346" fmla="*/ f282 1 f185"/>
                  <a:gd name="f347" fmla="*/ f283 1 f186"/>
                  <a:gd name="f348" fmla="*/ f284 1 f185"/>
                  <a:gd name="f349" fmla="*/ f285 1 f186"/>
                  <a:gd name="f350" fmla="*/ f286 1 f185"/>
                  <a:gd name="f351" fmla="*/ f287 1 f186"/>
                  <a:gd name="f352" fmla="*/ f288 1 f185"/>
                  <a:gd name="f353" fmla="*/ f289 1 f186"/>
                  <a:gd name="f354" fmla="*/ f290 1 f185"/>
                  <a:gd name="f355" fmla="*/ f291 1 f186"/>
                  <a:gd name="f356" fmla="*/ f292 1 f185"/>
                  <a:gd name="f357" fmla="*/ f293 1 f186"/>
                  <a:gd name="f358" fmla="*/ f294 1 f185"/>
                  <a:gd name="f359" fmla="*/ f295 1 f186"/>
                  <a:gd name="f360" fmla="*/ f296 1 f185"/>
                  <a:gd name="f361" fmla="*/ f297 1 f186"/>
                  <a:gd name="f362" fmla="*/ f298 1 f185"/>
                  <a:gd name="f363" fmla="*/ f299 1 f186"/>
                  <a:gd name="f364" fmla="*/ f300 1 f185"/>
                  <a:gd name="f365" fmla="*/ f301 1 f186"/>
                  <a:gd name="f366" fmla="*/ f302 1 f185"/>
                  <a:gd name="f367" fmla="*/ f303 1 f186"/>
                  <a:gd name="f368" fmla="*/ f304 1 f185"/>
                  <a:gd name="f369" fmla="*/ f305 1 f186"/>
                  <a:gd name="f370" fmla="*/ f306 f180 1"/>
                  <a:gd name="f371" fmla="*/ f307 f180 1"/>
                  <a:gd name="f372" fmla="*/ f309 f181 1"/>
                  <a:gd name="f373" fmla="*/ f308 f181 1"/>
                  <a:gd name="f374" fmla="*/ f311 f180 1"/>
                  <a:gd name="f375" fmla="*/ f312 f181 1"/>
                  <a:gd name="f376" fmla="*/ f313 f180 1"/>
                  <a:gd name="f377" fmla="*/ f314 f181 1"/>
                  <a:gd name="f378" fmla="*/ f315 f180 1"/>
                  <a:gd name="f379" fmla="*/ f316 f181 1"/>
                  <a:gd name="f380" fmla="*/ f317 f180 1"/>
                  <a:gd name="f381" fmla="*/ f318 f181 1"/>
                  <a:gd name="f382" fmla="*/ f319 f180 1"/>
                  <a:gd name="f383" fmla="*/ f320 f181 1"/>
                  <a:gd name="f384" fmla="*/ f321 f180 1"/>
                  <a:gd name="f385" fmla="*/ f322 f181 1"/>
                  <a:gd name="f386" fmla="*/ f323 f180 1"/>
                  <a:gd name="f387" fmla="*/ f324 f181 1"/>
                  <a:gd name="f388" fmla="*/ f325 f180 1"/>
                  <a:gd name="f389" fmla="*/ f326 f181 1"/>
                  <a:gd name="f390" fmla="*/ f327 f180 1"/>
                  <a:gd name="f391" fmla="*/ f328 f181 1"/>
                  <a:gd name="f392" fmla="*/ f329 f180 1"/>
                  <a:gd name="f393" fmla="*/ f330 f181 1"/>
                  <a:gd name="f394" fmla="*/ f331 f180 1"/>
                  <a:gd name="f395" fmla="*/ f332 f181 1"/>
                  <a:gd name="f396" fmla="*/ f333 f180 1"/>
                  <a:gd name="f397" fmla="*/ f334 f180 1"/>
                  <a:gd name="f398" fmla="*/ f335 f181 1"/>
                  <a:gd name="f399" fmla="*/ f336 f180 1"/>
                  <a:gd name="f400" fmla="*/ f337 f181 1"/>
                  <a:gd name="f401" fmla="*/ f338 f180 1"/>
                  <a:gd name="f402" fmla="*/ f339 f181 1"/>
                  <a:gd name="f403" fmla="*/ f340 f180 1"/>
                  <a:gd name="f404" fmla="*/ f341 f181 1"/>
                  <a:gd name="f405" fmla="*/ f342 f180 1"/>
                  <a:gd name="f406" fmla="*/ f343 f181 1"/>
                  <a:gd name="f407" fmla="*/ f344 f180 1"/>
                  <a:gd name="f408" fmla="*/ f345 f181 1"/>
                  <a:gd name="f409" fmla="*/ f346 f180 1"/>
                  <a:gd name="f410" fmla="*/ f347 f181 1"/>
                  <a:gd name="f411" fmla="*/ f348 f180 1"/>
                  <a:gd name="f412" fmla="*/ f349 f181 1"/>
                  <a:gd name="f413" fmla="*/ f350 f180 1"/>
                  <a:gd name="f414" fmla="*/ f351 f181 1"/>
                  <a:gd name="f415" fmla="*/ f352 f180 1"/>
                  <a:gd name="f416" fmla="*/ f353 f181 1"/>
                  <a:gd name="f417" fmla="*/ f354 f180 1"/>
                  <a:gd name="f418" fmla="*/ f355 f181 1"/>
                  <a:gd name="f419" fmla="*/ f356 f180 1"/>
                  <a:gd name="f420" fmla="*/ f357 f181 1"/>
                  <a:gd name="f421" fmla="*/ f358 f180 1"/>
                  <a:gd name="f422" fmla="*/ f359 f181 1"/>
                  <a:gd name="f423" fmla="*/ f360 f180 1"/>
                  <a:gd name="f424" fmla="*/ f361 f181 1"/>
                  <a:gd name="f425" fmla="*/ f362 f180 1"/>
                  <a:gd name="f426" fmla="*/ f363 f181 1"/>
                  <a:gd name="f427" fmla="*/ f364 f180 1"/>
                  <a:gd name="f428" fmla="*/ f365 f181 1"/>
                  <a:gd name="f429" fmla="*/ f366 f180 1"/>
                  <a:gd name="f430" fmla="*/ f367 f181 1"/>
                  <a:gd name="f431" fmla="*/ f368 f180 1"/>
                  <a:gd name="f432" fmla="*/ f369 f181 1"/>
                </a:gdLst>
                <a:ahLst/>
                <a:cxnLst>
                  <a:cxn ang="3cd4">
                    <a:pos x="hc" y="t"/>
                  </a:cxn>
                  <a:cxn ang="0">
                    <a:pos x="r" y="vc"/>
                  </a:cxn>
                  <a:cxn ang="cd4">
                    <a:pos x="hc" y="b"/>
                  </a:cxn>
                  <a:cxn ang="cd2">
                    <a:pos x="l" y="vc"/>
                  </a:cxn>
                  <a:cxn ang="f310">
                    <a:pos x="f374" y="f375"/>
                  </a:cxn>
                  <a:cxn ang="f310">
                    <a:pos x="f376" y="f377"/>
                  </a:cxn>
                  <a:cxn ang="f310">
                    <a:pos x="f378" y="f379"/>
                  </a:cxn>
                  <a:cxn ang="f310">
                    <a:pos x="f380" y="f381"/>
                  </a:cxn>
                  <a:cxn ang="f310">
                    <a:pos x="f382" y="f383"/>
                  </a:cxn>
                  <a:cxn ang="f310">
                    <a:pos x="f384" y="f385"/>
                  </a:cxn>
                  <a:cxn ang="f310">
                    <a:pos x="f386" y="f387"/>
                  </a:cxn>
                  <a:cxn ang="f310">
                    <a:pos x="f388" y="f389"/>
                  </a:cxn>
                  <a:cxn ang="f310">
                    <a:pos x="f390" y="f391"/>
                  </a:cxn>
                  <a:cxn ang="f310">
                    <a:pos x="f392" y="f393"/>
                  </a:cxn>
                  <a:cxn ang="f310">
                    <a:pos x="f394" y="f395"/>
                  </a:cxn>
                  <a:cxn ang="f310">
                    <a:pos x="f396" y="f395"/>
                  </a:cxn>
                  <a:cxn ang="f310">
                    <a:pos x="f397" y="f398"/>
                  </a:cxn>
                  <a:cxn ang="f310">
                    <a:pos x="f399" y="f400"/>
                  </a:cxn>
                  <a:cxn ang="f310">
                    <a:pos x="f401" y="f402"/>
                  </a:cxn>
                  <a:cxn ang="f310">
                    <a:pos x="f403" y="f404"/>
                  </a:cxn>
                  <a:cxn ang="f310">
                    <a:pos x="f405" y="f406"/>
                  </a:cxn>
                  <a:cxn ang="f310">
                    <a:pos x="f407" y="f408"/>
                  </a:cxn>
                  <a:cxn ang="f310">
                    <a:pos x="f409" y="f410"/>
                  </a:cxn>
                  <a:cxn ang="f310">
                    <a:pos x="f411" y="f412"/>
                  </a:cxn>
                  <a:cxn ang="f310">
                    <a:pos x="f413" y="f414"/>
                  </a:cxn>
                  <a:cxn ang="f310">
                    <a:pos x="f415" y="f416"/>
                  </a:cxn>
                  <a:cxn ang="f310">
                    <a:pos x="f417" y="f418"/>
                  </a:cxn>
                  <a:cxn ang="f310">
                    <a:pos x="f419" y="f420"/>
                  </a:cxn>
                  <a:cxn ang="f310">
                    <a:pos x="f421" y="f422"/>
                  </a:cxn>
                  <a:cxn ang="f310">
                    <a:pos x="f423" y="f424"/>
                  </a:cxn>
                  <a:cxn ang="f310">
                    <a:pos x="f425" y="f426"/>
                  </a:cxn>
                  <a:cxn ang="f310">
                    <a:pos x="f427" y="f428"/>
                  </a:cxn>
                  <a:cxn ang="f310">
                    <a:pos x="f429" y="f430"/>
                  </a:cxn>
                  <a:cxn ang="f310">
                    <a:pos x="f431" y="f432"/>
                  </a:cxn>
                </a:cxnLst>
                <a:rect l="f370" t="f373" r="f371" b="f372"/>
                <a:pathLst>
                  <a:path w="3946874" h="3989641">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67"/>
                    </a:cubicBezTo>
                    <a:cubicBezTo>
                      <a:pt x="f73" y="f74"/>
                      <a:pt x="f75" y="f76"/>
                      <a:pt x="f77" y="f78"/>
                    </a:cubicBezTo>
                    <a:cubicBezTo>
                      <a:pt x="f79" y="f80"/>
                      <a:pt x="f81" y="f82"/>
                      <a:pt x="f83" y="f84"/>
                    </a:cubicBezTo>
                    <a:cubicBezTo>
                      <a:pt x="f85" y="f86"/>
                      <a:pt x="f87" y="f88"/>
                      <a:pt x="f89" y="f90"/>
                    </a:cubicBezTo>
                    <a:cubicBezTo>
                      <a:pt x="f91" y="f92"/>
                      <a:pt x="f93" y="f94"/>
                      <a:pt x="f95" y="f96"/>
                    </a:cubicBezTo>
                    <a:cubicBezTo>
                      <a:pt x="f97" y="f98"/>
                      <a:pt x="f99" y="f100"/>
                      <a:pt x="f101" y="f102"/>
                    </a:cubicBezTo>
                    <a:cubicBezTo>
                      <a:pt x="f103" y="f104"/>
                      <a:pt x="f105" y="f106"/>
                      <a:pt x="f107" y="f108"/>
                    </a:cubicBezTo>
                    <a:cubicBezTo>
                      <a:pt x="f109" y="f110"/>
                      <a:pt x="f111" y="f112"/>
                      <a:pt x="f113" y="f114"/>
                    </a:cubicBezTo>
                    <a:cubicBezTo>
                      <a:pt x="f115" y="f116"/>
                      <a:pt x="f117" y="f118"/>
                      <a:pt x="f119" y="f120"/>
                    </a:cubicBezTo>
                    <a:cubicBezTo>
                      <a:pt x="f121" y="f122"/>
                      <a:pt x="f123" y="f124"/>
                      <a:pt x="f125" y="f126"/>
                    </a:cubicBezTo>
                    <a:cubicBezTo>
                      <a:pt x="f127" y="f128"/>
                      <a:pt x="f129" y="f130"/>
                      <a:pt x="f131" y="f132"/>
                    </a:cubicBezTo>
                    <a:cubicBezTo>
                      <a:pt x="f133" y="f134"/>
                      <a:pt x="f135" y="f136"/>
                      <a:pt x="f137" y="f138"/>
                    </a:cubicBezTo>
                    <a:cubicBezTo>
                      <a:pt x="f139" y="f140"/>
                      <a:pt x="f141" y="f142"/>
                      <a:pt x="f143" y="f144"/>
                    </a:cubicBezTo>
                    <a:cubicBezTo>
                      <a:pt x="f145" y="f146"/>
                      <a:pt x="f147" y="f148"/>
                      <a:pt x="f149" y="f150"/>
                    </a:cubicBezTo>
                    <a:cubicBezTo>
                      <a:pt x="f151" y="f152"/>
                      <a:pt x="f153" y="f154"/>
                      <a:pt x="f155" y="f156"/>
                    </a:cubicBezTo>
                    <a:cubicBezTo>
                      <a:pt x="f157" y="f158"/>
                      <a:pt x="f159" y="f160"/>
                      <a:pt x="f161" y="f162"/>
                    </a:cubicBezTo>
                    <a:cubicBezTo>
                      <a:pt x="f163" y="f164"/>
                      <a:pt x="f165" y="f166"/>
                      <a:pt x="f167" y="f168"/>
                    </a:cubicBezTo>
                    <a:cubicBezTo>
                      <a:pt x="f169" y="f170"/>
                      <a:pt x="f171" y="f172"/>
                      <a:pt x="f173" y="f174"/>
                    </a:cubicBezTo>
                    <a:cubicBezTo>
                      <a:pt x="f175" y="f176"/>
                      <a:pt x="f177" y="f178"/>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0" name="Freeform: Shape 28">
                <a:extLst>
                  <a:ext uri="{FF2B5EF4-FFF2-40B4-BE49-F238E27FC236}">
                    <a16:creationId xmlns:a16="http://schemas.microsoft.com/office/drawing/2014/main" id="{FD48E89F-21AE-475D-830B-70C4D29F096D}"/>
                  </a:ext>
                </a:extLst>
              </p:cNvPr>
              <p:cNvSpPr/>
              <p:nvPr/>
            </p:nvSpPr>
            <p:spPr>
              <a:xfrm>
                <a:off x="8913232" y="4186123"/>
                <a:ext cx="3265441" cy="2668127"/>
              </a:xfrm>
              <a:custGeom>
                <a:avLst/>
                <a:gdLst>
                  <a:gd name="f0" fmla="val 10800000"/>
                  <a:gd name="f1" fmla="val 5400000"/>
                  <a:gd name="f2" fmla="val 180"/>
                  <a:gd name="f3" fmla="val w"/>
                  <a:gd name="f4" fmla="val h"/>
                  <a:gd name="f5" fmla="val 0"/>
                  <a:gd name="f6" fmla="val 3665410"/>
                  <a:gd name="f7" fmla="val 2985611"/>
                  <a:gd name="f8" fmla="val 86773"/>
                  <a:gd name="f9" fmla="val 2802827"/>
                  <a:gd name="f10" fmla="val 166211"/>
                  <a:gd name="f11" fmla="val 2699766"/>
                  <a:gd name="f12" fmla="val 240983"/>
                  <a:gd name="f13" fmla="val 2602706"/>
                  <a:gd name="f14" fmla="val 309182"/>
                  <a:gd name="f15" fmla="val 2500122"/>
                  <a:gd name="f16" fmla="val 397002"/>
                  <a:gd name="f17" fmla="val 2414969"/>
                  <a:gd name="f18" fmla="val 465296"/>
                  <a:gd name="f19" fmla="val 2348865"/>
                  <a:gd name="f20" fmla="val 543592"/>
                  <a:gd name="f21" fmla="val 2294477"/>
                  <a:gd name="f22" fmla="val 620173"/>
                  <a:gd name="f23" fmla="val 2237899"/>
                  <a:gd name="f24" fmla="val 688277"/>
                  <a:gd name="f25" fmla="val 2187607"/>
                  <a:gd name="f26" fmla="val 755333"/>
                  <a:gd name="f27" fmla="val 2135886"/>
                  <a:gd name="f28" fmla="val 823341"/>
                  <a:gd name="f29" fmla="val 2085499"/>
                  <a:gd name="f30" fmla="val 908685"/>
                  <a:gd name="f31" fmla="val 2022253"/>
                  <a:gd name="f32" fmla="val 994791"/>
                  <a:gd name="f33" fmla="val 1959197"/>
                  <a:gd name="f34" fmla="val 1089565"/>
                  <a:gd name="f35" fmla="val 1911477"/>
                  <a:gd name="f36" fmla="val 1107662"/>
                  <a:gd name="f37" fmla="val 1902428"/>
                  <a:gd name="f38" fmla="val 1126141"/>
                  <a:gd name="f39" fmla="val 1894141"/>
                  <a:gd name="f40" fmla="val 1145000"/>
                  <a:gd name="f41" fmla="val 1886807"/>
                  <a:gd name="f42" fmla="val 1218819"/>
                  <a:gd name="f43" fmla="val 1858232"/>
                  <a:gd name="f44" fmla="val 1296924"/>
                  <a:gd name="f45" fmla="val 1838611"/>
                  <a:gd name="f46" fmla="val 1375791"/>
                  <a:gd name="f47" fmla="val 1842135"/>
                  <a:gd name="f48" fmla="val 1413129"/>
                  <a:gd name="f49" fmla="val 1843754"/>
                  <a:gd name="f50" fmla="val 1449896"/>
                  <a:gd name="f51" fmla="val 1850422"/>
                  <a:gd name="f52" fmla="val 1486567"/>
                  <a:gd name="f53" fmla="val 1857566"/>
                  <a:gd name="f54" fmla="val 1513618"/>
                  <a:gd name="f55" fmla="val 1862804"/>
                  <a:gd name="f56" fmla="val 1540859"/>
                  <a:gd name="f57" fmla="val 1867376"/>
                  <a:gd name="f58" fmla="val 1568101"/>
                  <a:gd name="f59" fmla="val 1871377"/>
                  <a:gd name="f60" fmla="val 1648778"/>
                  <a:gd name="f61" fmla="val 1883188"/>
                  <a:gd name="f62" fmla="val 1730978"/>
                  <a:gd name="f63" fmla="val 1887665"/>
                  <a:gd name="f64" fmla="val 1810607"/>
                  <a:gd name="f65" fmla="val 1877854"/>
                  <a:gd name="f66" fmla="val 1857661"/>
                  <a:gd name="f67" fmla="val 1941100"/>
                  <a:gd name="f68" fmla="val 1829086"/>
                  <a:gd name="f69" fmla="val 1997964"/>
                  <a:gd name="f70" fmla="val 1790605"/>
                  <a:gd name="f71" fmla="val 2037302"/>
                  <a:gd name="f72" fmla="val 1764030"/>
                  <a:gd name="f73" fmla="val 2073497"/>
                  <a:gd name="f74" fmla="val 1733264"/>
                  <a:gd name="f75" fmla="val 2109883"/>
                  <a:gd name="f76" fmla="val 1702784"/>
                  <a:gd name="f77" fmla="val 2176367"/>
                  <a:gd name="f78" fmla="val 1647063"/>
                  <a:gd name="f79" fmla="val 2244852"/>
                  <a:gd name="f80" fmla="val 1593151"/>
                  <a:gd name="f81" fmla="val 2321433"/>
                  <a:gd name="f82" fmla="val 1552384"/>
                  <a:gd name="f83" fmla="val 2397157"/>
                  <a:gd name="f84" fmla="val 1512094"/>
                  <a:gd name="f85" fmla="val 2479548"/>
                  <a:gd name="f86" fmla="val 1486281"/>
                  <a:gd name="f87" fmla="val 2558891"/>
                  <a:gd name="f88" fmla="val 1453420"/>
                  <a:gd name="f89" fmla="val 2610898"/>
                  <a:gd name="f90" fmla="val 1431798"/>
                  <a:gd name="f91" fmla="val 2661571"/>
                  <a:gd name="f92" fmla="val 1407033"/>
                  <a:gd name="f93" fmla="val 2709767"/>
                  <a:gd name="f94" fmla="val 1377887"/>
                  <a:gd name="f95" fmla="val 2774252"/>
                  <a:gd name="f96" fmla="val 1338929"/>
                  <a:gd name="f97" fmla="val 2834069"/>
                  <a:gd name="f98" fmla="val 1292447"/>
                  <a:gd name="f99" fmla="val 2885408"/>
                  <a:gd name="f100" fmla="val 1237393"/>
                  <a:gd name="f101" fmla="val 2933605"/>
                  <a:gd name="f102" fmla="val 1185767"/>
                  <a:gd name="f103" fmla="val 2973324"/>
                  <a:gd name="f104" fmla="val 1127093"/>
                  <a:gd name="f105" fmla="val 3017711"/>
                  <a:gd name="f106" fmla="val 1072229"/>
                  <a:gd name="f107" fmla="val 3059811"/>
                  <a:gd name="f108" fmla="val 1020223"/>
                  <a:gd name="f109" fmla="val 3105912"/>
                  <a:gd name="f110" fmla="val 971645"/>
                  <a:gd name="f111" fmla="val 3150680"/>
                  <a:gd name="f112" fmla="val 921830"/>
                  <a:gd name="f113" fmla="val 3186113"/>
                  <a:gd name="f114" fmla="val 882396"/>
                  <a:gd name="f115" fmla="val 3220593"/>
                  <a:gd name="f116" fmla="val 842010"/>
                  <a:gd name="f117" fmla="val 3255169"/>
                  <a:gd name="f118" fmla="val 801815"/>
                  <a:gd name="f119" fmla="val 3284887"/>
                  <a:gd name="f120" fmla="val 767239"/>
                  <a:gd name="f121" fmla="val 3314605"/>
                  <a:gd name="f122" fmla="val 732473"/>
                  <a:gd name="f123" fmla="val 3339275"/>
                  <a:gd name="f124" fmla="val 694182"/>
                  <a:gd name="f125" fmla="val 3368707"/>
                  <a:gd name="f126" fmla="val 648367"/>
                  <a:gd name="f127" fmla="val 3390138"/>
                  <a:gd name="f128" fmla="val 597980"/>
                  <a:gd name="f129" fmla="val 3409188"/>
                  <a:gd name="f130" fmla="val 546926"/>
                  <a:gd name="f131" fmla="val 3433382"/>
                  <a:gd name="f132" fmla="val 482156"/>
                  <a:gd name="f133" fmla="val 3453384"/>
                  <a:gd name="f134" fmla="val 415861"/>
                  <a:gd name="f135" fmla="val 3464243"/>
                  <a:gd name="f136" fmla="val 347663"/>
                  <a:gd name="f137" fmla="val 3476244"/>
                  <a:gd name="f138" fmla="val 272224"/>
                  <a:gd name="f139" fmla="val 3661696"/>
                  <a:gd name="f140" fmla="val 76295"/>
                  <a:gd name="f141" fmla="val 3665411"/>
                  <a:gd name="f142" fmla="+- 0 0 -90"/>
                  <a:gd name="f143" fmla="*/ f3 1 3665410"/>
                  <a:gd name="f144" fmla="*/ f4 1 2985611"/>
                  <a:gd name="f145" fmla="+- f7 0 f5"/>
                  <a:gd name="f146" fmla="+- f6 0 f5"/>
                  <a:gd name="f147" fmla="*/ f142 f0 1"/>
                  <a:gd name="f148" fmla="*/ f146 1 3665410"/>
                  <a:gd name="f149" fmla="*/ f145 1 2985611"/>
                  <a:gd name="f150" fmla="*/ 0 f146 1"/>
                  <a:gd name="f151" fmla="*/ 2985611 f145 1"/>
                  <a:gd name="f152" fmla="*/ 166211 f146 1"/>
                  <a:gd name="f153" fmla="*/ 2699766 f145 1"/>
                  <a:gd name="f154" fmla="*/ 397002 f146 1"/>
                  <a:gd name="f155" fmla="*/ 2414969 f145 1"/>
                  <a:gd name="f156" fmla="*/ 620173 f146 1"/>
                  <a:gd name="f157" fmla="*/ 2237899 f145 1"/>
                  <a:gd name="f158" fmla="*/ 823341 f146 1"/>
                  <a:gd name="f159" fmla="*/ 2085499 f145 1"/>
                  <a:gd name="f160" fmla="*/ 1089565 f146 1"/>
                  <a:gd name="f161" fmla="*/ 1911477 f145 1"/>
                  <a:gd name="f162" fmla="*/ 1145000 f146 1"/>
                  <a:gd name="f163" fmla="*/ 1886807 f145 1"/>
                  <a:gd name="f164" fmla="*/ 1375791 f146 1"/>
                  <a:gd name="f165" fmla="*/ 1842135 f145 1"/>
                  <a:gd name="f166" fmla="*/ 1486567 f146 1"/>
                  <a:gd name="f167" fmla="*/ 1857566 f145 1"/>
                  <a:gd name="f168" fmla="*/ 1568101 f146 1"/>
                  <a:gd name="f169" fmla="*/ 1871377 f145 1"/>
                  <a:gd name="f170" fmla="*/ 1810607 f146 1"/>
                  <a:gd name="f171" fmla="*/ 1997964 f146 1"/>
                  <a:gd name="f172" fmla="*/ 1790605 f145 1"/>
                  <a:gd name="f173" fmla="*/ 2109883 f146 1"/>
                  <a:gd name="f174" fmla="*/ 1702784 f145 1"/>
                  <a:gd name="f175" fmla="*/ 2321433 f146 1"/>
                  <a:gd name="f176" fmla="*/ 1552384 f145 1"/>
                  <a:gd name="f177" fmla="*/ 2558891 f146 1"/>
                  <a:gd name="f178" fmla="*/ 1453420 f145 1"/>
                  <a:gd name="f179" fmla="*/ 2709767 f146 1"/>
                  <a:gd name="f180" fmla="*/ 1377887 f145 1"/>
                  <a:gd name="f181" fmla="*/ 2885408 f146 1"/>
                  <a:gd name="f182" fmla="*/ 1237393 f145 1"/>
                  <a:gd name="f183" fmla="*/ 3017711 f146 1"/>
                  <a:gd name="f184" fmla="*/ 1072229 f145 1"/>
                  <a:gd name="f185" fmla="*/ 3150680 f146 1"/>
                  <a:gd name="f186" fmla="*/ 921830 f145 1"/>
                  <a:gd name="f187" fmla="*/ 3255169 f146 1"/>
                  <a:gd name="f188" fmla="*/ 801815 f145 1"/>
                  <a:gd name="f189" fmla="*/ 3339275 f146 1"/>
                  <a:gd name="f190" fmla="*/ 694182 f145 1"/>
                  <a:gd name="f191" fmla="*/ 3409188 f146 1"/>
                  <a:gd name="f192" fmla="*/ 546926 f145 1"/>
                  <a:gd name="f193" fmla="*/ 3464243 f146 1"/>
                  <a:gd name="f194" fmla="*/ 347663 f145 1"/>
                  <a:gd name="f195" fmla="*/ 3665411 f146 1"/>
                  <a:gd name="f196" fmla="*/ 0 f145 1"/>
                  <a:gd name="f197" fmla="*/ f147 1 f2"/>
                  <a:gd name="f198" fmla="*/ f150 1 3665410"/>
                  <a:gd name="f199" fmla="*/ f151 1 2985611"/>
                  <a:gd name="f200" fmla="*/ f152 1 3665410"/>
                  <a:gd name="f201" fmla="*/ f153 1 2985611"/>
                  <a:gd name="f202" fmla="*/ f154 1 3665410"/>
                  <a:gd name="f203" fmla="*/ f155 1 2985611"/>
                  <a:gd name="f204" fmla="*/ f156 1 3665410"/>
                  <a:gd name="f205" fmla="*/ f157 1 2985611"/>
                  <a:gd name="f206" fmla="*/ f158 1 3665410"/>
                  <a:gd name="f207" fmla="*/ f159 1 2985611"/>
                  <a:gd name="f208" fmla="*/ f160 1 3665410"/>
                  <a:gd name="f209" fmla="*/ f161 1 2985611"/>
                  <a:gd name="f210" fmla="*/ f162 1 3665410"/>
                  <a:gd name="f211" fmla="*/ f163 1 2985611"/>
                  <a:gd name="f212" fmla="*/ f164 1 3665410"/>
                  <a:gd name="f213" fmla="*/ f165 1 2985611"/>
                  <a:gd name="f214" fmla="*/ f166 1 3665410"/>
                  <a:gd name="f215" fmla="*/ f167 1 2985611"/>
                  <a:gd name="f216" fmla="*/ f168 1 3665410"/>
                  <a:gd name="f217" fmla="*/ f169 1 2985611"/>
                  <a:gd name="f218" fmla="*/ f170 1 3665410"/>
                  <a:gd name="f219" fmla="*/ f171 1 3665410"/>
                  <a:gd name="f220" fmla="*/ f172 1 2985611"/>
                  <a:gd name="f221" fmla="*/ f173 1 3665410"/>
                  <a:gd name="f222" fmla="*/ f174 1 2985611"/>
                  <a:gd name="f223" fmla="*/ f175 1 3665410"/>
                  <a:gd name="f224" fmla="*/ f176 1 2985611"/>
                  <a:gd name="f225" fmla="*/ f177 1 3665410"/>
                  <a:gd name="f226" fmla="*/ f178 1 2985611"/>
                  <a:gd name="f227" fmla="*/ f179 1 3665410"/>
                  <a:gd name="f228" fmla="*/ f180 1 2985611"/>
                  <a:gd name="f229" fmla="*/ f181 1 3665410"/>
                  <a:gd name="f230" fmla="*/ f182 1 2985611"/>
                  <a:gd name="f231" fmla="*/ f183 1 3665410"/>
                  <a:gd name="f232" fmla="*/ f184 1 2985611"/>
                  <a:gd name="f233" fmla="*/ f185 1 3665410"/>
                  <a:gd name="f234" fmla="*/ f186 1 2985611"/>
                  <a:gd name="f235" fmla="*/ f187 1 3665410"/>
                  <a:gd name="f236" fmla="*/ f188 1 2985611"/>
                  <a:gd name="f237" fmla="*/ f189 1 3665410"/>
                  <a:gd name="f238" fmla="*/ f190 1 2985611"/>
                  <a:gd name="f239" fmla="*/ f191 1 3665410"/>
                  <a:gd name="f240" fmla="*/ f192 1 2985611"/>
                  <a:gd name="f241" fmla="*/ f193 1 3665410"/>
                  <a:gd name="f242" fmla="*/ f194 1 2985611"/>
                  <a:gd name="f243" fmla="*/ f195 1 3665410"/>
                  <a:gd name="f244" fmla="*/ f196 1 2985611"/>
                  <a:gd name="f245" fmla="*/ f5 1 f148"/>
                  <a:gd name="f246" fmla="*/ f6 1 f148"/>
                  <a:gd name="f247" fmla="*/ f5 1 f149"/>
                  <a:gd name="f248" fmla="*/ f7 1 f149"/>
                  <a:gd name="f249" fmla="+- f197 0 f1"/>
                  <a:gd name="f250" fmla="*/ f198 1 f148"/>
                  <a:gd name="f251" fmla="*/ f199 1 f149"/>
                  <a:gd name="f252" fmla="*/ f200 1 f148"/>
                  <a:gd name="f253" fmla="*/ f201 1 f149"/>
                  <a:gd name="f254" fmla="*/ f202 1 f148"/>
                  <a:gd name="f255" fmla="*/ f203 1 f149"/>
                  <a:gd name="f256" fmla="*/ f204 1 f148"/>
                  <a:gd name="f257" fmla="*/ f205 1 f149"/>
                  <a:gd name="f258" fmla="*/ f206 1 f148"/>
                  <a:gd name="f259" fmla="*/ f207 1 f149"/>
                  <a:gd name="f260" fmla="*/ f208 1 f148"/>
                  <a:gd name="f261" fmla="*/ f209 1 f149"/>
                  <a:gd name="f262" fmla="*/ f210 1 f148"/>
                  <a:gd name="f263" fmla="*/ f211 1 f149"/>
                  <a:gd name="f264" fmla="*/ f212 1 f148"/>
                  <a:gd name="f265" fmla="*/ f213 1 f149"/>
                  <a:gd name="f266" fmla="*/ f214 1 f148"/>
                  <a:gd name="f267" fmla="*/ f215 1 f149"/>
                  <a:gd name="f268" fmla="*/ f216 1 f148"/>
                  <a:gd name="f269" fmla="*/ f217 1 f149"/>
                  <a:gd name="f270" fmla="*/ f218 1 f148"/>
                  <a:gd name="f271" fmla="*/ f219 1 f148"/>
                  <a:gd name="f272" fmla="*/ f220 1 f149"/>
                  <a:gd name="f273" fmla="*/ f221 1 f148"/>
                  <a:gd name="f274" fmla="*/ f222 1 f149"/>
                  <a:gd name="f275" fmla="*/ f223 1 f148"/>
                  <a:gd name="f276" fmla="*/ f224 1 f149"/>
                  <a:gd name="f277" fmla="*/ f225 1 f148"/>
                  <a:gd name="f278" fmla="*/ f226 1 f149"/>
                  <a:gd name="f279" fmla="*/ f227 1 f148"/>
                  <a:gd name="f280" fmla="*/ f228 1 f149"/>
                  <a:gd name="f281" fmla="*/ f229 1 f148"/>
                  <a:gd name="f282" fmla="*/ f230 1 f149"/>
                  <a:gd name="f283" fmla="*/ f231 1 f148"/>
                  <a:gd name="f284" fmla="*/ f232 1 f149"/>
                  <a:gd name="f285" fmla="*/ f233 1 f148"/>
                  <a:gd name="f286" fmla="*/ f234 1 f149"/>
                  <a:gd name="f287" fmla="*/ f235 1 f148"/>
                  <a:gd name="f288" fmla="*/ f236 1 f149"/>
                  <a:gd name="f289" fmla="*/ f237 1 f148"/>
                  <a:gd name="f290" fmla="*/ f238 1 f149"/>
                  <a:gd name="f291" fmla="*/ f239 1 f148"/>
                  <a:gd name="f292" fmla="*/ f240 1 f149"/>
                  <a:gd name="f293" fmla="*/ f241 1 f148"/>
                  <a:gd name="f294" fmla="*/ f242 1 f149"/>
                  <a:gd name="f295" fmla="*/ f243 1 f148"/>
                  <a:gd name="f296" fmla="*/ f244 1 f149"/>
                  <a:gd name="f297" fmla="*/ f245 f143 1"/>
                  <a:gd name="f298" fmla="*/ f246 f143 1"/>
                  <a:gd name="f299" fmla="*/ f248 f144 1"/>
                  <a:gd name="f300" fmla="*/ f247 f144 1"/>
                  <a:gd name="f301" fmla="*/ f250 f143 1"/>
                  <a:gd name="f302" fmla="*/ f251 f144 1"/>
                  <a:gd name="f303" fmla="*/ f252 f143 1"/>
                  <a:gd name="f304" fmla="*/ f253 f144 1"/>
                  <a:gd name="f305" fmla="*/ f254 f143 1"/>
                  <a:gd name="f306" fmla="*/ f255 f144 1"/>
                  <a:gd name="f307" fmla="*/ f256 f143 1"/>
                  <a:gd name="f308" fmla="*/ f257 f144 1"/>
                  <a:gd name="f309" fmla="*/ f258 f143 1"/>
                  <a:gd name="f310" fmla="*/ f259 f144 1"/>
                  <a:gd name="f311" fmla="*/ f260 f143 1"/>
                  <a:gd name="f312" fmla="*/ f261 f144 1"/>
                  <a:gd name="f313" fmla="*/ f262 f143 1"/>
                  <a:gd name="f314" fmla="*/ f263 f144 1"/>
                  <a:gd name="f315" fmla="*/ f264 f143 1"/>
                  <a:gd name="f316" fmla="*/ f265 f144 1"/>
                  <a:gd name="f317" fmla="*/ f266 f143 1"/>
                  <a:gd name="f318" fmla="*/ f267 f144 1"/>
                  <a:gd name="f319" fmla="*/ f268 f143 1"/>
                  <a:gd name="f320" fmla="*/ f269 f144 1"/>
                  <a:gd name="f321" fmla="*/ f270 f143 1"/>
                  <a:gd name="f322" fmla="*/ f271 f143 1"/>
                  <a:gd name="f323" fmla="*/ f272 f144 1"/>
                  <a:gd name="f324" fmla="*/ f273 f143 1"/>
                  <a:gd name="f325" fmla="*/ f274 f144 1"/>
                  <a:gd name="f326" fmla="*/ f275 f143 1"/>
                  <a:gd name="f327" fmla="*/ f276 f144 1"/>
                  <a:gd name="f328" fmla="*/ f277 f143 1"/>
                  <a:gd name="f329" fmla="*/ f278 f144 1"/>
                  <a:gd name="f330" fmla="*/ f279 f143 1"/>
                  <a:gd name="f331" fmla="*/ f280 f144 1"/>
                  <a:gd name="f332" fmla="*/ f281 f143 1"/>
                  <a:gd name="f333" fmla="*/ f282 f144 1"/>
                  <a:gd name="f334" fmla="*/ f283 f143 1"/>
                  <a:gd name="f335" fmla="*/ f284 f144 1"/>
                  <a:gd name="f336" fmla="*/ f285 f143 1"/>
                  <a:gd name="f337" fmla="*/ f286 f144 1"/>
                  <a:gd name="f338" fmla="*/ f287 f143 1"/>
                  <a:gd name="f339" fmla="*/ f288 f144 1"/>
                  <a:gd name="f340" fmla="*/ f289 f143 1"/>
                  <a:gd name="f341" fmla="*/ f290 f144 1"/>
                  <a:gd name="f342" fmla="*/ f291 f143 1"/>
                  <a:gd name="f343" fmla="*/ f292 f144 1"/>
                  <a:gd name="f344" fmla="*/ f293 f143 1"/>
                  <a:gd name="f345" fmla="*/ f294 f144 1"/>
                  <a:gd name="f346" fmla="*/ f295 f143 1"/>
                  <a:gd name="f347" fmla="*/ f296 f144 1"/>
                </a:gdLst>
                <a:ahLst/>
                <a:cxnLst>
                  <a:cxn ang="3cd4">
                    <a:pos x="hc" y="t"/>
                  </a:cxn>
                  <a:cxn ang="0">
                    <a:pos x="r" y="vc"/>
                  </a:cxn>
                  <a:cxn ang="cd4">
                    <a:pos x="hc" y="b"/>
                  </a:cxn>
                  <a:cxn ang="cd2">
                    <a:pos x="l" y="vc"/>
                  </a:cxn>
                  <a:cxn ang="f249">
                    <a:pos x="f301" y="f302"/>
                  </a:cxn>
                  <a:cxn ang="f249">
                    <a:pos x="f303" y="f304"/>
                  </a:cxn>
                  <a:cxn ang="f249">
                    <a:pos x="f305" y="f306"/>
                  </a:cxn>
                  <a:cxn ang="f249">
                    <a:pos x="f307" y="f308"/>
                  </a:cxn>
                  <a:cxn ang="f249">
                    <a:pos x="f309" y="f310"/>
                  </a:cxn>
                  <a:cxn ang="f249">
                    <a:pos x="f311" y="f312"/>
                  </a:cxn>
                  <a:cxn ang="f249">
                    <a:pos x="f313" y="f314"/>
                  </a:cxn>
                  <a:cxn ang="f249">
                    <a:pos x="f315" y="f316"/>
                  </a:cxn>
                  <a:cxn ang="f249">
                    <a:pos x="f317" y="f318"/>
                  </a:cxn>
                  <a:cxn ang="f249">
                    <a:pos x="f319" y="f320"/>
                  </a:cxn>
                  <a:cxn ang="f249">
                    <a:pos x="f321" y="f320"/>
                  </a:cxn>
                  <a:cxn ang="f249">
                    <a:pos x="f322" y="f323"/>
                  </a:cxn>
                  <a:cxn ang="f249">
                    <a:pos x="f324" y="f325"/>
                  </a:cxn>
                  <a:cxn ang="f249">
                    <a:pos x="f326" y="f327"/>
                  </a:cxn>
                  <a:cxn ang="f249">
                    <a:pos x="f328" y="f329"/>
                  </a:cxn>
                  <a:cxn ang="f249">
                    <a:pos x="f330" y="f331"/>
                  </a:cxn>
                  <a:cxn ang="f249">
                    <a:pos x="f332" y="f333"/>
                  </a:cxn>
                  <a:cxn ang="f249">
                    <a:pos x="f334" y="f335"/>
                  </a:cxn>
                  <a:cxn ang="f249">
                    <a:pos x="f336" y="f337"/>
                  </a:cxn>
                  <a:cxn ang="f249">
                    <a:pos x="f338" y="f339"/>
                  </a:cxn>
                  <a:cxn ang="f249">
                    <a:pos x="f340" y="f341"/>
                  </a:cxn>
                  <a:cxn ang="f249">
                    <a:pos x="f342" y="f343"/>
                  </a:cxn>
                  <a:cxn ang="f249">
                    <a:pos x="f344" y="f345"/>
                  </a:cxn>
                  <a:cxn ang="f249">
                    <a:pos x="f346" y="f347"/>
                  </a:cxn>
                </a:cxnLst>
                <a:rect l="f297" t="f300" r="f298" b="f299"/>
                <a:pathLst>
                  <a:path w="3665410" h="2985611">
                    <a:moveTo>
                      <a:pt x="f5" y="f7"/>
                    </a:moveTo>
                    <a:cubicBezTo>
                      <a:pt x="f5" y="f7"/>
                      <a:pt x="f8" y="f9"/>
                      <a:pt x="f10" y="f11"/>
                    </a:cubicBezTo>
                    <a:cubicBezTo>
                      <a:pt x="f12" y="f13"/>
                      <a:pt x="f14" y="f15"/>
                      <a:pt x="f16" y="f17"/>
                    </a:cubicBezTo>
                    <a:cubicBezTo>
                      <a:pt x="f18" y="f19"/>
                      <a:pt x="f20" y="f21"/>
                      <a:pt x="f22" y="f23"/>
                    </a:cubicBezTo>
                    <a:cubicBezTo>
                      <a:pt x="f24" y="f25"/>
                      <a:pt x="f26" y="f27"/>
                      <a:pt x="f28" y="f29"/>
                    </a:cubicBezTo>
                    <a:cubicBezTo>
                      <a:pt x="f30" y="f31"/>
                      <a:pt x="f32" y="f33"/>
                      <a:pt x="f34" y="f35"/>
                    </a:cubicBezTo>
                    <a:cubicBezTo>
                      <a:pt x="f36" y="f37"/>
                      <a:pt x="f38" y="f39"/>
                      <a:pt x="f40" y="f41"/>
                    </a:cubicBezTo>
                    <a:cubicBezTo>
                      <a:pt x="f42" y="f43"/>
                      <a:pt x="f44" y="f45"/>
                      <a:pt x="f46" y="f47"/>
                    </a:cubicBezTo>
                    <a:cubicBezTo>
                      <a:pt x="f48" y="f49"/>
                      <a:pt x="f50" y="f51"/>
                      <a:pt x="f52" y="f53"/>
                    </a:cubicBezTo>
                    <a:cubicBezTo>
                      <a:pt x="f54" y="f55"/>
                      <a:pt x="f56" y="f57"/>
                      <a:pt x="f58" y="f59"/>
                    </a:cubicBezTo>
                    <a:cubicBezTo>
                      <a:pt x="f60" y="f61"/>
                      <a:pt x="f62" y="f63"/>
                      <a:pt x="f64" y="f59"/>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cubicBezTo>
                      <a:pt x="f101" y="f102"/>
                      <a:pt x="f103" y="f104"/>
                      <a:pt x="f105" y="f106"/>
                    </a:cubicBezTo>
                    <a:cubicBezTo>
                      <a:pt x="f107" y="f108"/>
                      <a:pt x="f109" y="f110"/>
                      <a:pt x="f111" y="f112"/>
                    </a:cubicBezTo>
                    <a:cubicBezTo>
                      <a:pt x="f113" y="f114"/>
                      <a:pt x="f115" y="f116"/>
                      <a:pt x="f117" y="f118"/>
                    </a:cubicBezTo>
                    <a:cubicBezTo>
                      <a:pt x="f119" y="f120"/>
                      <a:pt x="f121" y="f122"/>
                      <a:pt x="f123" y="f124"/>
                    </a:cubicBezTo>
                    <a:cubicBezTo>
                      <a:pt x="f125" y="f126"/>
                      <a:pt x="f127" y="f128"/>
                      <a:pt x="f129" y="f130"/>
                    </a:cubicBezTo>
                    <a:cubicBezTo>
                      <a:pt x="f131" y="f132"/>
                      <a:pt x="f133" y="f134"/>
                      <a:pt x="f135" y="f136"/>
                    </a:cubicBezTo>
                    <a:cubicBezTo>
                      <a:pt x="f137" y="f138"/>
                      <a:pt x="f139" y="f140"/>
                      <a:pt x="f141"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1" name="Freeform: Shape 29">
                <a:extLst>
                  <a:ext uri="{FF2B5EF4-FFF2-40B4-BE49-F238E27FC236}">
                    <a16:creationId xmlns:a16="http://schemas.microsoft.com/office/drawing/2014/main" id="{2CED841C-AB71-4ABF-AC47-A7925040E0B7}"/>
                  </a:ext>
                </a:extLst>
              </p:cNvPr>
              <p:cNvSpPr/>
              <p:nvPr/>
            </p:nvSpPr>
            <p:spPr>
              <a:xfrm>
                <a:off x="11937263" y="6677625"/>
                <a:ext cx="254733" cy="177905"/>
              </a:xfrm>
              <a:custGeom>
                <a:avLst/>
                <a:gdLst>
                  <a:gd name="f0" fmla="val 10800000"/>
                  <a:gd name="f1" fmla="val 5400000"/>
                  <a:gd name="f2" fmla="val 180"/>
                  <a:gd name="f3" fmla="val w"/>
                  <a:gd name="f4" fmla="val h"/>
                  <a:gd name="f5" fmla="val 0"/>
                  <a:gd name="f6" fmla="val 285940"/>
                  <a:gd name="f7" fmla="val 199072"/>
                  <a:gd name="f8" fmla="val 199073"/>
                  <a:gd name="f9" fmla="val 242125"/>
                  <a:gd name="f10" fmla="val 39243"/>
                  <a:gd name="f11" fmla="+- 0 0 -90"/>
                  <a:gd name="f12" fmla="*/ f3 1 285940"/>
                  <a:gd name="f13" fmla="*/ f4 1 199072"/>
                  <a:gd name="f14" fmla="+- f7 0 f5"/>
                  <a:gd name="f15" fmla="+- f6 0 f5"/>
                  <a:gd name="f16" fmla="*/ f11 f0 1"/>
                  <a:gd name="f17" fmla="*/ f15 1 285940"/>
                  <a:gd name="f18" fmla="*/ f14 1 199072"/>
                  <a:gd name="f19" fmla="*/ 0 f15 1"/>
                  <a:gd name="f20" fmla="*/ 199073 f14 1"/>
                  <a:gd name="f21" fmla="*/ 285940 f15 1"/>
                  <a:gd name="f22" fmla="*/ 0 f14 1"/>
                  <a:gd name="f23" fmla="*/ f16 1 f2"/>
                  <a:gd name="f24" fmla="*/ f19 1 285940"/>
                  <a:gd name="f25" fmla="*/ f20 1 199072"/>
                  <a:gd name="f26" fmla="*/ f21 1 285940"/>
                  <a:gd name="f27" fmla="*/ f22 1 199072"/>
                  <a:gd name="f28" fmla="*/ f5 1 f17"/>
                  <a:gd name="f29" fmla="*/ f6 1 f17"/>
                  <a:gd name="f30" fmla="*/ f5 1 f18"/>
                  <a:gd name="f31" fmla="*/ f7 1 f18"/>
                  <a:gd name="f32" fmla="+- f23 0 f1"/>
                  <a:gd name="f33" fmla="*/ f24 1 f17"/>
                  <a:gd name="f34" fmla="*/ f25 1 f18"/>
                  <a:gd name="f35" fmla="*/ f26 1 f17"/>
                  <a:gd name="f36" fmla="*/ f27 1 f18"/>
                  <a:gd name="f37" fmla="*/ f28 f12 1"/>
                  <a:gd name="f38" fmla="*/ f29 f12 1"/>
                  <a:gd name="f39" fmla="*/ f31 f13 1"/>
                  <a:gd name="f40" fmla="*/ f30 f13 1"/>
                  <a:gd name="f41" fmla="*/ f33 f12 1"/>
                  <a:gd name="f42" fmla="*/ f34 f13 1"/>
                  <a:gd name="f43" fmla="*/ f35 f12 1"/>
                  <a:gd name="f44" fmla="*/ f36 f13 1"/>
                </a:gdLst>
                <a:ahLst/>
                <a:cxnLst>
                  <a:cxn ang="3cd4">
                    <a:pos x="hc" y="t"/>
                  </a:cxn>
                  <a:cxn ang="0">
                    <a:pos x="r" y="vc"/>
                  </a:cxn>
                  <a:cxn ang="cd4">
                    <a:pos x="hc" y="b"/>
                  </a:cxn>
                  <a:cxn ang="cd2">
                    <a:pos x="l" y="vc"/>
                  </a:cxn>
                  <a:cxn ang="f32">
                    <a:pos x="f41" y="f42"/>
                  </a:cxn>
                  <a:cxn ang="f32">
                    <a:pos x="f43" y="f44"/>
                  </a:cxn>
                </a:cxnLst>
                <a:rect l="f37" t="f40" r="f38" b="f39"/>
                <a:pathLst>
                  <a:path w="285940" h="199072">
                    <a:moveTo>
                      <a:pt x="f5" y="f8"/>
                    </a:moveTo>
                    <a:cubicBezTo>
                      <a:pt x="f5" y="f8"/>
                      <a:pt x="f9" y="f10"/>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2" name="Freeform: Shape 30">
                <a:extLst>
                  <a:ext uri="{FF2B5EF4-FFF2-40B4-BE49-F238E27FC236}">
                    <a16:creationId xmlns:a16="http://schemas.microsoft.com/office/drawing/2014/main" id="{308B5E0B-BB59-4972-8426-EF36F6741AB6}"/>
                  </a:ext>
                </a:extLst>
              </p:cNvPr>
              <p:cNvSpPr/>
              <p:nvPr/>
            </p:nvSpPr>
            <p:spPr>
              <a:xfrm>
                <a:off x="11583326" y="6516837"/>
                <a:ext cx="584237" cy="340659"/>
              </a:xfrm>
              <a:custGeom>
                <a:avLst/>
                <a:gdLst>
                  <a:gd name="f0" fmla="val 10800000"/>
                  <a:gd name="f1" fmla="val 5400000"/>
                  <a:gd name="f2" fmla="val 180"/>
                  <a:gd name="f3" fmla="val w"/>
                  <a:gd name="f4" fmla="val h"/>
                  <a:gd name="f5" fmla="val 0"/>
                  <a:gd name="f6" fmla="val 655796"/>
                  <a:gd name="f7" fmla="val 381190"/>
                  <a:gd name="f8" fmla="val 461105"/>
                  <a:gd name="f9" fmla="val 172117"/>
                  <a:gd name="f10" fmla="+- 0 0 -90"/>
                  <a:gd name="f11" fmla="*/ f3 1 655796"/>
                  <a:gd name="f12" fmla="*/ f4 1 381190"/>
                  <a:gd name="f13" fmla="+- f7 0 f5"/>
                  <a:gd name="f14" fmla="+- f6 0 f5"/>
                  <a:gd name="f15" fmla="*/ f10 f0 1"/>
                  <a:gd name="f16" fmla="*/ f14 1 655796"/>
                  <a:gd name="f17" fmla="*/ f13 1 381190"/>
                  <a:gd name="f18" fmla="*/ 0 f14 1"/>
                  <a:gd name="f19" fmla="*/ 381190 f13 1"/>
                  <a:gd name="f20" fmla="*/ 655796 f14 1"/>
                  <a:gd name="f21" fmla="*/ 0 f13 1"/>
                  <a:gd name="f22" fmla="*/ f15 1 f2"/>
                  <a:gd name="f23" fmla="*/ f18 1 655796"/>
                  <a:gd name="f24" fmla="*/ f19 1 381190"/>
                  <a:gd name="f25" fmla="*/ f20 1 655796"/>
                  <a:gd name="f26" fmla="*/ f21 1 381190"/>
                  <a:gd name="f27" fmla="*/ f5 1 f16"/>
                  <a:gd name="f28" fmla="*/ f6 1 f16"/>
                  <a:gd name="f29" fmla="*/ f5 1 f17"/>
                  <a:gd name="f30" fmla="*/ f7 1 f17"/>
                  <a:gd name="f31" fmla="+- f22 0 f1"/>
                  <a:gd name="f32" fmla="*/ f23 1 f16"/>
                  <a:gd name="f33" fmla="*/ f24 1 f17"/>
                  <a:gd name="f34" fmla="*/ f25 1 f16"/>
                  <a:gd name="f35" fmla="*/ f26 1 f17"/>
                  <a:gd name="f36" fmla="*/ f27 f11 1"/>
                  <a:gd name="f37" fmla="*/ f28 f11 1"/>
                  <a:gd name="f38" fmla="*/ f30 f12 1"/>
                  <a:gd name="f39" fmla="*/ f29 f12 1"/>
                  <a:gd name="f40" fmla="*/ f32 f11 1"/>
                  <a:gd name="f41" fmla="*/ f33 f12 1"/>
                  <a:gd name="f42" fmla="*/ f34 f11 1"/>
                  <a:gd name="f43" fmla="*/ f35 f12 1"/>
                </a:gdLst>
                <a:ahLst/>
                <a:cxnLst>
                  <a:cxn ang="3cd4">
                    <a:pos x="hc" y="t"/>
                  </a:cxn>
                  <a:cxn ang="0">
                    <a:pos x="r" y="vc"/>
                  </a:cxn>
                  <a:cxn ang="cd4">
                    <a:pos x="hc" y="b"/>
                  </a:cxn>
                  <a:cxn ang="cd2">
                    <a:pos x="l" y="vc"/>
                  </a:cxn>
                  <a:cxn ang="f31">
                    <a:pos x="f40" y="f41"/>
                  </a:cxn>
                  <a:cxn ang="f31">
                    <a:pos x="f42" y="f43"/>
                  </a:cxn>
                </a:cxnLst>
                <a:rect l="f36" t="f39" r="f37" b="f38"/>
                <a:pathLst>
                  <a:path w="655796" h="381190">
                    <a:moveTo>
                      <a:pt x="f5" y="f7"/>
                    </a:moveTo>
                    <a:cubicBezTo>
                      <a:pt x="f5" y="f7"/>
                      <a:pt x="f8" y="f9"/>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3" name="Freeform: Shape 31">
                <a:extLst>
                  <a:ext uri="{FF2B5EF4-FFF2-40B4-BE49-F238E27FC236}">
                    <a16:creationId xmlns:a16="http://schemas.microsoft.com/office/drawing/2014/main" id="{681F8067-1971-4E01-9976-70436F88B013}"/>
                  </a:ext>
                </a:extLst>
              </p:cNvPr>
              <p:cNvSpPr/>
              <p:nvPr/>
            </p:nvSpPr>
            <p:spPr>
              <a:xfrm>
                <a:off x="9588608" y="5460559"/>
                <a:ext cx="2590065" cy="1380497"/>
              </a:xfrm>
              <a:custGeom>
                <a:avLst/>
                <a:gdLst>
                  <a:gd name="f0" fmla="val 10800000"/>
                  <a:gd name="f1" fmla="val 5400000"/>
                  <a:gd name="f2" fmla="val 180"/>
                  <a:gd name="f3" fmla="val w"/>
                  <a:gd name="f4" fmla="val h"/>
                  <a:gd name="f5" fmla="val 0"/>
                  <a:gd name="f6" fmla="val 2907315"/>
                  <a:gd name="f7" fmla="val 1544764"/>
                  <a:gd name="f8" fmla="val 98012"/>
                  <a:gd name="f9" fmla="val 1443990"/>
                  <a:gd name="f10" fmla="val 201644"/>
                  <a:gd name="f11" fmla="val 1352550"/>
                  <a:gd name="f12" fmla="val 271272"/>
                  <a:gd name="f13" fmla="val 1291209"/>
                  <a:gd name="f14" fmla="val 343662"/>
                  <a:gd name="f15" fmla="val 1234249"/>
                  <a:gd name="f16" fmla="val 423196"/>
                  <a:gd name="f17" fmla="val 1196054"/>
                  <a:gd name="f18" fmla="val 537591"/>
                  <a:gd name="f19" fmla="val 1141095"/>
                  <a:gd name="f20" fmla="val 661226"/>
                  <a:gd name="f21" fmla="val 1127189"/>
                  <a:gd name="f22" fmla="val 782193"/>
                  <a:gd name="f23" fmla="val 1099947"/>
                  <a:gd name="f24" fmla="val 872300"/>
                  <a:gd name="f25" fmla="val 1079659"/>
                  <a:gd name="f26" fmla="val 961358"/>
                  <a:gd name="f27" fmla="val 1051370"/>
                  <a:gd name="f28" fmla="val 1052513"/>
                  <a:gd name="f29" fmla="val 1042321"/>
                  <a:gd name="f30" fmla="val 1139000"/>
                  <a:gd name="f31" fmla="val 1033653"/>
                  <a:gd name="f32" fmla="val 1225868"/>
                  <a:gd name="f33" fmla="val 1040321"/>
                  <a:gd name="f34" fmla="val 1311783"/>
                  <a:gd name="f35" fmla="val 1056037"/>
                  <a:gd name="f36" fmla="val 1369314"/>
                  <a:gd name="f37" fmla="val 1066609"/>
                  <a:gd name="f38" fmla="val 1426559"/>
                  <a:gd name="f39" fmla="val 1079373"/>
                  <a:gd name="f40" fmla="val 1484662"/>
                  <a:gd name="f41" fmla="val 1083469"/>
                  <a:gd name="f42" fmla="val 1587913"/>
                  <a:gd name="f43" fmla="val 1090803"/>
                  <a:gd name="f44" fmla="val 1690402"/>
                  <a:gd name="f45" fmla="val 1064800"/>
                  <a:gd name="f46" fmla="val 1788224"/>
                  <a:gd name="f47" fmla="val 1023080"/>
                  <a:gd name="f48" fmla="val 1956721"/>
                  <a:gd name="f49" fmla="val 951262"/>
                  <a:gd name="f50" fmla="val 2106549"/>
                  <a:gd name="f51" fmla="val 825722"/>
                  <a:gd name="f52" fmla="val 2269045"/>
                  <a:gd name="f53" fmla="val 734758"/>
                  <a:gd name="f54" fmla="val 2359438"/>
                  <a:gd name="f55" fmla="val 684181"/>
                  <a:gd name="f56" fmla="val 2452497"/>
                  <a:gd name="f57" fmla="val 640556"/>
                  <a:gd name="f58" fmla="val 2534984"/>
                  <a:gd name="f59" fmla="val 572738"/>
                  <a:gd name="f60" fmla="val 2673001"/>
                  <a:gd name="f61" fmla="val 459391"/>
                  <a:gd name="f62" fmla="val 2847023"/>
                  <a:gd name="f63" fmla="val 191453"/>
                  <a:gd name="f64" fmla="val 2907316"/>
                  <a:gd name="f65" fmla="+- 0 0 -90"/>
                  <a:gd name="f66" fmla="*/ f3 1 2907315"/>
                  <a:gd name="f67" fmla="*/ f4 1 1544764"/>
                  <a:gd name="f68" fmla="+- f7 0 f5"/>
                  <a:gd name="f69" fmla="+- f6 0 f5"/>
                  <a:gd name="f70" fmla="*/ f65 f0 1"/>
                  <a:gd name="f71" fmla="*/ f69 1 2907315"/>
                  <a:gd name="f72" fmla="*/ f68 1 1544764"/>
                  <a:gd name="f73" fmla="*/ 0 f69 1"/>
                  <a:gd name="f74" fmla="*/ 1544764 f68 1"/>
                  <a:gd name="f75" fmla="*/ 201644 f69 1"/>
                  <a:gd name="f76" fmla="*/ 1352550 f68 1"/>
                  <a:gd name="f77" fmla="*/ 423196 f69 1"/>
                  <a:gd name="f78" fmla="*/ 1196054 f68 1"/>
                  <a:gd name="f79" fmla="*/ 782193 f69 1"/>
                  <a:gd name="f80" fmla="*/ 1099947 f68 1"/>
                  <a:gd name="f81" fmla="*/ 1052513 f69 1"/>
                  <a:gd name="f82" fmla="*/ 1042321 f68 1"/>
                  <a:gd name="f83" fmla="*/ 1311783 f69 1"/>
                  <a:gd name="f84" fmla="*/ 1056037 f68 1"/>
                  <a:gd name="f85" fmla="*/ 1484662 f69 1"/>
                  <a:gd name="f86" fmla="*/ 1083469 f68 1"/>
                  <a:gd name="f87" fmla="*/ 1788224 f69 1"/>
                  <a:gd name="f88" fmla="*/ 1023080 f68 1"/>
                  <a:gd name="f89" fmla="*/ 2269045 f69 1"/>
                  <a:gd name="f90" fmla="*/ 734758 f68 1"/>
                  <a:gd name="f91" fmla="*/ 2534984 f69 1"/>
                  <a:gd name="f92" fmla="*/ 572738 f68 1"/>
                  <a:gd name="f93" fmla="*/ 2907316 f69 1"/>
                  <a:gd name="f94" fmla="*/ 0 f68 1"/>
                  <a:gd name="f95" fmla="*/ f70 1 f2"/>
                  <a:gd name="f96" fmla="*/ f73 1 2907315"/>
                  <a:gd name="f97" fmla="*/ f74 1 1544764"/>
                  <a:gd name="f98" fmla="*/ f75 1 2907315"/>
                  <a:gd name="f99" fmla="*/ f76 1 1544764"/>
                  <a:gd name="f100" fmla="*/ f77 1 2907315"/>
                  <a:gd name="f101" fmla="*/ f78 1 1544764"/>
                  <a:gd name="f102" fmla="*/ f79 1 2907315"/>
                  <a:gd name="f103" fmla="*/ f80 1 1544764"/>
                  <a:gd name="f104" fmla="*/ f81 1 2907315"/>
                  <a:gd name="f105" fmla="*/ f82 1 1544764"/>
                  <a:gd name="f106" fmla="*/ f83 1 2907315"/>
                  <a:gd name="f107" fmla="*/ f84 1 1544764"/>
                  <a:gd name="f108" fmla="*/ f85 1 2907315"/>
                  <a:gd name="f109" fmla="*/ f86 1 1544764"/>
                  <a:gd name="f110" fmla="*/ f87 1 2907315"/>
                  <a:gd name="f111" fmla="*/ f88 1 1544764"/>
                  <a:gd name="f112" fmla="*/ f89 1 2907315"/>
                  <a:gd name="f113" fmla="*/ f90 1 1544764"/>
                  <a:gd name="f114" fmla="*/ f91 1 2907315"/>
                  <a:gd name="f115" fmla="*/ f92 1 1544764"/>
                  <a:gd name="f116" fmla="*/ f93 1 2907315"/>
                  <a:gd name="f117" fmla="*/ f94 1 1544764"/>
                  <a:gd name="f118" fmla="*/ f5 1 f71"/>
                  <a:gd name="f119" fmla="*/ f6 1 f71"/>
                  <a:gd name="f120" fmla="*/ f5 1 f72"/>
                  <a:gd name="f121" fmla="*/ f7 1 f72"/>
                  <a:gd name="f122" fmla="+- f95 0 f1"/>
                  <a:gd name="f123" fmla="*/ f96 1 f71"/>
                  <a:gd name="f124" fmla="*/ f97 1 f72"/>
                  <a:gd name="f125" fmla="*/ f98 1 f71"/>
                  <a:gd name="f126" fmla="*/ f99 1 f72"/>
                  <a:gd name="f127" fmla="*/ f100 1 f71"/>
                  <a:gd name="f128" fmla="*/ f101 1 f72"/>
                  <a:gd name="f129" fmla="*/ f102 1 f71"/>
                  <a:gd name="f130" fmla="*/ f103 1 f72"/>
                  <a:gd name="f131" fmla="*/ f104 1 f71"/>
                  <a:gd name="f132" fmla="*/ f105 1 f72"/>
                  <a:gd name="f133" fmla="*/ f106 1 f71"/>
                  <a:gd name="f134" fmla="*/ f107 1 f72"/>
                  <a:gd name="f135" fmla="*/ f108 1 f71"/>
                  <a:gd name="f136" fmla="*/ f109 1 f72"/>
                  <a:gd name="f137" fmla="*/ f110 1 f71"/>
                  <a:gd name="f138" fmla="*/ f111 1 f72"/>
                  <a:gd name="f139" fmla="*/ f112 1 f71"/>
                  <a:gd name="f140" fmla="*/ f113 1 f72"/>
                  <a:gd name="f141" fmla="*/ f114 1 f71"/>
                  <a:gd name="f142" fmla="*/ f115 1 f72"/>
                  <a:gd name="f143" fmla="*/ f116 1 f71"/>
                  <a:gd name="f144" fmla="*/ f117 1 f72"/>
                  <a:gd name="f145" fmla="*/ f118 f66 1"/>
                  <a:gd name="f146" fmla="*/ f119 f66 1"/>
                  <a:gd name="f147" fmla="*/ f121 f67 1"/>
                  <a:gd name="f148" fmla="*/ f120 f67 1"/>
                  <a:gd name="f149" fmla="*/ f123 f66 1"/>
                  <a:gd name="f150" fmla="*/ f124 f67 1"/>
                  <a:gd name="f151" fmla="*/ f125 f66 1"/>
                  <a:gd name="f152" fmla="*/ f126 f67 1"/>
                  <a:gd name="f153" fmla="*/ f127 f66 1"/>
                  <a:gd name="f154" fmla="*/ f128 f67 1"/>
                  <a:gd name="f155" fmla="*/ f129 f66 1"/>
                  <a:gd name="f156" fmla="*/ f130 f67 1"/>
                  <a:gd name="f157" fmla="*/ f131 f66 1"/>
                  <a:gd name="f158" fmla="*/ f132 f67 1"/>
                  <a:gd name="f159" fmla="*/ f133 f66 1"/>
                  <a:gd name="f160" fmla="*/ f134 f67 1"/>
                  <a:gd name="f161" fmla="*/ f135 f66 1"/>
                  <a:gd name="f162" fmla="*/ f136 f67 1"/>
                  <a:gd name="f163" fmla="*/ f137 f66 1"/>
                  <a:gd name="f164" fmla="*/ f138 f67 1"/>
                  <a:gd name="f165" fmla="*/ f139 f66 1"/>
                  <a:gd name="f166" fmla="*/ f140 f67 1"/>
                  <a:gd name="f167" fmla="*/ f141 f66 1"/>
                  <a:gd name="f168" fmla="*/ f142 f67 1"/>
                  <a:gd name="f169" fmla="*/ f143 f66 1"/>
                  <a:gd name="f170" fmla="*/ f144 f67 1"/>
                </a:gdLst>
                <a:ahLst/>
                <a:cxnLst>
                  <a:cxn ang="3cd4">
                    <a:pos x="hc" y="t"/>
                  </a:cxn>
                  <a:cxn ang="0">
                    <a:pos x="r" y="vc"/>
                  </a:cxn>
                  <a:cxn ang="cd4">
                    <a:pos x="hc" y="b"/>
                  </a:cxn>
                  <a:cxn ang="cd2">
                    <a:pos x="l" y="vc"/>
                  </a:cxn>
                  <a:cxn ang="f122">
                    <a:pos x="f149" y="f150"/>
                  </a:cxn>
                  <a:cxn ang="f122">
                    <a:pos x="f151" y="f152"/>
                  </a:cxn>
                  <a:cxn ang="f122">
                    <a:pos x="f153" y="f154"/>
                  </a:cxn>
                  <a:cxn ang="f122">
                    <a:pos x="f155" y="f156"/>
                  </a:cxn>
                  <a:cxn ang="f122">
                    <a:pos x="f157" y="f158"/>
                  </a:cxn>
                  <a:cxn ang="f122">
                    <a:pos x="f159" y="f160"/>
                  </a:cxn>
                  <a:cxn ang="f122">
                    <a:pos x="f161" y="f162"/>
                  </a:cxn>
                  <a:cxn ang="f122">
                    <a:pos x="f163" y="f164"/>
                  </a:cxn>
                  <a:cxn ang="f122">
                    <a:pos x="f165" y="f166"/>
                  </a:cxn>
                  <a:cxn ang="f122">
                    <a:pos x="f167" y="f168"/>
                  </a:cxn>
                  <a:cxn ang="f122">
                    <a:pos x="f169" y="f170"/>
                  </a:cxn>
                </a:cxnLst>
                <a:rect l="f145" t="f148" r="f146" b="f147"/>
                <a:pathLst>
                  <a:path w="2907315" h="1544764">
                    <a:moveTo>
                      <a:pt x="f5" y="f7"/>
                    </a:moveTo>
                    <a:cubicBezTo>
                      <a:pt x="f5" y="f7"/>
                      <a:pt x="f8" y="f9"/>
                      <a:pt x="f10" y="f11"/>
                    </a:cubicBezTo>
                    <a:cubicBezTo>
                      <a:pt x="f12" y="f13"/>
                      <a:pt x="f14" y="f15"/>
                      <a:pt x="f16" y="f17"/>
                    </a:cubicBezTo>
                    <a:cubicBezTo>
                      <a:pt x="f18" y="f19"/>
                      <a:pt x="f20" y="f21"/>
                      <a:pt x="f22" y="f23"/>
                    </a:cubicBezTo>
                    <a:cubicBezTo>
                      <a:pt x="f24" y="f25"/>
                      <a:pt x="f26" y="f27"/>
                      <a:pt x="f28" y="f29"/>
                    </a:cubicBezTo>
                    <a:cubicBezTo>
                      <a:pt x="f30" y="f31"/>
                      <a:pt x="f32" y="f33"/>
                      <a:pt x="f34" y="f35"/>
                    </a:cubicBezTo>
                    <a:cubicBezTo>
                      <a:pt x="f36" y="f37"/>
                      <a:pt x="f38" y="f39"/>
                      <a:pt x="f40" y="f41"/>
                    </a:cubicBezTo>
                    <a:cubicBezTo>
                      <a:pt x="f42" y="f43"/>
                      <a:pt x="f44" y="f45"/>
                      <a:pt x="f46" y="f47"/>
                    </a:cubicBezTo>
                    <a:cubicBezTo>
                      <a:pt x="f48" y="f49"/>
                      <a:pt x="f50" y="f51"/>
                      <a:pt x="f52" y="f53"/>
                    </a:cubicBezTo>
                    <a:cubicBezTo>
                      <a:pt x="f54" y="f55"/>
                      <a:pt x="f56" y="f57"/>
                      <a:pt x="f58" y="f59"/>
                    </a:cubicBezTo>
                    <a:cubicBezTo>
                      <a:pt x="f60" y="f61"/>
                      <a:pt x="f62" y="f63"/>
                      <a:pt x="f64"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4" name="Freeform: Shape 32">
                <a:extLst>
                  <a:ext uri="{FF2B5EF4-FFF2-40B4-BE49-F238E27FC236}">
                    <a16:creationId xmlns:a16="http://schemas.microsoft.com/office/drawing/2014/main" id="{7D38115A-498B-45EB-8091-DB3AE11B42EC}"/>
                  </a:ext>
                </a:extLst>
              </p:cNvPr>
              <p:cNvSpPr/>
              <p:nvPr/>
            </p:nvSpPr>
            <p:spPr>
              <a:xfrm>
                <a:off x="9369335" y="5113178"/>
                <a:ext cx="2822579" cy="1744821"/>
              </a:xfrm>
              <a:custGeom>
                <a:avLst/>
                <a:gdLst>
                  <a:gd name="f0" fmla="val 10800000"/>
                  <a:gd name="f1" fmla="val 5400000"/>
                  <a:gd name="f2" fmla="val 180"/>
                  <a:gd name="f3" fmla="val w"/>
                  <a:gd name="f4" fmla="val h"/>
                  <a:gd name="f5" fmla="val 0"/>
                  <a:gd name="f6" fmla="val 3168300"/>
                  <a:gd name="f7" fmla="val 1952434"/>
                  <a:gd name="f8" fmla="val 1952435"/>
                  <a:gd name="f9" fmla="val 91059"/>
                  <a:gd name="f10" fmla="val 1796415"/>
                  <a:gd name="f11" fmla="val 202121"/>
                  <a:gd name="f12" fmla="val 1687068"/>
                  <a:gd name="f13" fmla="val 301943"/>
                  <a:gd name="f14" fmla="val 1588675"/>
                  <a:gd name="f15" fmla="val 416528"/>
                  <a:gd name="f16" fmla="val 1505617"/>
                  <a:gd name="f17" fmla="val 545116"/>
                  <a:gd name="f18" fmla="val 1450277"/>
                  <a:gd name="f19" fmla="val 659987"/>
                  <a:gd name="f20" fmla="val 1400747"/>
                  <a:gd name="f21" fmla="val 783622"/>
                  <a:gd name="f22" fmla="val 1377601"/>
                  <a:gd name="f23" fmla="val 906780"/>
                  <a:gd name="f24" fmla="val 1354455"/>
                  <a:gd name="f25" fmla="val 1048036"/>
                  <a:gd name="f26" fmla="val 1327976"/>
                  <a:gd name="f27" fmla="val 1189482"/>
                  <a:gd name="f28" fmla="val 1301972"/>
                  <a:gd name="f29" fmla="val 1332262"/>
                  <a:gd name="f30" fmla="val 1285304"/>
                  <a:gd name="f31" fmla="val 1452182"/>
                  <a:gd name="f32" fmla="val 1271302"/>
                  <a:gd name="f33" fmla="val 1573340"/>
                  <a:gd name="f34" fmla="val 1265873"/>
                  <a:gd name="f35" fmla="val 1691259"/>
                  <a:gd name="f36" fmla="val 1240060"/>
                  <a:gd name="f37" fmla="val 1800035"/>
                  <a:gd name="f38" fmla="val 1216247"/>
                  <a:gd name="f39" fmla="val 1904619"/>
                  <a:gd name="f40" fmla="val 1176718"/>
                  <a:gd name="f41" fmla="val 2010346"/>
                  <a:gd name="f42" fmla="val 1141667"/>
                  <a:gd name="f43" fmla="val 2136743"/>
                  <a:gd name="f44" fmla="val 1099661"/>
                  <a:gd name="f45" fmla="val 2265902"/>
                  <a:gd name="f46" fmla="val 1066229"/>
                  <a:gd name="f47" fmla="val 2393252"/>
                  <a:gd name="f48" fmla="val 1027271"/>
                  <a:gd name="f49" fmla="val 2457450"/>
                  <a:gd name="f50" fmla="val 1007650"/>
                  <a:gd name="f51" fmla="val 2521744"/>
                  <a:gd name="f52" fmla="val 987552"/>
                  <a:gd name="f53" fmla="val 2582037"/>
                  <a:gd name="f54" fmla="val 958120"/>
                  <a:gd name="f55" fmla="val 2648807"/>
                  <a:gd name="f56" fmla="val 925449"/>
                  <a:gd name="f57" fmla="val 2710815"/>
                  <a:gd name="f58" fmla="val 883349"/>
                  <a:gd name="f59" fmla="val 2760155"/>
                  <a:gd name="f60" fmla="val 827723"/>
                  <a:gd name="f61" fmla="val 2827496"/>
                  <a:gd name="f62" fmla="val 751904"/>
                  <a:gd name="f63" fmla="val 2867978"/>
                  <a:gd name="f64" fmla="val 657511"/>
                  <a:gd name="f65" fmla="val 2914364"/>
                  <a:gd name="f66" fmla="val 567023"/>
                  <a:gd name="f67" fmla="val 2972753"/>
                  <a:gd name="f68" fmla="val 453200"/>
                  <a:gd name="f69" fmla="val 3119152"/>
                  <a:gd name="f70" fmla="val 118015"/>
                  <a:gd name="f71" fmla="val 3168301"/>
                  <a:gd name="f72" fmla="+- 0 0 -90"/>
                  <a:gd name="f73" fmla="*/ f3 1 3168300"/>
                  <a:gd name="f74" fmla="*/ f4 1 1952434"/>
                  <a:gd name="f75" fmla="+- f7 0 f5"/>
                  <a:gd name="f76" fmla="+- f6 0 f5"/>
                  <a:gd name="f77" fmla="*/ f72 f0 1"/>
                  <a:gd name="f78" fmla="*/ f76 1 3168300"/>
                  <a:gd name="f79" fmla="*/ f75 1 1952434"/>
                  <a:gd name="f80" fmla="*/ 0 f76 1"/>
                  <a:gd name="f81" fmla="*/ 1952435 f75 1"/>
                  <a:gd name="f82" fmla="*/ 202121 f76 1"/>
                  <a:gd name="f83" fmla="*/ 1687068 f75 1"/>
                  <a:gd name="f84" fmla="*/ 545116 f76 1"/>
                  <a:gd name="f85" fmla="*/ 1450277 f75 1"/>
                  <a:gd name="f86" fmla="*/ 906780 f76 1"/>
                  <a:gd name="f87" fmla="*/ 1354455 f75 1"/>
                  <a:gd name="f88" fmla="*/ 1332262 f76 1"/>
                  <a:gd name="f89" fmla="*/ 1285304 f75 1"/>
                  <a:gd name="f90" fmla="*/ 1691259 f76 1"/>
                  <a:gd name="f91" fmla="*/ 1240060 f75 1"/>
                  <a:gd name="f92" fmla="*/ 2010346 f76 1"/>
                  <a:gd name="f93" fmla="*/ 1141667 f75 1"/>
                  <a:gd name="f94" fmla="*/ 2393252 f76 1"/>
                  <a:gd name="f95" fmla="*/ 1027271 f75 1"/>
                  <a:gd name="f96" fmla="*/ 2582037 f76 1"/>
                  <a:gd name="f97" fmla="*/ 958120 f75 1"/>
                  <a:gd name="f98" fmla="*/ 2760155 f76 1"/>
                  <a:gd name="f99" fmla="*/ 827723 f75 1"/>
                  <a:gd name="f100" fmla="*/ 2914364 f76 1"/>
                  <a:gd name="f101" fmla="*/ 567023 f75 1"/>
                  <a:gd name="f102" fmla="*/ 3168301 f76 1"/>
                  <a:gd name="f103" fmla="*/ 0 f75 1"/>
                  <a:gd name="f104" fmla="*/ f77 1 f2"/>
                  <a:gd name="f105" fmla="*/ f80 1 3168300"/>
                  <a:gd name="f106" fmla="*/ f81 1 1952434"/>
                  <a:gd name="f107" fmla="*/ f82 1 3168300"/>
                  <a:gd name="f108" fmla="*/ f83 1 1952434"/>
                  <a:gd name="f109" fmla="*/ f84 1 3168300"/>
                  <a:gd name="f110" fmla="*/ f85 1 1952434"/>
                  <a:gd name="f111" fmla="*/ f86 1 3168300"/>
                  <a:gd name="f112" fmla="*/ f87 1 1952434"/>
                  <a:gd name="f113" fmla="*/ f88 1 3168300"/>
                  <a:gd name="f114" fmla="*/ f89 1 1952434"/>
                  <a:gd name="f115" fmla="*/ f90 1 3168300"/>
                  <a:gd name="f116" fmla="*/ f91 1 1952434"/>
                  <a:gd name="f117" fmla="*/ f92 1 3168300"/>
                  <a:gd name="f118" fmla="*/ f93 1 1952434"/>
                  <a:gd name="f119" fmla="*/ f94 1 3168300"/>
                  <a:gd name="f120" fmla="*/ f95 1 1952434"/>
                  <a:gd name="f121" fmla="*/ f96 1 3168300"/>
                  <a:gd name="f122" fmla="*/ f97 1 1952434"/>
                  <a:gd name="f123" fmla="*/ f98 1 3168300"/>
                  <a:gd name="f124" fmla="*/ f99 1 1952434"/>
                  <a:gd name="f125" fmla="*/ f100 1 3168300"/>
                  <a:gd name="f126" fmla="*/ f101 1 1952434"/>
                  <a:gd name="f127" fmla="*/ f102 1 3168300"/>
                  <a:gd name="f128" fmla="*/ f103 1 1952434"/>
                  <a:gd name="f129" fmla="*/ f5 1 f78"/>
                  <a:gd name="f130" fmla="*/ f6 1 f78"/>
                  <a:gd name="f131" fmla="*/ f5 1 f79"/>
                  <a:gd name="f132" fmla="*/ f7 1 f79"/>
                  <a:gd name="f133" fmla="+- f104 0 f1"/>
                  <a:gd name="f134" fmla="*/ f105 1 f78"/>
                  <a:gd name="f135" fmla="*/ f106 1 f79"/>
                  <a:gd name="f136" fmla="*/ f107 1 f78"/>
                  <a:gd name="f137" fmla="*/ f108 1 f79"/>
                  <a:gd name="f138" fmla="*/ f109 1 f78"/>
                  <a:gd name="f139" fmla="*/ f110 1 f79"/>
                  <a:gd name="f140" fmla="*/ f111 1 f78"/>
                  <a:gd name="f141" fmla="*/ f112 1 f79"/>
                  <a:gd name="f142" fmla="*/ f113 1 f78"/>
                  <a:gd name="f143" fmla="*/ f114 1 f79"/>
                  <a:gd name="f144" fmla="*/ f115 1 f78"/>
                  <a:gd name="f145" fmla="*/ f116 1 f79"/>
                  <a:gd name="f146" fmla="*/ f117 1 f78"/>
                  <a:gd name="f147" fmla="*/ f118 1 f79"/>
                  <a:gd name="f148" fmla="*/ f119 1 f78"/>
                  <a:gd name="f149" fmla="*/ f120 1 f79"/>
                  <a:gd name="f150" fmla="*/ f121 1 f78"/>
                  <a:gd name="f151" fmla="*/ f122 1 f79"/>
                  <a:gd name="f152" fmla="*/ f123 1 f78"/>
                  <a:gd name="f153" fmla="*/ f124 1 f79"/>
                  <a:gd name="f154" fmla="*/ f125 1 f78"/>
                  <a:gd name="f155" fmla="*/ f126 1 f79"/>
                  <a:gd name="f156" fmla="*/ f127 1 f78"/>
                  <a:gd name="f157" fmla="*/ f128 1 f79"/>
                  <a:gd name="f158" fmla="*/ f129 f73 1"/>
                  <a:gd name="f159" fmla="*/ f130 f73 1"/>
                  <a:gd name="f160" fmla="*/ f132 f74 1"/>
                  <a:gd name="f161" fmla="*/ f131 f74 1"/>
                  <a:gd name="f162" fmla="*/ f134 f73 1"/>
                  <a:gd name="f163" fmla="*/ f135 f74 1"/>
                  <a:gd name="f164" fmla="*/ f136 f73 1"/>
                  <a:gd name="f165" fmla="*/ f137 f74 1"/>
                  <a:gd name="f166" fmla="*/ f138 f73 1"/>
                  <a:gd name="f167" fmla="*/ f139 f74 1"/>
                  <a:gd name="f168" fmla="*/ f140 f73 1"/>
                  <a:gd name="f169" fmla="*/ f141 f74 1"/>
                  <a:gd name="f170" fmla="*/ f142 f73 1"/>
                  <a:gd name="f171" fmla="*/ f143 f74 1"/>
                  <a:gd name="f172" fmla="*/ f144 f73 1"/>
                  <a:gd name="f173" fmla="*/ f145 f74 1"/>
                  <a:gd name="f174" fmla="*/ f146 f73 1"/>
                  <a:gd name="f175" fmla="*/ f147 f74 1"/>
                  <a:gd name="f176" fmla="*/ f148 f73 1"/>
                  <a:gd name="f177" fmla="*/ f149 f74 1"/>
                  <a:gd name="f178" fmla="*/ f150 f73 1"/>
                  <a:gd name="f179" fmla="*/ f151 f74 1"/>
                  <a:gd name="f180" fmla="*/ f152 f73 1"/>
                  <a:gd name="f181" fmla="*/ f153 f74 1"/>
                  <a:gd name="f182" fmla="*/ f154 f73 1"/>
                  <a:gd name="f183" fmla="*/ f155 f74 1"/>
                  <a:gd name="f184" fmla="*/ f156 f73 1"/>
                  <a:gd name="f185" fmla="*/ f157 f74 1"/>
                </a:gdLst>
                <a:ahLst/>
                <a:cxnLst>
                  <a:cxn ang="3cd4">
                    <a:pos x="hc" y="t"/>
                  </a:cxn>
                  <a:cxn ang="0">
                    <a:pos x="r" y="vc"/>
                  </a:cxn>
                  <a:cxn ang="cd4">
                    <a:pos x="hc" y="b"/>
                  </a:cxn>
                  <a:cxn ang="cd2">
                    <a:pos x="l" y="vc"/>
                  </a:cxn>
                  <a:cxn ang="f133">
                    <a:pos x="f162" y="f163"/>
                  </a:cxn>
                  <a:cxn ang="f133">
                    <a:pos x="f164" y="f165"/>
                  </a:cxn>
                  <a:cxn ang="f133">
                    <a:pos x="f166" y="f167"/>
                  </a:cxn>
                  <a:cxn ang="f133">
                    <a:pos x="f168" y="f169"/>
                  </a:cxn>
                  <a:cxn ang="f133">
                    <a:pos x="f170" y="f171"/>
                  </a:cxn>
                  <a:cxn ang="f133">
                    <a:pos x="f172" y="f173"/>
                  </a:cxn>
                  <a:cxn ang="f133">
                    <a:pos x="f174" y="f175"/>
                  </a:cxn>
                  <a:cxn ang="f133">
                    <a:pos x="f176" y="f177"/>
                  </a:cxn>
                  <a:cxn ang="f133">
                    <a:pos x="f178" y="f179"/>
                  </a:cxn>
                  <a:cxn ang="f133">
                    <a:pos x="f180" y="f181"/>
                  </a:cxn>
                  <a:cxn ang="f133">
                    <a:pos x="f182" y="f183"/>
                  </a:cxn>
                  <a:cxn ang="f133">
                    <a:pos x="f184" y="f185"/>
                  </a:cxn>
                </a:cxnLst>
                <a:rect l="f158" t="f161" r="f159" b="f160"/>
                <a:pathLst>
                  <a:path w="3168300" h="1952434">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35" y="f36"/>
                    </a:cubicBezTo>
                    <a:cubicBezTo>
                      <a:pt x="f37" y="f38"/>
                      <a:pt x="f39" y="f40"/>
                      <a:pt x="f41" y="f42"/>
                    </a:cubicBezTo>
                    <a:cubicBezTo>
                      <a:pt x="f43" y="f44"/>
                      <a:pt x="f45" y="f46"/>
                      <a:pt x="f47" y="f48"/>
                    </a:cubicBezTo>
                    <a:cubicBezTo>
                      <a:pt x="f49" y="f50"/>
                      <a:pt x="f51" y="f52"/>
                      <a:pt x="f53" y="f54"/>
                    </a:cubicBezTo>
                    <a:cubicBezTo>
                      <a:pt x="f55" y="f56"/>
                      <a:pt x="f57" y="f58"/>
                      <a:pt x="f59" y="f60"/>
                    </a:cubicBezTo>
                    <a:cubicBezTo>
                      <a:pt x="f61" y="f62"/>
                      <a:pt x="f63" y="f64"/>
                      <a:pt x="f65" y="f66"/>
                    </a:cubicBezTo>
                    <a:cubicBezTo>
                      <a:pt x="f67" y="f68"/>
                      <a:pt x="f69" y="f70"/>
                      <a:pt x="f71"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5" name="Freeform: Shape 33">
                <a:extLst>
                  <a:ext uri="{FF2B5EF4-FFF2-40B4-BE49-F238E27FC236}">
                    <a16:creationId xmlns:a16="http://schemas.microsoft.com/office/drawing/2014/main" id="{AA0FB59B-50B4-4F44-903F-FAE075683628}"/>
                  </a:ext>
                </a:extLst>
              </p:cNvPr>
              <p:cNvSpPr/>
              <p:nvPr/>
            </p:nvSpPr>
            <p:spPr>
              <a:xfrm>
                <a:off x="9188339" y="4664253"/>
                <a:ext cx="2990508" cy="2191277"/>
              </a:xfrm>
              <a:custGeom>
                <a:avLst/>
                <a:gdLst>
                  <a:gd name="f0" fmla="val 10800000"/>
                  <a:gd name="f1" fmla="val 5400000"/>
                  <a:gd name="f2" fmla="val 180"/>
                  <a:gd name="f3" fmla="val w"/>
                  <a:gd name="f4" fmla="val h"/>
                  <a:gd name="f5" fmla="val 0"/>
                  <a:gd name="f6" fmla="val 3356800"/>
                  <a:gd name="f7" fmla="val 2452020"/>
                  <a:gd name="f8" fmla="val 2452021"/>
                  <a:gd name="f9" fmla="val 57150"/>
                  <a:gd name="f10" fmla="val 2344198"/>
                  <a:gd name="f11" fmla="val 130874"/>
                  <a:gd name="f12" fmla="val 2247710"/>
                  <a:gd name="f13" fmla="val 218694"/>
                  <a:gd name="f14" fmla="val 2132648"/>
                  <a:gd name="f15" fmla="val 328136"/>
                  <a:gd name="f16" fmla="val 2036635"/>
                  <a:gd name="f17" fmla="val 437197"/>
                  <a:gd name="f18" fmla="val 1941195"/>
                  <a:gd name="f19" fmla="val 529304"/>
                  <a:gd name="f20" fmla="val 1860709"/>
                  <a:gd name="f21" fmla="val 623030"/>
                  <a:gd name="f22" fmla="val 1779556"/>
                  <a:gd name="f23" fmla="val 737140"/>
                  <a:gd name="f24" fmla="val 1736884"/>
                  <a:gd name="f25" fmla="val 830866"/>
                  <a:gd name="f26" fmla="val 1701736"/>
                  <a:gd name="f27" fmla="val 932021"/>
                  <a:gd name="f28" fmla="val 1695450"/>
                  <a:gd name="f29" fmla="val 1031843"/>
                  <a:gd name="f30" fmla="val 1685068"/>
                  <a:gd name="f31" fmla="val 1117092"/>
                  <a:gd name="f32" fmla="val 1676210"/>
                  <a:gd name="f33" fmla="val 1202055"/>
                  <a:gd name="f34" fmla="val 1665160"/>
                  <a:gd name="f35" fmla="val 1287304"/>
                  <a:gd name="f36" fmla="val 1655826"/>
                  <a:gd name="f37" fmla="val 1348931"/>
                  <a:gd name="f38" fmla="val 1649063"/>
                  <a:gd name="f39" fmla="val 1410653"/>
                  <a:gd name="f40" fmla="val 1643539"/>
                  <a:gd name="f41" fmla="val 1471994"/>
                  <a:gd name="f42" fmla="val 1634300"/>
                  <a:gd name="f43" fmla="val 1618679"/>
                  <a:gd name="f44" fmla="val 1612011"/>
                  <a:gd name="f45" fmla="val 1761935"/>
                  <a:gd name="f46" fmla="val 1571149"/>
                  <a:gd name="f47" fmla="val 1898237"/>
                  <a:gd name="f48" fmla="val 1512665"/>
                  <a:gd name="f49" fmla="val 2010442"/>
                  <a:gd name="f50" fmla="val 1464564"/>
                  <a:gd name="f51" fmla="val 2117503"/>
                  <a:gd name="f52" fmla="val 1405128"/>
                  <a:gd name="f53" fmla="val 2229136"/>
                  <a:gd name="f54" fmla="val 1355598"/>
                  <a:gd name="f55" fmla="val 2322481"/>
                  <a:gd name="f56" fmla="val 1314164"/>
                  <a:gd name="f57" fmla="val 2418969"/>
                  <a:gd name="f58" fmla="val 1280160"/>
                  <a:gd name="f59" fmla="val 2512314"/>
                  <a:gd name="f60" fmla="val 1238631"/>
                  <a:gd name="f61" fmla="val 2599087"/>
                  <a:gd name="f62" fmla="val 1199960"/>
                  <a:gd name="f63" fmla="val 2683193"/>
                  <a:gd name="f64" fmla="val 1154811"/>
                  <a:gd name="f65" fmla="val 2758535"/>
                  <a:gd name="f66" fmla="val 1096994"/>
                  <a:gd name="f67" fmla="val 2825020"/>
                  <a:gd name="f68" fmla="val 1046035"/>
                  <a:gd name="f69" fmla="val 2883789"/>
                  <a:gd name="f70" fmla="val 985837"/>
                  <a:gd name="f71" fmla="val 2935510"/>
                  <a:gd name="f72" fmla="val 919925"/>
                  <a:gd name="f73" fmla="val 2992184"/>
                  <a:gd name="f74" fmla="val 847725"/>
                  <a:gd name="f75" fmla="val 3039904"/>
                  <a:gd name="f76" fmla="val 769144"/>
                  <a:gd name="f77" fmla="val 3081719"/>
                  <a:gd name="f78" fmla="val 687419"/>
                  <a:gd name="f79" fmla="val 3138297"/>
                  <a:gd name="f80" fmla="val 576739"/>
                  <a:gd name="f81" fmla="val 3314129"/>
                  <a:gd name="f82" fmla="val 116776"/>
                  <a:gd name="f83" fmla="+- 0 0 -90"/>
                  <a:gd name="f84" fmla="*/ f3 1 3356800"/>
                  <a:gd name="f85" fmla="*/ f4 1 2452020"/>
                  <a:gd name="f86" fmla="+- f7 0 f5"/>
                  <a:gd name="f87" fmla="+- f6 0 f5"/>
                  <a:gd name="f88" fmla="*/ f83 f0 1"/>
                  <a:gd name="f89" fmla="*/ f87 1 3356800"/>
                  <a:gd name="f90" fmla="*/ f86 1 2452020"/>
                  <a:gd name="f91" fmla="*/ 0 f87 1"/>
                  <a:gd name="f92" fmla="*/ 2452021 f86 1"/>
                  <a:gd name="f93" fmla="*/ 130874 f87 1"/>
                  <a:gd name="f94" fmla="*/ 2247710 f86 1"/>
                  <a:gd name="f95" fmla="*/ 437197 f87 1"/>
                  <a:gd name="f96" fmla="*/ 1941195 f86 1"/>
                  <a:gd name="f97" fmla="*/ 737140 f87 1"/>
                  <a:gd name="f98" fmla="*/ 1736884 f86 1"/>
                  <a:gd name="f99" fmla="*/ 1031843 f87 1"/>
                  <a:gd name="f100" fmla="*/ 1685068 f86 1"/>
                  <a:gd name="f101" fmla="*/ 1287304 f87 1"/>
                  <a:gd name="f102" fmla="*/ 1655826 f86 1"/>
                  <a:gd name="f103" fmla="*/ 1471994 f87 1"/>
                  <a:gd name="f104" fmla="*/ 1634300 f86 1"/>
                  <a:gd name="f105" fmla="*/ 1898237 f87 1"/>
                  <a:gd name="f106" fmla="*/ 1512665 f86 1"/>
                  <a:gd name="f107" fmla="*/ 2229136 f87 1"/>
                  <a:gd name="f108" fmla="*/ 1355598 f86 1"/>
                  <a:gd name="f109" fmla="*/ 2512314 f87 1"/>
                  <a:gd name="f110" fmla="*/ 1238631 f86 1"/>
                  <a:gd name="f111" fmla="*/ 2758535 f87 1"/>
                  <a:gd name="f112" fmla="*/ 1096994 f86 1"/>
                  <a:gd name="f113" fmla="*/ 2935510 f87 1"/>
                  <a:gd name="f114" fmla="*/ 919925 f86 1"/>
                  <a:gd name="f115" fmla="*/ 3081719 f87 1"/>
                  <a:gd name="f116" fmla="*/ 687419 f86 1"/>
                  <a:gd name="f117" fmla="*/ 3356800 f87 1"/>
                  <a:gd name="f118" fmla="*/ 0 f86 1"/>
                  <a:gd name="f119" fmla="*/ f88 1 f2"/>
                  <a:gd name="f120" fmla="*/ f91 1 3356800"/>
                  <a:gd name="f121" fmla="*/ f92 1 2452020"/>
                  <a:gd name="f122" fmla="*/ f93 1 3356800"/>
                  <a:gd name="f123" fmla="*/ f94 1 2452020"/>
                  <a:gd name="f124" fmla="*/ f95 1 3356800"/>
                  <a:gd name="f125" fmla="*/ f96 1 2452020"/>
                  <a:gd name="f126" fmla="*/ f97 1 3356800"/>
                  <a:gd name="f127" fmla="*/ f98 1 2452020"/>
                  <a:gd name="f128" fmla="*/ f99 1 3356800"/>
                  <a:gd name="f129" fmla="*/ f100 1 2452020"/>
                  <a:gd name="f130" fmla="*/ f101 1 3356800"/>
                  <a:gd name="f131" fmla="*/ f102 1 2452020"/>
                  <a:gd name="f132" fmla="*/ f103 1 3356800"/>
                  <a:gd name="f133" fmla="*/ f104 1 2452020"/>
                  <a:gd name="f134" fmla="*/ f105 1 3356800"/>
                  <a:gd name="f135" fmla="*/ f106 1 2452020"/>
                  <a:gd name="f136" fmla="*/ f107 1 3356800"/>
                  <a:gd name="f137" fmla="*/ f108 1 2452020"/>
                  <a:gd name="f138" fmla="*/ f109 1 3356800"/>
                  <a:gd name="f139" fmla="*/ f110 1 2452020"/>
                  <a:gd name="f140" fmla="*/ f111 1 3356800"/>
                  <a:gd name="f141" fmla="*/ f112 1 2452020"/>
                  <a:gd name="f142" fmla="*/ f113 1 3356800"/>
                  <a:gd name="f143" fmla="*/ f114 1 2452020"/>
                  <a:gd name="f144" fmla="*/ f115 1 3356800"/>
                  <a:gd name="f145" fmla="*/ f116 1 2452020"/>
                  <a:gd name="f146" fmla="*/ f117 1 3356800"/>
                  <a:gd name="f147" fmla="*/ f118 1 2452020"/>
                  <a:gd name="f148" fmla="*/ f5 1 f89"/>
                  <a:gd name="f149" fmla="*/ f6 1 f89"/>
                  <a:gd name="f150" fmla="*/ f5 1 f90"/>
                  <a:gd name="f151" fmla="*/ f7 1 f90"/>
                  <a:gd name="f152" fmla="+- f119 0 f1"/>
                  <a:gd name="f153" fmla="*/ f120 1 f89"/>
                  <a:gd name="f154" fmla="*/ f121 1 f90"/>
                  <a:gd name="f155" fmla="*/ f122 1 f89"/>
                  <a:gd name="f156" fmla="*/ f123 1 f90"/>
                  <a:gd name="f157" fmla="*/ f124 1 f89"/>
                  <a:gd name="f158" fmla="*/ f125 1 f90"/>
                  <a:gd name="f159" fmla="*/ f126 1 f89"/>
                  <a:gd name="f160" fmla="*/ f127 1 f90"/>
                  <a:gd name="f161" fmla="*/ f128 1 f89"/>
                  <a:gd name="f162" fmla="*/ f129 1 f90"/>
                  <a:gd name="f163" fmla="*/ f130 1 f89"/>
                  <a:gd name="f164" fmla="*/ f131 1 f90"/>
                  <a:gd name="f165" fmla="*/ f132 1 f89"/>
                  <a:gd name="f166" fmla="*/ f133 1 f90"/>
                  <a:gd name="f167" fmla="*/ f134 1 f89"/>
                  <a:gd name="f168" fmla="*/ f135 1 f90"/>
                  <a:gd name="f169" fmla="*/ f136 1 f89"/>
                  <a:gd name="f170" fmla="*/ f137 1 f90"/>
                  <a:gd name="f171" fmla="*/ f138 1 f89"/>
                  <a:gd name="f172" fmla="*/ f139 1 f90"/>
                  <a:gd name="f173" fmla="*/ f140 1 f89"/>
                  <a:gd name="f174" fmla="*/ f141 1 f90"/>
                  <a:gd name="f175" fmla="*/ f142 1 f89"/>
                  <a:gd name="f176" fmla="*/ f143 1 f90"/>
                  <a:gd name="f177" fmla="*/ f144 1 f89"/>
                  <a:gd name="f178" fmla="*/ f145 1 f90"/>
                  <a:gd name="f179" fmla="*/ f146 1 f89"/>
                  <a:gd name="f180" fmla="*/ f147 1 f90"/>
                  <a:gd name="f181" fmla="*/ f148 f84 1"/>
                  <a:gd name="f182" fmla="*/ f149 f84 1"/>
                  <a:gd name="f183" fmla="*/ f151 f85 1"/>
                  <a:gd name="f184" fmla="*/ f150 f85 1"/>
                  <a:gd name="f185" fmla="*/ f153 f84 1"/>
                  <a:gd name="f186" fmla="*/ f154 f85 1"/>
                  <a:gd name="f187" fmla="*/ f155 f84 1"/>
                  <a:gd name="f188" fmla="*/ f156 f85 1"/>
                  <a:gd name="f189" fmla="*/ f157 f84 1"/>
                  <a:gd name="f190" fmla="*/ f158 f85 1"/>
                  <a:gd name="f191" fmla="*/ f159 f84 1"/>
                  <a:gd name="f192" fmla="*/ f160 f85 1"/>
                  <a:gd name="f193" fmla="*/ f161 f84 1"/>
                  <a:gd name="f194" fmla="*/ f162 f85 1"/>
                  <a:gd name="f195" fmla="*/ f163 f84 1"/>
                  <a:gd name="f196" fmla="*/ f164 f85 1"/>
                  <a:gd name="f197" fmla="*/ f165 f84 1"/>
                  <a:gd name="f198" fmla="*/ f166 f85 1"/>
                  <a:gd name="f199" fmla="*/ f167 f84 1"/>
                  <a:gd name="f200" fmla="*/ f168 f85 1"/>
                  <a:gd name="f201" fmla="*/ f169 f84 1"/>
                  <a:gd name="f202" fmla="*/ f170 f85 1"/>
                  <a:gd name="f203" fmla="*/ f171 f84 1"/>
                  <a:gd name="f204" fmla="*/ f172 f85 1"/>
                  <a:gd name="f205" fmla="*/ f173 f84 1"/>
                  <a:gd name="f206" fmla="*/ f174 f85 1"/>
                  <a:gd name="f207" fmla="*/ f175 f84 1"/>
                  <a:gd name="f208" fmla="*/ f176 f85 1"/>
                  <a:gd name="f209" fmla="*/ f177 f84 1"/>
                  <a:gd name="f210" fmla="*/ f178 f85 1"/>
                  <a:gd name="f211" fmla="*/ f179 f84 1"/>
                  <a:gd name="f212" fmla="*/ f180 f85 1"/>
                </a:gdLst>
                <a:ahLst/>
                <a:cxnLst>
                  <a:cxn ang="3cd4">
                    <a:pos x="hc" y="t"/>
                  </a:cxn>
                  <a:cxn ang="0">
                    <a:pos x="r" y="vc"/>
                  </a:cxn>
                  <a:cxn ang="cd4">
                    <a:pos x="hc" y="b"/>
                  </a:cxn>
                  <a:cxn ang="cd2">
                    <a:pos x="l" y="vc"/>
                  </a:cxn>
                  <a:cxn ang="f152">
                    <a:pos x="f185" y="f186"/>
                  </a:cxn>
                  <a:cxn ang="f152">
                    <a:pos x="f187" y="f188"/>
                  </a:cxn>
                  <a:cxn ang="f152">
                    <a:pos x="f189" y="f190"/>
                  </a:cxn>
                  <a:cxn ang="f152">
                    <a:pos x="f191" y="f192"/>
                  </a:cxn>
                  <a:cxn ang="f152">
                    <a:pos x="f193" y="f194"/>
                  </a:cxn>
                  <a:cxn ang="f152">
                    <a:pos x="f195" y="f196"/>
                  </a:cxn>
                  <a:cxn ang="f152">
                    <a:pos x="f197" y="f198"/>
                  </a:cxn>
                  <a:cxn ang="f152">
                    <a:pos x="f199" y="f200"/>
                  </a:cxn>
                  <a:cxn ang="f152">
                    <a:pos x="f201" y="f202"/>
                  </a:cxn>
                  <a:cxn ang="f152">
                    <a:pos x="f203" y="f204"/>
                  </a:cxn>
                  <a:cxn ang="f152">
                    <a:pos x="f205" y="f206"/>
                  </a:cxn>
                  <a:cxn ang="f152">
                    <a:pos x="f207" y="f208"/>
                  </a:cxn>
                  <a:cxn ang="f152">
                    <a:pos x="f209" y="f210"/>
                  </a:cxn>
                  <a:cxn ang="f152">
                    <a:pos x="f211" y="f212"/>
                  </a:cxn>
                </a:cxnLst>
                <a:rect l="f181" t="f184" r="f182" b="f183"/>
                <a:pathLst>
                  <a:path w="3356800" h="2452020">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35" y="f36"/>
                    </a:cubicBezTo>
                    <a:cubicBezTo>
                      <a:pt x="f37" y="f38"/>
                      <a:pt x="f39" y="f40"/>
                      <a:pt x="f41" y="f42"/>
                    </a:cubicBezTo>
                    <a:cubicBezTo>
                      <a:pt x="f43" y="f44"/>
                      <a:pt x="f45" y="f46"/>
                      <a:pt x="f47" y="f48"/>
                    </a:cubicBezTo>
                    <a:cubicBezTo>
                      <a:pt x="f49" y="f50"/>
                      <a:pt x="f51" y="f52"/>
                      <a:pt x="f53" y="f54"/>
                    </a:cubicBezTo>
                    <a:cubicBezTo>
                      <a:pt x="f55" y="f56"/>
                      <a:pt x="f57" y="f58"/>
                      <a:pt x="f59" y="f60"/>
                    </a:cubicBezTo>
                    <a:cubicBezTo>
                      <a:pt x="f61" y="f62"/>
                      <a:pt x="f63" y="f64"/>
                      <a:pt x="f65" y="f66"/>
                    </a:cubicBezTo>
                    <a:cubicBezTo>
                      <a:pt x="f67" y="f68"/>
                      <a:pt x="f69" y="f70"/>
                      <a:pt x="f71" y="f72"/>
                    </a:cubicBezTo>
                    <a:cubicBezTo>
                      <a:pt x="f73" y="f74"/>
                      <a:pt x="f75" y="f76"/>
                      <a:pt x="f77" y="f78"/>
                    </a:cubicBezTo>
                    <a:cubicBezTo>
                      <a:pt x="f79" y="f80"/>
                      <a:pt x="f81" y="f82"/>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sp>
          <p:nvSpPr>
            <p:cNvPr id="26" name="Freeform: Shape 26">
              <a:extLst>
                <a:ext uri="{FF2B5EF4-FFF2-40B4-BE49-F238E27FC236}">
                  <a16:creationId xmlns:a16="http://schemas.microsoft.com/office/drawing/2014/main" id="{AB8C0727-037E-4F9C-A0E6-FBA55AD336B5}"/>
                </a:ext>
              </a:extLst>
            </p:cNvPr>
            <p:cNvSpPr/>
            <p:nvPr/>
          </p:nvSpPr>
          <p:spPr>
            <a:xfrm>
              <a:off x="7980398" y="5197175"/>
              <a:ext cx="4211598" cy="1660824"/>
            </a:xfrm>
            <a:custGeom>
              <a:avLst/>
              <a:gdLst>
                <a:gd name="f0" fmla="val 10800000"/>
                <a:gd name="f1" fmla="val 5400000"/>
                <a:gd name="f2" fmla="val 180"/>
                <a:gd name="f3" fmla="val w"/>
                <a:gd name="f4" fmla="val h"/>
                <a:gd name="f5" fmla="val 0"/>
                <a:gd name="f6" fmla="val 4211600"/>
                <a:gd name="f7" fmla="val 1660822"/>
                <a:gd name="f8" fmla="val 58430"/>
                <a:gd name="f9" fmla="val 4136524"/>
                <a:gd name="f10" fmla="val 208808"/>
                <a:gd name="f11" fmla="val 4089791"/>
                <a:gd name="f12" fmla="val 287770"/>
                <a:gd name="f13" fmla="val 4030588"/>
                <a:gd name="f14" fmla="val 363780"/>
                <a:gd name="f15" fmla="val 3973354"/>
                <a:gd name="f16" fmla="val 437313"/>
                <a:gd name="f17" fmla="val 3943819"/>
                <a:gd name="f18" fmla="val 475222"/>
                <a:gd name="f19" fmla="val 3913231"/>
                <a:gd name="f20" fmla="val 514465"/>
                <a:gd name="f21" fmla="val 3884746"/>
                <a:gd name="f22" fmla="val 553613"/>
                <a:gd name="f23" fmla="val 3872801"/>
                <a:gd name="f24" fmla="val 569996"/>
                <a:gd name="f25" fmla="val 3861119"/>
                <a:gd name="f26" fmla="val 586569"/>
                <a:gd name="f27" fmla="val 3849435"/>
                <a:gd name="f28" fmla="val 603143"/>
                <a:gd name="f29" fmla="val 3796665"/>
                <a:gd name="f30" fmla="val 678009"/>
                <a:gd name="f31" fmla="val 3742187"/>
                <a:gd name="f32" fmla="val 755352"/>
                <a:gd name="f33" fmla="val 3661849"/>
                <a:gd name="f34" fmla="val 819075"/>
                <a:gd name="f35" fmla="val 3596214"/>
                <a:gd name="f36" fmla="val 871176"/>
                <a:gd name="f37" fmla="val 3509050"/>
                <a:gd name="f38" fmla="val 916230"/>
                <a:gd name="f39" fmla="val 3402589"/>
                <a:gd name="f40" fmla="val 952996"/>
                <a:gd name="f41" fmla="val 3312406"/>
                <a:gd name="f42" fmla="val 984048"/>
                <a:gd name="f43" fmla="val 3215660"/>
                <a:gd name="f44" fmla="val 1005003"/>
                <a:gd name="f45" fmla="val 3130202"/>
                <a:gd name="f46" fmla="val 1023386"/>
                <a:gd name="f47" fmla="val 3058529"/>
                <a:gd name="f48" fmla="val 1038816"/>
                <a:gd name="f49" fmla="val 2985412"/>
                <a:gd name="f50" fmla="val 1053675"/>
                <a:gd name="f51" fmla="val 2914657"/>
                <a:gd name="f52" fmla="val 1068058"/>
                <a:gd name="f53" fmla="val 2805176"/>
                <a:gd name="f54" fmla="val 1090251"/>
                <a:gd name="f55" fmla="val 2692021"/>
                <a:gd name="f56" fmla="val 1113207"/>
                <a:gd name="f57" fmla="val 2582149"/>
                <a:gd name="f58" fmla="val 1138924"/>
                <a:gd name="f59" fmla="val 2549330"/>
                <a:gd name="f60" fmla="val 1146639"/>
                <a:gd name="f61" fmla="val 2516644"/>
                <a:gd name="f62" fmla="val 1154450"/>
                <a:gd name="f63" fmla="val 2483958"/>
                <a:gd name="f64" fmla="val 1162356"/>
                <a:gd name="f65" fmla="val 2367257"/>
                <a:gd name="f66" fmla="val 1190550"/>
                <a:gd name="f67" fmla="val 2246621"/>
                <a:gd name="f68" fmla="val 1219601"/>
                <a:gd name="f69" fmla="val 2123750"/>
                <a:gd name="f70" fmla="val 1238651"/>
                <a:gd name="f71" fmla="val 2004294"/>
                <a:gd name="f72" fmla="val 1257129"/>
                <a:gd name="f73" fmla="val 1880769"/>
                <a:gd name="f74" fmla="val 1265416"/>
                <a:gd name="f75" fmla="val 1761444"/>
                <a:gd name="f76" fmla="val 1273417"/>
                <a:gd name="f77" fmla="val 1711167"/>
                <a:gd name="f78" fmla="val 1276751"/>
                <a:gd name="f79" fmla="val 1659184"/>
                <a:gd name="f80" fmla="val 1280275"/>
                <a:gd name="f81" fmla="val 1608382"/>
                <a:gd name="f82" fmla="val 1284466"/>
                <a:gd name="f83" fmla="val 1408589"/>
                <a:gd name="f84" fmla="val 1300944"/>
                <a:gd name="f85" fmla="val 1214570"/>
                <a:gd name="f86" fmla="val 1325805"/>
                <a:gd name="f87" fmla="val 999942"/>
                <a:gd name="f88" fmla="val 1354284"/>
                <a:gd name="f89" fmla="val 826403"/>
                <a:gd name="f90" fmla="val 1377240"/>
                <a:gd name="f91" fmla="val 647744"/>
                <a:gd name="f92" fmla="val 1400957"/>
                <a:gd name="f93" fmla="val 484705"/>
                <a:gd name="f94" fmla="val 1450487"/>
                <a:gd name="f95" fmla="val 355831"/>
                <a:gd name="f96" fmla="val 1489635"/>
                <a:gd name="f97" fmla="val 231387"/>
                <a:gd name="f98" fmla="val 1544374"/>
                <a:gd name="f99" fmla="val 113310"/>
                <a:gd name="f100" fmla="val 1613700"/>
                <a:gd name="f101" fmla="val 39668"/>
                <a:gd name="f102" fmla="val 96701"/>
                <a:gd name="f103" fmla="val 1598934"/>
                <a:gd name="f104" fmla="val 216635"/>
                <a:gd name="f105" fmla="val 1528533"/>
                <a:gd name="f106" fmla="val 343196"/>
                <a:gd name="f107" fmla="val 1472919"/>
                <a:gd name="f108" fmla="val 474335"/>
                <a:gd name="f109" fmla="val 1433056"/>
                <a:gd name="f110" fmla="val 639999"/>
                <a:gd name="f111" fmla="val 1382669"/>
                <a:gd name="f112" fmla="val 820102"/>
                <a:gd name="f113" fmla="val 1358856"/>
                <a:gd name="f114" fmla="val 994299"/>
                <a:gd name="f115" fmla="val 1335806"/>
                <a:gd name="f116" fmla="val 1210239"/>
                <a:gd name="f117" fmla="val 1307231"/>
                <a:gd name="f118" fmla="val 1404650"/>
                <a:gd name="f119" fmla="val 1282275"/>
                <a:gd name="f120" fmla="val 1605231"/>
                <a:gd name="f121" fmla="val 1265702"/>
                <a:gd name="f122" fmla="val 1656428"/>
                <a:gd name="f123" fmla="val 1261511"/>
                <a:gd name="f124" fmla="val 1708411"/>
                <a:gd name="f125" fmla="val 1257987"/>
                <a:gd name="f126" fmla="val 1758819"/>
                <a:gd name="f127" fmla="val 1254558"/>
                <a:gd name="f128" fmla="val 1877487"/>
                <a:gd name="f129" fmla="val 1246557"/>
                <a:gd name="f130" fmla="val 2000094"/>
                <a:gd name="f131" fmla="val 1238365"/>
                <a:gd name="f132" fmla="val 2118106"/>
                <a:gd name="f133" fmla="val 1220077"/>
                <a:gd name="f134" fmla="val 2239531"/>
                <a:gd name="f135" fmla="val 1201313"/>
                <a:gd name="f136" fmla="val 2359513"/>
                <a:gd name="f137" fmla="val 1172357"/>
                <a:gd name="f138" fmla="val 2475557"/>
                <a:gd name="f139" fmla="val 1144353"/>
                <a:gd name="f140" fmla="val 2508243"/>
                <a:gd name="f141" fmla="val 1136448"/>
                <a:gd name="f142" fmla="val 2541060"/>
                <a:gd name="f143" fmla="val 1128542"/>
                <a:gd name="f144" fmla="val 2573878"/>
                <a:gd name="f145" fmla="val 1120827"/>
                <a:gd name="f146" fmla="val 2684276"/>
                <a:gd name="f147" fmla="val 1094919"/>
                <a:gd name="f148" fmla="val 2797694"/>
                <a:gd name="f149" fmla="val 1071963"/>
                <a:gd name="f150" fmla="val 2907437"/>
                <a:gd name="f151" fmla="val 1049675"/>
                <a:gd name="f152" fmla="val 2978061"/>
                <a:gd name="f153" fmla="val 1035387"/>
                <a:gd name="f154" fmla="val 3051178"/>
                <a:gd name="f155" fmla="val 1020528"/>
                <a:gd name="f156" fmla="val 3122589"/>
                <a:gd name="f157" fmla="val 1005098"/>
                <a:gd name="f158" fmla="val 3206997"/>
                <a:gd name="f159" fmla="val 986810"/>
                <a:gd name="f160" fmla="val 3302823"/>
                <a:gd name="f161" fmla="val 966141"/>
                <a:gd name="f162" fmla="val 3391169"/>
                <a:gd name="f163" fmla="val 935756"/>
                <a:gd name="f164" fmla="val 3494479"/>
                <a:gd name="f165" fmla="val 900132"/>
                <a:gd name="f166" fmla="val 3578886"/>
                <a:gd name="f167" fmla="val 856508"/>
                <a:gd name="f168" fmla="val 3642290"/>
                <a:gd name="f169" fmla="val 806216"/>
                <a:gd name="f170" fmla="val 3720133"/>
                <a:gd name="f171" fmla="val 744303"/>
                <a:gd name="f172" fmla="val 3773953"/>
                <a:gd name="f173" fmla="val 668103"/>
                <a:gd name="f174" fmla="val 3825937"/>
                <a:gd name="f175" fmla="val 594475"/>
                <a:gd name="f176" fmla="val 3837621"/>
                <a:gd name="f177" fmla="val 577902"/>
                <a:gd name="f178" fmla="val 561233"/>
                <a:gd name="f179" fmla="val 3861381"/>
                <a:gd name="f180" fmla="val 544755"/>
                <a:gd name="f181" fmla="val 3889997"/>
                <a:gd name="f182" fmla="val 505416"/>
                <a:gd name="f183" fmla="val 3920715"/>
                <a:gd name="f184" fmla="val 465983"/>
                <a:gd name="f185" fmla="val 3950381"/>
                <a:gd name="f186" fmla="val 427978"/>
                <a:gd name="f187" fmla="val 4007353"/>
                <a:gd name="f188" fmla="val 354921"/>
                <a:gd name="f189" fmla="val 4066163"/>
                <a:gd name="f190" fmla="val 279388"/>
                <a:gd name="f191" fmla="val 4112370"/>
                <a:gd name="f192" fmla="val 201378"/>
                <a:gd name="f193" fmla="val 4144662"/>
                <a:gd name="f194" fmla="val 146800"/>
                <a:gd name="f195" fmla="val 4170785"/>
                <a:gd name="f196" fmla="val 89364"/>
                <a:gd name="f197" fmla="val 4195989"/>
                <a:gd name="f198" fmla="val 33834"/>
                <a:gd name="f199" fmla="+- 0 0 -90"/>
                <a:gd name="f200" fmla="*/ f3 1 4211600"/>
                <a:gd name="f201" fmla="*/ f4 1 1660822"/>
                <a:gd name="f202" fmla="+- f7 0 f5"/>
                <a:gd name="f203" fmla="+- f6 0 f5"/>
                <a:gd name="f204" fmla="*/ f199 f0 1"/>
                <a:gd name="f205" fmla="*/ f203 1 4211600"/>
                <a:gd name="f206" fmla="*/ f202 1 1660822"/>
                <a:gd name="f207" fmla="*/ 4211600 f203 1"/>
                <a:gd name="f208" fmla="*/ 0 f202 1"/>
                <a:gd name="f209" fmla="*/ 58430 f202 1"/>
                <a:gd name="f210" fmla="*/ 4136524 f203 1"/>
                <a:gd name="f211" fmla="*/ 208808 f202 1"/>
                <a:gd name="f212" fmla="*/ 3973354 f203 1"/>
                <a:gd name="f213" fmla="*/ 437313 f202 1"/>
                <a:gd name="f214" fmla="*/ 3884746 f203 1"/>
                <a:gd name="f215" fmla="*/ 553613 f202 1"/>
                <a:gd name="f216" fmla="*/ 3849435 f203 1"/>
                <a:gd name="f217" fmla="*/ 603143 f202 1"/>
                <a:gd name="f218" fmla="*/ 3661849 f203 1"/>
                <a:gd name="f219" fmla="*/ 819075 f202 1"/>
                <a:gd name="f220" fmla="*/ 3402589 f203 1"/>
                <a:gd name="f221" fmla="*/ 952996 f202 1"/>
                <a:gd name="f222" fmla="*/ 3130202 f203 1"/>
                <a:gd name="f223" fmla="*/ 1023386 f202 1"/>
                <a:gd name="f224" fmla="*/ 2914657 f203 1"/>
                <a:gd name="f225" fmla="*/ 1068058 f202 1"/>
                <a:gd name="f226" fmla="*/ 2582149 f203 1"/>
                <a:gd name="f227" fmla="*/ 1138924 f202 1"/>
                <a:gd name="f228" fmla="*/ 2483958 f203 1"/>
                <a:gd name="f229" fmla="*/ 1162356 f202 1"/>
                <a:gd name="f230" fmla="*/ 2123750 f203 1"/>
                <a:gd name="f231" fmla="*/ 1238651 f202 1"/>
                <a:gd name="f232" fmla="*/ 1761444 f203 1"/>
                <a:gd name="f233" fmla="*/ 1273417 f202 1"/>
                <a:gd name="f234" fmla="*/ 1608382 f203 1"/>
                <a:gd name="f235" fmla="*/ 1284466 f202 1"/>
                <a:gd name="f236" fmla="*/ 999942 f203 1"/>
                <a:gd name="f237" fmla="*/ 1354284 f202 1"/>
                <a:gd name="f238" fmla="*/ 484705 f203 1"/>
                <a:gd name="f239" fmla="*/ 1450487 f202 1"/>
                <a:gd name="f240" fmla="*/ 113310 f203 1"/>
                <a:gd name="f241" fmla="*/ 1613700 f202 1"/>
                <a:gd name="f242" fmla="*/ 39668 f203 1"/>
                <a:gd name="f243" fmla="*/ 1660822 f202 1"/>
                <a:gd name="f244" fmla="*/ 0 f203 1"/>
                <a:gd name="f245" fmla="*/ 96701 f203 1"/>
                <a:gd name="f246" fmla="*/ 1598934 f202 1"/>
                <a:gd name="f247" fmla="*/ 474335 f203 1"/>
                <a:gd name="f248" fmla="*/ 1433056 f202 1"/>
                <a:gd name="f249" fmla="*/ 994299 f203 1"/>
                <a:gd name="f250" fmla="*/ 1335806 f202 1"/>
                <a:gd name="f251" fmla="*/ 1605231 f203 1"/>
                <a:gd name="f252" fmla="*/ 1265702 f202 1"/>
                <a:gd name="f253" fmla="*/ 1758819 f203 1"/>
                <a:gd name="f254" fmla="*/ 1254558 f202 1"/>
                <a:gd name="f255" fmla="*/ 2118106 f203 1"/>
                <a:gd name="f256" fmla="*/ 1220077 f202 1"/>
                <a:gd name="f257" fmla="*/ 2475557 f203 1"/>
                <a:gd name="f258" fmla="*/ 1144353 f202 1"/>
                <a:gd name="f259" fmla="*/ 2573878 f203 1"/>
                <a:gd name="f260" fmla="*/ 1120827 f202 1"/>
                <a:gd name="f261" fmla="*/ 2907437 f203 1"/>
                <a:gd name="f262" fmla="*/ 1049675 f202 1"/>
                <a:gd name="f263" fmla="*/ 3122589 f203 1"/>
                <a:gd name="f264" fmla="*/ 1005098 f202 1"/>
                <a:gd name="f265" fmla="*/ 3391169 f203 1"/>
                <a:gd name="f266" fmla="*/ 935756 f202 1"/>
                <a:gd name="f267" fmla="*/ 3642290 f203 1"/>
                <a:gd name="f268" fmla="*/ 806216 f202 1"/>
                <a:gd name="f269" fmla="*/ 3825937 f203 1"/>
                <a:gd name="f270" fmla="*/ 594475 f202 1"/>
                <a:gd name="f271" fmla="*/ 3861381 f203 1"/>
                <a:gd name="f272" fmla="*/ 544755 f202 1"/>
                <a:gd name="f273" fmla="*/ 3950381 f203 1"/>
                <a:gd name="f274" fmla="*/ 427978 f202 1"/>
                <a:gd name="f275" fmla="*/ 4112370 f203 1"/>
                <a:gd name="f276" fmla="*/ 201378 f202 1"/>
                <a:gd name="f277" fmla="*/ 4195989 f203 1"/>
                <a:gd name="f278" fmla="*/ 33834 f202 1"/>
                <a:gd name="f279" fmla="*/ f204 1 f2"/>
                <a:gd name="f280" fmla="*/ f207 1 4211600"/>
                <a:gd name="f281" fmla="*/ f208 1 1660822"/>
                <a:gd name="f282" fmla="*/ f209 1 1660822"/>
                <a:gd name="f283" fmla="*/ f210 1 4211600"/>
                <a:gd name="f284" fmla="*/ f211 1 1660822"/>
                <a:gd name="f285" fmla="*/ f212 1 4211600"/>
                <a:gd name="f286" fmla="*/ f213 1 1660822"/>
                <a:gd name="f287" fmla="*/ f214 1 4211600"/>
                <a:gd name="f288" fmla="*/ f215 1 1660822"/>
                <a:gd name="f289" fmla="*/ f216 1 4211600"/>
                <a:gd name="f290" fmla="*/ f217 1 1660822"/>
                <a:gd name="f291" fmla="*/ f218 1 4211600"/>
                <a:gd name="f292" fmla="*/ f219 1 1660822"/>
                <a:gd name="f293" fmla="*/ f220 1 4211600"/>
                <a:gd name="f294" fmla="*/ f221 1 1660822"/>
                <a:gd name="f295" fmla="*/ f222 1 4211600"/>
                <a:gd name="f296" fmla="*/ f223 1 1660822"/>
                <a:gd name="f297" fmla="*/ f224 1 4211600"/>
                <a:gd name="f298" fmla="*/ f225 1 1660822"/>
                <a:gd name="f299" fmla="*/ f226 1 4211600"/>
                <a:gd name="f300" fmla="*/ f227 1 1660822"/>
                <a:gd name="f301" fmla="*/ f228 1 4211600"/>
                <a:gd name="f302" fmla="*/ f229 1 1660822"/>
                <a:gd name="f303" fmla="*/ f230 1 4211600"/>
                <a:gd name="f304" fmla="*/ f231 1 1660822"/>
                <a:gd name="f305" fmla="*/ f232 1 4211600"/>
                <a:gd name="f306" fmla="*/ f233 1 1660822"/>
                <a:gd name="f307" fmla="*/ f234 1 4211600"/>
                <a:gd name="f308" fmla="*/ f235 1 1660822"/>
                <a:gd name="f309" fmla="*/ f236 1 4211600"/>
                <a:gd name="f310" fmla="*/ f237 1 1660822"/>
                <a:gd name="f311" fmla="*/ f238 1 4211600"/>
                <a:gd name="f312" fmla="*/ f239 1 1660822"/>
                <a:gd name="f313" fmla="*/ f240 1 4211600"/>
                <a:gd name="f314" fmla="*/ f241 1 1660822"/>
                <a:gd name="f315" fmla="*/ f242 1 4211600"/>
                <a:gd name="f316" fmla="*/ f243 1 1660822"/>
                <a:gd name="f317" fmla="*/ f244 1 4211600"/>
                <a:gd name="f318" fmla="*/ f245 1 4211600"/>
                <a:gd name="f319" fmla="*/ f246 1 1660822"/>
                <a:gd name="f320" fmla="*/ f247 1 4211600"/>
                <a:gd name="f321" fmla="*/ f248 1 1660822"/>
                <a:gd name="f322" fmla="*/ f249 1 4211600"/>
                <a:gd name="f323" fmla="*/ f250 1 1660822"/>
                <a:gd name="f324" fmla="*/ f251 1 4211600"/>
                <a:gd name="f325" fmla="*/ f252 1 1660822"/>
                <a:gd name="f326" fmla="*/ f253 1 4211600"/>
                <a:gd name="f327" fmla="*/ f254 1 1660822"/>
                <a:gd name="f328" fmla="*/ f255 1 4211600"/>
                <a:gd name="f329" fmla="*/ f256 1 1660822"/>
                <a:gd name="f330" fmla="*/ f257 1 4211600"/>
                <a:gd name="f331" fmla="*/ f258 1 1660822"/>
                <a:gd name="f332" fmla="*/ f259 1 4211600"/>
                <a:gd name="f333" fmla="*/ f260 1 1660822"/>
                <a:gd name="f334" fmla="*/ f261 1 4211600"/>
                <a:gd name="f335" fmla="*/ f262 1 1660822"/>
                <a:gd name="f336" fmla="*/ f263 1 4211600"/>
                <a:gd name="f337" fmla="*/ f264 1 1660822"/>
                <a:gd name="f338" fmla="*/ f265 1 4211600"/>
                <a:gd name="f339" fmla="*/ f266 1 1660822"/>
                <a:gd name="f340" fmla="*/ f267 1 4211600"/>
                <a:gd name="f341" fmla="*/ f268 1 1660822"/>
                <a:gd name="f342" fmla="*/ f269 1 4211600"/>
                <a:gd name="f343" fmla="*/ f270 1 1660822"/>
                <a:gd name="f344" fmla="*/ f271 1 4211600"/>
                <a:gd name="f345" fmla="*/ f272 1 1660822"/>
                <a:gd name="f346" fmla="*/ f273 1 4211600"/>
                <a:gd name="f347" fmla="*/ f274 1 1660822"/>
                <a:gd name="f348" fmla="*/ f275 1 4211600"/>
                <a:gd name="f349" fmla="*/ f276 1 1660822"/>
                <a:gd name="f350" fmla="*/ f277 1 4211600"/>
                <a:gd name="f351" fmla="*/ f278 1 1660822"/>
                <a:gd name="f352" fmla="*/ f5 1 f205"/>
                <a:gd name="f353" fmla="*/ f6 1 f205"/>
                <a:gd name="f354" fmla="*/ f5 1 f206"/>
                <a:gd name="f355" fmla="*/ f7 1 f206"/>
                <a:gd name="f356" fmla="+- f279 0 f1"/>
                <a:gd name="f357" fmla="*/ f280 1 f205"/>
                <a:gd name="f358" fmla="*/ f281 1 f206"/>
                <a:gd name="f359" fmla="*/ f282 1 f206"/>
                <a:gd name="f360" fmla="*/ f283 1 f205"/>
                <a:gd name="f361" fmla="*/ f284 1 f206"/>
                <a:gd name="f362" fmla="*/ f285 1 f205"/>
                <a:gd name="f363" fmla="*/ f286 1 f206"/>
                <a:gd name="f364" fmla="*/ f287 1 f205"/>
                <a:gd name="f365" fmla="*/ f288 1 f206"/>
                <a:gd name="f366" fmla="*/ f289 1 f205"/>
                <a:gd name="f367" fmla="*/ f290 1 f206"/>
                <a:gd name="f368" fmla="*/ f291 1 f205"/>
                <a:gd name="f369" fmla="*/ f292 1 f206"/>
                <a:gd name="f370" fmla="*/ f293 1 f205"/>
                <a:gd name="f371" fmla="*/ f294 1 f206"/>
                <a:gd name="f372" fmla="*/ f295 1 f205"/>
                <a:gd name="f373" fmla="*/ f296 1 f206"/>
                <a:gd name="f374" fmla="*/ f297 1 f205"/>
                <a:gd name="f375" fmla="*/ f298 1 f206"/>
                <a:gd name="f376" fmla="*/ f299 1 f205"/>
                <a:gd name="f377" fmla="*/ f300 1 f206"/>
                <a:gd name="f378" fmla="*/ f301 1 f205"/>
                <a:gd name="f379" fmla="*/ f302 1 f206"/>
                <a:gd name="f380" fmla="*/ f303 1 f205"/>
                <a:gd name="f381" fmla="*/ f304 1 f206"/>
                <a:gd name="f382" fmla="*/ f305 1 f205"/>
                <a:gd name="f383" fmla="*/ f306 1 f206"/>
                <a:gd name="f384" fmla="*/ f307 1 f205"/>
                <a:gd name="f385" fmla="*/ f308 1 f206"/>
                <a:gd name="f386" fmla="*/ f309 1 f205"/>
                <a:gd name="f387" fmla="*/ f310 1 f206"/>
                <a:gd name="f388" fmla="*/ f311 1 f205"/>
                <a:gd name="f389" fmla="*/ f312 1 f206"/>
                <a:gd name="f390" fmla="*/ f313 1 f205"/>
                <a:gd name="f391" fmla="*/ f314 1 f206"/>
                <a:gd name="f392" fmla="*/ f315 1 f205"/>
                <a:gd name="f393" fmla="*/ f316 1 f206"/>
                <a:gd name="f394" fmla="*/ f317 1 f205"/>
                <a:gd name="f395" fmla="*/ f318 1 f205"/>
                <a:gd name="f396" fmla="*/ f319 1 f206"/>
                <a:gd name="f397" fmla="*/ f320 1 f205"/>
                <a:gd name="f398" fmla="*/ f321 1 f206"/>
                <a:gd name="f399" fmla="*/ f322 1 f205"/>
                <a:gd name="f400" fmla="*/ f323 1 f206"/>
                <a:gd name="f401" fmla="*/ f324 1 f205"/>
                <a:gd name="f402" fmla="*/ f325 1 f206"/>
                <a:gd name="f403" fmla="*/ f326 1 f205"/>
                <a:gd name="f404" fmla="*/ f327 1 f206"/>
                <a:gd name="f405" fmla="*/ f328 1 f205"/>
                <a:gd name="f406" fmla="*/ f329 1 f206"/>
                <a:gd name="f407" fmla="*/ f330 1 f205"/>
                <a:gd name="f408" fmla="*/ f331 1 f206"/>
                <a:gd name="f409" fmla="*/ f332 1 f205"/>
                <a:gd name="f410" fmla="*/ f333 1 f206"/>
                <a:gd name="f411" fmla="*/ f334 1 f205"/>
                <a:gd name="f412" fmla="*/ f335 1 f206"/>
                <a:gd name="f413" fmla="*/ f336 1 f205"/>
                <a:gd name="f414" fmla="*/ f337 1 f206"/>
                <a:gd name="f415" fmla="*/ f338 1 f205"/>
                <a:gd name="f416" fmla="*/ f339 1 f206"/>
                <a:gd name="f417" fmla="*/ f340 1 f205"/>
                <a:gd name="f418" fmla="*/ f341 1 f206"/>
                <a:gd name="f419" fmla="*/ f342 1 f205"/>
                <a:gd name="f420" fmla="*/ f343 1 f206"/>
                <a:gd name="f421" fmla="*/ f344 1 f205"/>
                <a:gd name="f422" fmla="*/ f345 1 f206"/>
                <a:gd name="f423" fmla="*/ f346 1 f205"/>
                <a:gd name="f424" fmla="*/ f347 1 f206"/>
                <a:gd name="f425" fmla="*/ f348 1 f205"/>
                <a:gd name="f426" fmla="*/ f349 1 f206"/>
                <a:gd name="f427" fmla="*/ f350 1 f205"/>
                <a:gd name="f428" fmla="*/ f351 1 f206"/>
                <a:gd name="f429" fmla="*/ f352 f200 1"/>
                <a:gd name="f430" fmla="*/ f353 f200 1"/>
                <a:gd name="f431" fmla="*/ f355 f201 1"/>
                <a:gd name="f432" fmla="*/ f354 f201 1"/>
                <a:gd name="f433" fmla="*/ f357 f200 1"/>
                <a:gd name="f434" fmla="*/ f358 f201 1"/>
                <a:gd name="f435" fmla="*/ f359 f201 1"/>
                <a:gd name="f436" fmla="*/ f360 f200 1"/>
                <a:gd name="f437" fmla="*/ f361 f201 1"/>
                <a:gd name="f438" fmla="*/ f362 f200 1"/>
                <a:gd name="f439" fmla="*/ f363 f201 1"/>
                <a:gd name="f440" fmla="*/ f364 f200 1"/>
                <a:gd name="f441" fmla="*/ f365 f201 1"/>
                <a:gd name="f442" fmla="*/ f366 f200 1"/>
                <a:gd name="f443" fmla="*/ f367 f201 1"/>
                <a:gd name="f444" fmla="*/ f368 f200 1"/>
                <a:gd name="f445" fmla="*/ f369 f201 1"/>
                <a:gd name="f446" fmla="*/ f370 f200 1"/>
                <a:gd name="f447" fmla="*/ f371 f201 1"/>
                <a:gd name="f448" fmla="*/ f372 f200 1"/>
                <a:gd name="f449" fmla="*/ f373 f201 1"/>
                <a:gd name="f450" fmla="*/ f374 f200 1"/>
                <a:gd name="f451" fmla="*/ f375 f201 1"/>
                <a:gd name="f452" fmla="*/ f376 f200 1"/>
                <a:gd name="f453" fmla="*/ f377 f201 1"/>
                <a:gd name="f454" fmla="*/ f378 f200 1"/>
                <a:gd name="f455" fmla="*/ f379 f201 1"/>
                <a:gd name="f456" fmla="*/ f380 f200 1"/>
                <a:gd name="f457" fmla="*/ f381 f201 1"/>
                <a:gd name="f458" fmla="*/ f382 f200 1"/>
                <a:gd name="f459" fmla="*/ f383 f201 1"/>
                <a:gd name="f460" fmla="*/ f384 f200 1"/>
                <a:gd name="f461" fmla="*/ f385 f201 1"/>
                <a:gd name="f462" fmla="*/ f386 f200 1"/>
                <a:gd name="f463" fmla="*/ f387 f201 1"/>
                <a:gd name="f464" fmla="*/ f388 f200 1"/>
                <a:gd name="f465" fmla="*/ f389 f201 1"/>
                <a:gd name="f466" fmla="*/ f390 f200 1"/>
                <a:gd name="f467" fmla="*/ f391 f201 1"/>
                <a:gd name="f468" fmla="*/ f392 f200 1"/>
                <a:gd name="f469" fmla="*/ f393 f201 1"/>
                <a:gd name="f470" fmla="*/ f394 f200 1"/>
                <a:gd name="f471" fmla="*/ f395 f200 1"/>
                <a:gd name="f472" fmla="*/ f396 f201 1"/>
                <a:gd name="f473" fmla="*/ f397 f200 1"/>
                <a:gd name="f474" fmla="*/ f398 f201 1"/>
                <a:gd name="f475" fmla="*/ f399 f200 1"/>
                <a:gd name="f476" fmla="*/ f400 f201 1"/>
                <a:gd name="f477" fmla="*/ f401 f200 1"/>
                <a:gd name="f478" fmla="*/ f402 f201 1"/>
                <a:gd name="f479" fmla="*/ f403 f200 1"/>
                <a:gd name="f480" fmla="*/ f404 f201 1"/>
                <a:gd name="f481" fmla="*/ f405 f200 1"/>
                <a:gd name="f482" fmla="*/ f406 f201 1"/>
                <a:gd name="f483" fmla="*/ f407 f200 1"/>
                <a:gd name="f484" fmla="*/ f408 f201 1"/>
                <a:gd name="f485" fmla="*/ f409 f200 1"/>
                <a:gd name="f486" fmla="*/ f410 f201 1"/>
                <a:gd name="f487" fmla="*/ f411 f200 1"/>
                <a:gd name="f488" fmla="*/ f412 f201 1"/>
                <a:gd name="f489" fmla="*/ f413 f200 1"/>
                <a:gd name="f490" fmla="*/ f414 f201 1"/>
                <a:gd name="f491" fmla="*/ f415 f200 1"/>
                <a:gd name="f492" fmla="*/ f416 f201 1"/>
                <a:gd name="f493" fmla="*/ f417 f200 1"/>
                <a:gd name="f494" fmla="*/ f418 f201 1"/>
                <a:gd name="f495" fmla="*/ f419 f200 1"/>
                <a:gd name="f496" fmla="*/ f420 f201 1"/>
                <a:gd name="f497" fmla="*/ f421 f200 1"/>
                <a:gd name="f498" fmla="*/ f422 f201 1"/>
                <a:gd name="f499" fmla="*/ f423 f200 1"/>
                <a:gd name="f500" fmla="*/ f424 f201 1"/>
                <a:gd name="f501" fmla="*/ f425 f200 1"/>
                <a:gd name="f502" fmla="*/ f426 f201 1"/>
                <a:gd name="f503" fmla="*/ f427 f200 1"/>
                <a:gd name="f504" fmla="*/ f428 f201 1"/>
              </a:gdLst>
              <a:ahLst/>
              <a:cxnLst>
                <a:cxn ang="3cd4">
                  <a:pos x="hc" y="t"/>
                </a:cxn>
                <a:cxn ang="0">
                  <a:pos x="r" y="vc"/>
                </a:cxn>
                <a:cxn ang="cd4">
                  <a:pos x="hc" y="b"/>
                </a:cxn>
                <a:cxn ang="cd2">
                  <a:pos x="l" y="vc"/>
                </a:cxn>
                <a:cxn ang="f356">
                  <a:pos x="f433" y="f434"/>
                </a:cxn>
                <a:cxn ang="f356">
                  <a:pos x="f433" y="f435"/>
                </a:cxn>
                <a:cxn ang="f356">
                  <a:pos x="f436" y="f437"/>
                </a:cxn>
                <a:cxn ang="f356">
                  <a:pos x="f438" y="f439"/>
                </a:cxn>
                <a:cxn ang="f356">
                  <a:pos x="f440" y="f441"/>
                </a:cxn>
                <a:cxn ang="f356">
                  <a:pos x="f442" y="f443"/>
                </a:cxn>
                <a:cxn ang="f356">
                  <a:pos x="f444" y="f445"/>
                </a:cxn>
                <a:cxn ang="f356">
                  <a:pos x="f446" y="f447"/>
                </a:cxn>
                <a:cxn ang="f356">
                  <a:pos x="f448" y="f449"/>
                </a:cxn>
                <a:cxn ang="f356">
                  <a:pos x="f450" y="f451"/>
                </a:cxn>
                <a:cxn ang="f356">
                  <a:pos x="f452" y="f453"/>
                </a:cxn>
                <a:cxn ang="f356">
                  <a:pos x="f454" y="f455"/>
                </a:cxn>
                <a:cxn ang="f356">
                  <a:pos x="f456" y="f457"/>
                </a:cxn>
                <a:cxn ang="f356">
                  <a:pos x="f458" y="f459"/>
                </a:cxn>
                <a:cxn ang="f356">
                  <a:pos x="f460" y="f461"/>
                </a:cxn>
                <a:cxn ang="f356">
                  <a:pos x="f462" y="f463"/>
                </a:cxn>
                <a:cxn ang="f356">
                  <a:pos x="f464" y="f465"/>
                </a:cxn>
                <a:cxn ang="f356">
                  <a:pos x="f466" y="f467"/>
                </a:cxn>
                <a:cxn ang="f356">
                  <a:pos x="f468" y="f469"/>
                </a:cxn>
                <a:cxn ang="f356">
                  <a:pos x="f470" y="f469"/>
                </a:cxn>
                <a:cxn ang="f356">
                  <a:pos x="f471" y="f472"/>
                </a:cxn>
                <a:cxn ang="f356">
                  <a:pos x="f473" y="f474"/>
                </a:cxn>
                <a:cxn ang="f356">
                  <a:pos x="f475" y="f476"/>
                </a:cxn>
                <a:cxn ang="f356">
                  <a:pos x="f477" y="f478"/>
                </a:cxn>
                <a:cxn ang="f356">
                  <a:pos x="f479" y="f480"/>
                </a:cxn>
                <a:cxn ang="f356">
                  <a:pos x="f481" y="f482"/>
                </a:cxn>
                <a:cxn ang="f356">
                  <a:pos x="f483" y="f484"/>
                </a:cxn>
                <a:cxn ang="f356">
                  <a:pos x="f485" y="f486"/>
                </a:cxn>
                <a:cxn ang="f356">
                  <a:pos x="f487" y="f488"/>
                </a:cxn>
                <a:cxn ang="f356">
                  <a:pos x="f489" y="f490"/>
                </a:cxn>
                <a:cxn ang="f356">
                  <a:pos x="f491" y="f492"/>
                </a:cxn>
                <a:cxn ang="f356">
                  <a:pos x="f493" y="f494"/>
                </a:cxn>
                <a:cxn ang="f356">
                  <a:pos x="f495" y="f496"/>
                </a:cxn>
                <a:cxn ang="f356">
                  <a:pos x="f497" y="f498"/>
                </a:cxn>
                <a:cxn ang="f356">
                  <a:pos x="f499" y="f500"/>
                </a:cxn>
                <a:cxn ang="f356">
                  <a:pos x="f501" y="f502"/>
                </a:cxn>
                <a:cxn ang="f356">
                  <a:pos x="f503" y="f504"/>
                </a:cxn>
              </a:cxnLst>
              <a:rect l="f429" t="f432" r="f430" b="f431"/>
              <a:pathLst>
                <a:path w="4211600" h="1660822">
                  <a:moveTo>
                    <a:pt x="f6" y="f5"/>
                  </a:moveTo>
                  <a:lnTo>
                    <a:pt x="f6" y="f8"/>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cubicBezTo>
                    <a:pt x="f53" y="f54"/>
                    <a:pt x="f55" y="f56"/>
                    <a:pt x="f57" y="f58"/>
                  </a:cubicBezTo>
                  <a:cubicBezTo>
                    <a:pt x="f59" y="f60"/>
                    <a:pt x="f61" y="f62"/>
                    <a:pt x="f63" y="f64"/>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lnTo>
                    <a:pt x="f101" y="f7"/>
                  </a:lnTo>
                  <a:lnTo>
                    <a:pt x="f5" y="f7"/>
                  </a:lnTo>
                  <a:lnTo>
                    <a:pt x="f102" y="f103"/>
                  </a:lnTo>
                  <a:cubicBezTo>
                    <a:pt x="f104" y="f105"/>
                    <a:pt x="f106" y="f107"/>
                    <a:pt x="f108" y="f109"/>
                  </a:cubicBezTo>
                  <a:cubicBezTo>
                    <a:pt x="f110" y="f111"/>
                    <a:pt x="f112" y="f113"/>
                    <a:pt x="f114" y="f115"/>
                  </a:cubicBezTo>
                  <a:cubicBezTo>
                    <a:pt x="f116" y="f117"/>
                    <a:pt x="f118" y="f119"/>
                    <a:pt x="f120" y="f121"/>
                  </a:cubicBezTo>
                  <a:cubicBezTo>
                    <a:pt x="f122" y="f123"/>
                    <a:pt x="f124" y="f125"/>
                    <a:pt x="f126" y="f127"/>
                  </a:cubicBezTo>
                  <a:cubicBezTo>
                    <a:pt x="f128" y="f129"/>
                    <a:pt x="f130" y="f131"/>
                    <a:pt x="f132" y="f133"/>
                  </a:cubicBezTo>
                  <a:cubicBezTo>
                    <a:pt x="f134" y="f135"/>
                    <a:pt x="f136" y="f137"/>
                    <a:pt x="f138" y="f139"/>
                  </a:cubicBezTo>
                  <a:cubicBezTo>
                    <a:pt x="f140" y="f141"/>
                    <a:pt x="f142" y="f143"/>
                    <a:pt x="f144" y="f145"/>
                  </a:cubicBezTo>
                  <a:cubicBezTo>
                    <a:pt x="f146" y="f147"/>
                    <a:pt x="f148" y="f149"/>
                    <a:pt x="f150" y="f151"/>
                  </a:cubicBezTo>
                  <a:cubicBezTo>
                    <a:pt x="f152" y="f153"/>
                    <a:pt x="f154" y="f155"/>
                    <a:pt x="f156" y="f157"/>
                  </a:cubicBezTo>
                  <a:cubicBezTo>
                    <a:pt x="f158" y="f159"/>
                    <a:pt x="f160" y="f161"/>
                    <a:pt x="f162" y="f163"/>
                  </a:cubicBezTo>
                  <a:cubicBezTo>
                    <a:pt x="f164" y="f165"/>
                    <a:pt x="f166" y="f167"/>
                    <a:pt x="f168" y="f169"/>
                  </a:cubicBezTo>
                  <a:cubicBezTo>
                    <a:pt x="f170" y="f171"/>
                    <a:pt x="f172" y="f173"/>
                    <a:pt x="f174" y="f175"/>
                  </a:cubicBezTo>
                  <a:cubicBezTo>
                    <a:pt x="f176" y="f177"/>
                    <a:pt x="f27" y="f178"/>
                    <a:pt x="f179" y="f180"/>
                  </a:cubicBezTo>
                  <a:cubicBezTo>
                    <a:pt x="f181" y="f182"/>
                    <a:pt x="f183" y="f184"/>
                    <a:pt x="f185" y="f186"/>
                  </a:cubicBezTo>
                  <a:cubicBezTo>
                    <a:pt x="f187" y="f188"/>
                    <a:pt x="f189" y="f190"/>
                    <a:pt x="f191" y="f192"/>
                  </a:cubicBezTo>
                  <a:cubicBezTo>
                    <a:pt x="f193" y="f194"/>
                    <a:pt x="f195" y="f196"/>
                    <a:pt x="f197" y="f198"/>
                  </a:cubicBezTo>
                  <a:close/>
                </a:path>
              </a:pathLst>
            </a:custGeom>
            <a:solidFill>
              <a:srgbClr val="E45221"/>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Segoe UI"/>
              </a:endParaRPr>
            </a:p>
          </p:txBody>
        </p:sp>
      </p:grpSp>
      <p:pic>
        <p:nvPicPr>
          <p:cNvPr id="28" name="Image 27">
            <a:extLst>
              <a:ext uri="{FF2B5EF4-FFF2-40B4-BE49-F238E27FC236}">
                <a16:creationId xmlns:a16="http://schemas.microsoft.com/office/drawing/2014/main" id="{153006D5-92E0-00B3-5CF5-B6134607CF2B}"/>
              </a:ext>
            </a:extLst>
          </p:cNvPr>
          <p:cNvPicPr>
            <a:picLocks noChangeAspect="1"/>
          </p:cNvPicPr>
          <p:nvPr/>
        </p:nvPicPr>
        <p:blipFill>
          <a:blip r:embed="rId2"/>
          <a:stretch>
            <a:fillRect/>
          </a:stretch>
        </p:blipFill>
        <p:spPr>
          <a:xfrm>
            <a:off x="5242559" y="4945852"/>
            <a:ext cx="6840077" cy="1861820"/>
          </a:xfrm>
          <a:prstGeom prst="rect">
            <a:avLst/>
          </a:prstGeom>
        </p:spPr>
      </p:pic>
      <p:sp>
        <p:nvSpPr>
          <p:cNvPr id="29" name="Rectangle 1">
            <a:extLst>
              <a:ext uri="{FF2B5EF4-FFF2-40B4-BE49-F238E27FC236}">
                <a16:creationId xmlns:a16="http://schemas.microsoft.com/office/drawing/2014/main" id="{3F613D8F-5CF1-7339-D0CF-BA6F2877E570}"/>
              </a:ext>
            </a:extLst>
          </p:cNvPr>
          <p:cNvSpPr>
            <a:spLocks noGrp="1" noChangeArrowheads="1"/>
          </p:cNvSpPr>
          <p:nvPr>
            <p:ph idx="1"/>
          </p:nvPr>
        </p:nvSpPr>
        <p:spPr bwMode="auto">
          <a:xfrm>
            <a:off x="60163" y="1789190"/>
            <a:ext cx="1210674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a:ln>
                  <a:noFill/>
                </a:ln>
                <a:solidFill>
                  <a:schemeClr val="tx1"/>
                </a:solidFill>
                <a:effectLst/>
                <a:latin typeface="Arial" panose="020B0604020202020204" pitchFamily="34" charset="0"/>
              </a:rPr>
              <a:t>Le premier flux important du </a:t>
            </a:r>
            <a:r>
              <a:rPr kumimoji="0" lang="fr-FR" altLang="fr-FR" sz="1200" b="0" i="0" u="none" strike="noStrike" cap="none" normalizeH="0" baseline="0" dirty="0" err="1">
                <a:ln>
                  <a:noFill/>
                </a:ln>
                <a:solidFill>
                  <a:schemeClr val="tx1"/>
                </a:solidFill>
                <a:effectLst/>
                <a:latin typeface="Arial" panose="020B0604020202020204" pitchFamily="34" charset="0"/>
              </a:rPr>
              <a:t>chatbot</a:t>
            </a:r>
            <a:r>
              <a:rPr kumimoji="0" lang="fr-FR" altLang="fr-FR" sz="1200" b="0" i="0" u="none" strike="noStrike" cap="none" normalizeH="0" baseline="0" dirty="0">
                <a:ln>
                  <a:noFill/>
                </a:ln>
                <a:solidFill>
                  <a:schemeClr val="tx1"/>
                </a:solidFill>
                <a:effectLst/>
                <a:latin typeface="Arial" panose="020B0604020202020204" pitchFamily="34" charset="0"/>
              </a:rPr>
              <a:t> est le flux de recommandation de parfum.</a:t>
            </a:r>
            <a:br>
              <a:rPr kumimoji="0" lang="fr-FR" altLang="fr-FR" sz="1200" b="0" i="0" u="none" strike="noStrike" cap="none" normalizeH="0" baseline="0" dirty="0">
                <a:ln>
                  <a:noFill/>
                </a:ln>
                <a:solidFill>
                  <a:schemeClr val="tx1"/>
                </a:solidFill>
                <a:effectLst/>
                <a:latin typeface="Arial" panose="020B0604020202020204" pitchFamily="34" charset="0"/>
              </a:rPr>
            </a:br>
            <a:r>
              <a:rPr kumimoji="0" lang="fr-FR" altLang="fr-FR" sz="1200" b="0" i="0" u="none" strike="noStrike" cap="none" normalizeH="0" baseline="0" dirty="0">
                <a:ln>
                  <a:noFill/>
                </a:ln>
                <a:solidFill>
                  <a:schemeClr val="tx1"/>
                </a:solidFill>
                <a:effectLst/>
                <a:latin typeface="Arial" panose="020B0604020202020204" pitchFamily="34" charset="0"/>
              </a:rPr>
              <a:t>Dans ce flux, le bot joue le rôle de conseiller personnel. L’objectif est de proposer une sélection de parfums adaptée au profil de l’utilisateur.</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a:ln>
                  <a:noFill/>
                </a:ln>
                <a:solidFill>
                  <a:schemeClr val="tx1"/>
                </a:solidFill>
                <a:effectLst/>
                <a:latin typeface="Arial" panose="020B0604020202020204" pitchFamily="34" charset="0"/>
              </a:rPr>
              <a:t>Pour cela, le flux commence par une série de questions structurées.</a:t>
            </a:r>
            <a:br>
              <a:rPr kumimoji="0" lang="fr-FR" altLang="fr-FR" sz="1200" b="0" i="0" u="none" strike="noStrike" cap="none" normalizeH="0" baseline="0" dirty="0">
                <a:ln>
                  <a:noFill/>
                </a:ln>
                <a:solidFill>
                  <a:schemeClr val="tx1"/>
                </a:solidFill>
                <a:effectLst/>
                <a:latin typeface="Arial" panose="020B0604020202020204" pitchFamily="34" charset="0"/>
              </a:rPr>
            </a:br>
            <a:r>
              <a:rPr kumimoji="0" lang="fr-FR" altLang="fr-FR" sz="1200" b="0" i="0" u="none" strike="noStrike" cap="none" normalizeH="0" baseline="0" dirty="0">
                <a:ln>
                  <a:noFill/>
                </a:ln>
                <a:solidFill>
                  <a:schemeClr val="tx1"/>
                </a:solidFill>
                <a:effectLst/>
                <a:latin typeface="Arial" panose="020B0604020202020204" pitchFamily="34" charset="0"/>
              </a:rPr>
              <a:t>Nous demandons successivement :</a:t>
            </a:r>
            <a:br>
              <a:rPr kumimoji="0" lang="fr-FR" altLang="fr-FR" sz="1200" b="0" i="0" u="none" strike="noStrike" cap="none" normalizeH="0" baseline="0" dirty="0">
                <a:ln>
                  <a:noFill/>
                </a:ln>
                <a:solidFill>
                  <a:schemeClr val="tx1"/>
                </a:solidFill>
                <a:effectLst/>
                <a:latin typeface="Arial" panose="020B0604020202020204" pitchFamily="34" charset="0"/>
              </a:rPr>
            </a:br>
            <a:r>
              <a:rPr kumimoji="0" lang="fr-FR" altLang="fr-FR" sz="1200" b="0" i="0" u="none" strike="noStrike" cap="none" normalizeH="0" baseline="0" dirty="0">
                <a:ln>
                  <a:noFill/>
                </a:ln>
                <a:solidFill>
                  <a:schemeClr val="tx1"/>
                </a:solidFill>
                <a:effectLst/>
                <a:latin typeface="Arial" panose="020B0604020202020204" pitchFamily="34" charset="0"/>
              </a:rPr>
              <a:t>– le genre , </a:t>
            </a:r>
            <a:r>
              <a:rPr kumimoji="0" lang="fr-FR" altLang="fr-FR" sz="1200" b="0" i="0" u="none" strike="noStrike" cap="none" normalizeH="0" baseline="0" dirty="0" err="1">
                <a:ln>
                  <a:noFill/>
                </a:ln>
                <a:solidFill>
                  <a:schemeClr val="tx1"/>
                </a:solidFill>
                <a:effectLst/>
                <a:latin typeface="Arial" panose="020B0604020202020204" pitchFamily="34" charset="0"/>
              </a:rPr>
              <a:t>age</a:t>
            </a:r>
            <a:r>
              <a:rPr kumimoji="0" lang="fr-FR" altLang="fr-FR" sz="1200" b="0" i="0" u="none" strike="noStrike" cap="none" normalizeH="0" baseline="0" dirty="0">
                <a:ln>
                  <a:noFill/>
                </a:ln>
                <a:solidFill>
                  <a:schemeClr val="tx1"/>
                </a:solidFill>
                <a:effectLst/>
                <a:latin typeface="Arial" panose="020B0604020202020204" pitchFamily="34" charset="0"/>
              </a:rPr>
              <a:t> du client</a:t>
            </a:r>
            <a:br>
              <a:rPr kumimoji="0" lang="fr-FR" altLang="fr-FR" sz="1200" b="0" i="0" u="none" strike="noStrike" cap="none" normalizeH="0" baseline="0" dirty="0">
                <a:ln>
                  <a:noFill/>
                </a:ln>
                <a:solidFill>
                  <a:schemeClr val="tx1"/>
                </a:solidFill>
                <a:effectLst/>
                <a:latin typeface="Arial" panose="020B0604020202020204" pitchFamily="34" charset="0"/>
              </a:rPr>
            </a:br>
            <a:r>
              <a:rPr kumimoji="0" lang="fr-FR" altLang="fr-FR" sz="1200" b="0" i="0" u="none" strike="noStrike" cap="none" normalizeH="0" baseline="0" dirty="0">
                <a:ln>
                  <a:noFill/>
                </a:ln>
                <a:solidFill>
                  <a:schemeClr val="tx1"/>
                </a:solidFill>
                <a:effectLst/>
                <a:latin typeface="Arial" panose="020B0604020202020204" pitchFamily="34" charset="0"/>
              </a:rPr>
              <a:t>– la famille olfactive qu’il préfère</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a:ln>
                  <a:noFill/>
                </a:ln>
                <a:solidFill>
                  <a:schemeClr val="tx1"/>
                </a:solidFill>
                <a:effectLst/>
                <a:latin typeface="Arial" panose="020B0604020202020204" pitchFamily="34" charset="0"/>
              </a:rPr>
              <a:t> – </a:t>
            </a:r>
            <a:r>
              <a:rPr lang="fr-FR" altLang="fr-FR" sz="1200" dirty="0">
                <a:solidFill>
                  <a:schemeClr val="tx1"/>
                </a:solidFill>
                <a:latin typeface="Arial" panose="020B0604020202020204" pitchFamily="34" charset="0"/>
              </a:rPr>
              <a:t>profil parfum du client </a:t>
            </a:r>
            <a:br>
              <a:rPr kumimoji="0" lang="fr-FR" altLang="fr-FR" sz="1200" b="0" i="0" u="none" strike="noStrike" cap="none" normalizeH="0" baseline="0" dirty="0">
                <a:ln>
                  <a:noFill/>
                </a:ln>
                <a:solidFill>
                  <a:schemeClr val="tx1"/>
                </a:solidFill>
                <a:effectLst/>
                <a:latin typeface="Arial" panose="020B0604020202020204" pitchFamily="34" charset="0"/>
              </a:rPr>
            </a:br>
            <a:r>
              <a:rPr kumimoji="0" lang="fr-FR" altLang="fr-FR" sz="1200" b="0" i="0" u="none" strike="noStrike" cap="none" normalizeH="0" baseline="0" dirty="0">
                <a:ln>
                  <a:noFill/>
                </a:ln>
                <a:solidFill>
                  <a:schemeClr val="tx1"/>
                </a:solidFill>
                <a:effectLst/>
                <a:latin typeface="Arial" panose="020B0604020202020204" pitchFamily="34" charset="0"/>
              </a:rPr>
              <a:t>– son budget</a:t>
            </a:r>
            <a:br>
              <a:rPr kumimoji="0" lang="fr-FR" altLang="fr-FR" sz="1200" b="0" i="0" u="none" strike="noStrike" cap="none" normalizeH="0" baseline="0" dirty="0">
                <a:ln>
                  <a:noFill/>
                </a:ln>
                <a:solidFill>
                  <a:schemeClr val="tx1"/>
                </a:solidFill>
                <a:effectLst/>
                <a:latin typeface="Arial" panose="020B0604020202020204" pitchFamily="34" charset="0"/>
              </a:rPr>
            </a:br>
            <a:r>
              <a:rPr kumimoji="0" lang="fr-FR" altLang="fr-FR" sz="1200" b="0" i="0" u="none" strike="noStrike" cap="none" normalizeH="0" baseline="0" dirty="0">
                <a:ln>
                  <a:noFill/>
                </a:ln>
                <a:solidFill>
                  <a:schemeClr val="tx1"/>
                </a:solidFill>
                <a:effectLst/>
                <a:latin typeface="Arial" panose="020B0604020202020204" pitchFamily="34" charset="0"/>
              </a:rPr>
              <a:t>– l’occasion pour laquelle il cherche un parfum</a:t>
            </a:r>
            <a:br>
              <a:rPr kumimoji="0" lang="fr-FR" altLang="fr-FR" sz="1200" b="0" i="0" u="none" strike="noStrike" cap="none" normalizeH="0" baseline="0" dirty="0">
                <a:ln>
                  <a:noFill/>
                </a:ln>
                <a:solidFill>
                  <a:schemeClr val="tx1"/>
                </a:solidFill>
                <a:effectLst/>
                <a:latin typeface="Arial" panose="020B0604020202020204" pitchFamily="34" charset="0"/>
              </a:rPr>
            </a:br>
            <a:r>
              <a:rPr kumimoji="0" lang="fr-FR" altLang="fr-FR" sz="1200" b="0" i="0" u="none" strike="noStrike" cap="none" normalizeH="0" baseline="0" dirty="0">
                <a:ln>
                  <a:noFill/>
                </a:ln>
                <a:solidFill>
                  <a:schemeClr val="tx1"/>
                </a:solidFill>
                <a:effectLst/>
                <a:latin typeface="Arial" panose="020B0604020202020204" pitchFamily="34" charset="0"/>
              </a:rPr>
              <a:t>– la quantité de ml  souhaitée</a:t>
            </a:r>
            <a:br>
              <a:rPr kumimoji="0" lang="fr-FR" altLang="fr-FR" sz="1200" b="0" i="0" u="none" strike="noStrike" cap="none" normalizeH="0" baseline="0" dirty="0">
                <a:ln>
                  <a:noFill/>
                </a:ln>
                <a:solidFill>
                  <a:schemeClr val="tx1"/>
                </a:solidFill>
                <a:effectLst/>
                <a:latin typeface="Arial" panose="020B0604020202020204" pitchFamily="34" charset="0"/>
              </a:rPr>
            </a:br>
            <a:r>
              <a:rPr kumimoji="0" lang="fr-FR" altLang="fr-FR" sz="1200" b="0" i="0" u="none" strike="noStrike" cap="none" normalizeH="0" baseline="0" dirty="0">
                <a:ln>
                  <a:noFill/>
                </a:ln>
                <a:solidFill>
                  <a:schemeClr val="tx1"/>
                </a:solidFill>
                <a:effectLst/>
                <a:latin typeface="Arial" panose="020B0604020202020204" pitchFamily="34" charset="0"/>
              </a:rPr>
              <a:t>Chaque réponse est enregistrée dans des variables du conversation-state, ce qui nous permet de garder une trace cohérente du profil parfum recherché.</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a:ln>
                  <a:noFill/>
                </a:ln>
                <a:solidFill>
                  <a:schemeClr val="tx1"/>
                </a:solidFill>
                <a:effectLst/>
                <a:latin typeface="Arial" panose="020B0604020202020204" pitchFamily="34" charset="0"/>
              </a:rPr>
              <a:t>Une fois toutes les réponses collectées, nous utilisons un algorithme écris en  code JavaScript dans un nœud “</a:t>
            </a:r>
            <a:r>
              <a:rPr kumimoji="0" lang="fr-FR" altLang="fr-FR" sz="1200" b="0" i="0" u="none" strike="noStrike" cap="none" normalizeH="0" baseline="0" dirty="0" err="1">
                <a:ln>
                  <a:noFill/>
                </a:ln>
                <a:solidFill>
                  <a:schemeClr val="tx1"/>
                </a:solidFill>
                <a:effectLst/>
                <a:latin typeface="Arial" panose="020B0604020202020204" pitchFamily="34" charset="0"/>
              </a:rPr>
              <a:t>Execute</a:t>
            </a:r>
            <a:r>
              <a:rPr kumimoji="0" lang="fr-FR" altLang="fr-FR" sz="1200" b="0" i="0" u="none" strike="noStrike" cap="none" normalizeH="0" baseline="0" dirty="0">
                <a:ln>
                  <a:noFill/>
                </a:ln>
                <a:solidFill>
                  <a:schemeClr val="tx1"/>
                </a:solidFill>
                <a:effectLst/>
                <a:latin typeface="Arial" panose="020B0604020202020204" pitchFamily="34" charset="0"/>
              </a:rPr>
              <a:t> code”.</a:t>
            </a:r>
            <a:br>
              <a:rPr kumimoji="0" lang="fr-FR" altLang="fr-FR" sz="1200" b="0" i="0" u="none" strike="noStrike" cap="none" normalizeH="0" baseline="0" dirty="0">
                <a:ln>
                  <a:noFill/>
                </a:ln>
                <a:solidFill>
                  <a:schemeClr val="tx1"/>
                </a:solidFill>
                <a:effectLst/>
                <a:latin typeface="Arial" panose="020B0604020202020204" pitchFamily="34" charset="0"/>
              </a:rPr>
            </a:br>
            <a:r>
              <a:rPr kumimoji="0" lang="fr-FR" altLang="fr-FR" sz="1200" b="0" i="0" u="none" strike="noStrike" cap="none" normalizeH="0" baseline="0" dirty="0">
                <a:ln>
                  <a:noFill/>
                </a:ln>
                <a:solidFill>
                  <a:schemeClr val="tx1"/>
                </a:solidFill>
                <a:effectLst/>
                <a:latin typeface="Arial" panose="020B0604020202020204" pitchFamily="34" charset="0"/>
              </a:rPr>
              <a:t>Ce code fait correspondre les labels textuels des réponses (comme “Homme”, “Frais / agrumes”, “Petit budget”, etc.) à des codes internes normalisés — par exemple </a:t>
            </a:r>
            <a:r>
              <a:rPr kumimoji="0" lang="fr-FR" altLang="fr-FR" sz="1200" b="0" i="0" u="none" strike="noStrike" cap="none" normalizeH="0" baseline="0" dirty="0">
                <a:ln>
                  <a:noFill/>
                </a:ln>
                <a:solidFill>
                  <a:schemeClr val="tx1"/>
                </a:solidFill>
                <a:effectLst/>
                <a:latin typeface="Arial Unicode MS"/>
              </a:rPr>
              <a:t>homme</a:t>
            </a:r>
            <a:r>
              <a:rPr kumimoji="0" lang="fr-FR" altLang="fr-FR" sz="1200" b="0" i="0" u="none" strike="noStrike" cap="none" normalizeH="0" baseline="0" dirty="0">
                <a:ln>
                  <a:noFill/>
                </a:ln>
                <a:solidFill>
                  <a:schemeClr val="tx1"/>
                </a:solidFill>
                <a:effectLst/>
              </a:rPr>
              <a:t>, </a:t>
            </a:r>
            <a:r>
              <a:rPr kumimoji="0" lang="fr-FR" altLang="fr-FR" sz="1200" b="0" i="0" u="none" strike="noStrike" cap="none" normalizeH="0" baseline="0" dirty="0">
                <a:ln>
                  <a:noFill/>
                </a:ln>
                <a:solidFill>
                  <a:schemeClr val="tx1"/>
                </a:solidFill>
                <a:effectLst/>
                <a:latin typeface="Arial Unicode MS"/>
              </a:rPr>
              <a:t>frais</a:t>
            </a:r>
            <a:r>
              <a:rPr kumimoji="0" lang="fr-FR" altLang="fr-FR" sz="1200" b="0" i="0" u="none" strike="noStrike" cap="none" normalizeH="0" baseline="0" dirty="0">
                <a:ln>
                  <a:noFill/>
                </a:ln>
                <a:solidFill>
                  <a:schemeClr val="tx1"/>
                </a:solidFill>
                <a:effectLst/>
              </a:rPr>
              <a:t>, </a:t>
            </a:r>
            <a:r>
              <a:rPr kumimoji="0" lang="fr-FR" altLang="fr-FR" sz="1200" b="0" i="0" u="none" strike="noStrike" cap="none" normalizeH="0" baseline="0" dirty="0">
                <a:ln>
                  <a:noFill/>
                </a:ln>
                <a:solidFill>
                  <a:schemeClr val="tx1"/>
                </a:solidFill>
                <a:effectLst/>
                <a:latin typeface="Arial Unicode MS"/>
              </a:rPr>
              <a:t>20ml</a:t>
            </a:r>
            <a:r>
              <a:rPr kumimoji="0" lang="fr-FR" altLang="fr-FR" sz="1200" b="0" i="0" u="none" strike="noStrike" cap="none" normalizeH="0" baseline="0" dirty="0">
                <a:ln>
                  <a:noFill/>
                </a:ln>
                <a:solidFill>
                  <a:schemeClr val="tx1"/>
                </a:solidFill>
                <a:effectLst/>
              </a:rPr>
              <a:t>, </a:t>
            </a:r>
            <a:r>
              <a:rPr kumimoji="0" lang="fr-FR" altLang="fr-FR" sz="1200" b="0" i="0" u="none" strike="noStrike" cap="none" normalizeH="0" baseline="0" dirty="0">
                <a:ln>
                  <a:noFill/>
                </a:ln>
                <a:solidFill>
                  <a:schemeClr val="tx1"/>
                </a:solidFill>
                <a:effectLst/>
                <a:latin typeface="Arial Unicode MS"/>
              </a:rPr>
              <a:t>quotidien</a:t>
            </a:r>
            <a:r>
              <a:rPr kumimoji="0" lang="fr-FR" altLang="fr-FR" sz="1200" b="0" i="0" u="none" strike="noStrike" cap="none" normalizeH="0" baseline="0" dirty="0">
                <a:ln>
                  <a:noFill/>
                </a:ln>
                <a:solidFill>
                  <a:schemeClr val="tx1"/>
                </a:solidFill>
                <a:effectLst/>
              </a:rPr>
              <a:t>.</a:t>
            </a:r>
            <a:br>
              <a:rPr kumimoji="0" lang="fr-FR" altLang="fr-FR" sz="1200" b="0" i="0" u="none" strike="noStrike" cap="none" normalizeH="0" baseline="0" dirty="0">
                <a:ln>
                  <a:noFill/>
                </a:ln>
                <a:solidFill>
                  <a:schemeClr val="tx1"/>
                </a:solidFill>
                <a:effectLst/>
              </a:rPr>
            </a:br>
            <a:r>
              <a:rPr kumimoji="0" lang="fr-FR" altLang="fr-FR" sz="1200" b="0" i="0" u="none" strike="noStrike" cap="none" normalizeH="0" baseline="0" dirty="0">
                <a:ln>
                  <a:noFill/>
                </a:ln>
                <a:solidFill>
                  <a:schemeClr val="tx1"/>
                </a:solidFill>
                <a:effectLst/>
              </a:rPr>
              <a:t>Ensuite, une logique de filtrage s’exécute : elle va parcourir le catalogue JSON chargé dans </a:t>
            </a:r>
            <a:r>
              <a:rPr kumimoji="0" lang="fr-FR" altLang="fr-FR" sz="1200" b="0" i="0" u="none" strike="noStrike" cap="none" normalizeH="0" baseline="0" dirty="0" err="1">
                <a:ln>
                  <a:noFill/>
                </a:ln>
                <a:solidFill>
                  <a:schemeClr val="tx1"/>
                </a:solidFill>
                <a:effectLst/>
              </a:rPr>
              <a:t>Botpress</a:t>
            </a:r>
            <a:r>
              <a:rPr kumimoji="0" lang="fr-FR" altLang="fr-FR" sz="1200" b="0" i="0" u="none" strike="noStrike" cap="none" normalizeH="0" baseline="0" dirty="0">
                <a:ln>
                  <a:noFill/>
                </a:ln>
                <a:solidFill>
                  <a:schemeClr val="tx1"/>
                </a:solidFill>
                <a:effectLst/>
              </a:rPr>
              <a:t>, et sélectionner uniquement les parfums correspondant aux critères.</a:t>
            </a:r>
            <a:br>
              <a:rPr kumimoji="0" lang="fr-FR" altLang="fr-FR" sz="1200" b="0" i="0" u="none" strike="noStrike" cap="none" normalizeH="0" baseline="0" dirty="0">
                <a:ln>
                  <a:noFill/>
                </a:ln>
                <a:solidFill>
                  <a:schemeClr val="tx1"/>
                </a:solidFill>
                <a:effectLst/>
              </a:rPr>
            </a:br>
            <a:r>
              <a:rPr kumimoji="0" lang="fr-FR" altLang="fr-FR" sz="1200" b="0" i="0" u="none" strike="noStrike" cap="none" normalizeH="0" baseline="0" dirty="0">
                <a:ln>
                  <a:noFill/>
                </a:ln>
                <a:solidFill>
                  <a:schemeClr val="tx1"/>
                </a:solidFill>
                <a:effectLst/>
              </a:rPr>
              <a:t>Le bot retourne alors une liste de recommandations personnalisées, généralement 3 à 5 parfums, chacun présenté avec son nom, sa famille, et un commentaire concis.</a:t>
            </a:r>
            <a:endParaRPr kumimoji="0" lang="fr-FR" altLang="fr-FR"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a:ln>
                  <a:noFill/>
                </a:ln>
                <a:solidFill>
                  <a:schemeClr val="tx1"/>
                </a:solidFill>
                <a:effectLst/>
                <a:latin typeface="Arial" panose="020B0604020202020204" pitchFamily="34" charset="0"/>
              </a:rPr>
              <a:t>Ce flux montre comment </a:t>
            </a:r>
            <a:r>
              <a:rPr kumimoji="0" lang="fr-FR" altLang="fr-FR" sz="1200" b="0" i="0" u="none" strike="noStrike" cap="none" normalizeH="0" baseline="0" dirty="0" err="1">
                <a:ln>
                  <a:noFill/>
                </a:ln>
                <a:solidFill>
                  <a:schemeClr val="tx1"/>
                </a:solidFill>
                <a:effectLst/>
                <a:latin typeface="Arial" panose="020B0604020202020204" pitchFamily="34" charset="0"/>
              </a:rPr>
              <a:t>Botpress</a:t>
            </a:r>
            <a:r>
              <a:rPr kumimoji="0" lang="fr-FR" altLang="fr-FR" sz="1200" b="0" i="0" u="none" strike="noStrike" cap="none" normalizeH="0" baseline="0" dirty="0">
                <a:ln>
                  <a:noFill/>
                </a:ln>
                <a:solidFill>
                  <a:schemeClr val="tx1"/>
                </a:solidFill>
                <a:effectLst/>
                <a:latin typeface="Arial" panose="020B0604020202020204" pitchFamily="34" charset="0"/>
              </a:rPr>
              <a:t> peut combiner des questions utilisateur, des variables de contexte et un traitement algorithmique pour produire une vraie recommandation intelligente, alignée avec notre boutique </a:t>
            </a:r>
            <a:r>
              <a:rPr kumimoji="0" lang="fr-FR" altLang="fr-FR" sz="1200" b="0" i="0" u="none" strike="noStrike" cap="none" normalizeH="0" baseline="0" dirty="0" err="1">
                <a:ln>
                  <a:noFill/>
                </a:ln>
                <a:solidFill>
                  <a:schemeClr val="tx1"/>
                </a:solidFill>
                <a:effectLst/>
                <a:latin typeface="Arial" panose="020B0604020202020204" pitchFamily="34" charset="0"/>
              </a:rPr>
              <a:t>Streamlit</a:t>
            </a:r>
            <a:r>
              <a:rPr kumimoji="0" lang="fr-FR" altLang="fr-FR" sz="12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31551984-8B62-4F73-98B5-AB6F56016F34}"/>
              </a:ext>
            </a:extLst>
          </p:cNvPr>
          <p:cNvSpPr>
            <a:spLocks noMove="1" noResize="1"/>
          </p:cNvSpPr>
          <p:nvPr/>
        </p:nvSpPr>
        <p:spPr>
          <a:xfrm>
            <a:off x="0" y="0"/>
            <a:ext cx="12188952" cy="6858000"/>
          </a:xfrm>
          <a:prstGeom prst="rect">
            <a:avLst/>
          </a:prstGeom>
          <a:solidFill>
            <a:srgbClr val="FFFFFF"/>
          </a:solidFill>
          <a:ln w="12701" cap="flat">
            <a:solidFill>
              <a:srgbClr val="F2F2F2"/>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sp>
        <p:nvSpPr>
          <p:cNvPr id="3" name="Rectangle 11">
            <a:extLst>
              <a:ext uri="{FF2B5EF4-FFF2-40B4-BE49-F238E27FC236}">
                <a16:creationId xmlns:a16="http://schemas.microsoft.com/office/drawing/2014/main" id="{01E7F4DC-BE72-4FA5-830B-58549B8E76C2}"/>
              </a:ext>
            </a:extLst>
          </p:cNvPr>
          <p:cNvSpPr>
            <a:spLocks noMove="1" noResize="1"/>
          </p:cNvSpPr>
          <p:nvPr/>
        </p:nvSpPr>
        <p:spPr>
          <a:xfrm>
            <a:off x="0" y="0"/>
            <a:ext cx="12188952" cy="6858000"/>
          </a:xfrm>
          <a:prstGeom prst="rect">
            <a:avLst/>
          </a:prstGeom>
          <a:solidFill>
            <a:srgbClr val="F3F0E9"/>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grpSp>
        <p:nvGrpSpPr>
          <p:cNvPr id="4" name="Top left">
            <a:extLst>
              <a:ext uri="{FF2B5EF4-FFF2-40B4-BE49-F238E27FC236}">
                <a16:creationId xmlns:a16="http://schemas.microsoft.com/office/drawing/2014/main" id="{40019FC3-E3F0-4882-A221-65A996BB5C1D}"/>
              </a:ext>
            </a:extLst>
          </p:cNvPr>
          <p:cNvGrpSpPr/>
          <p:nvPr/>
        </p:nvGrpSpPr>
        <p:grpSpPr>
          <a:xfrm>
            <a:off x="10844" y="-3101"/>
            <a:ext cx="2198958" cy="3349530"/>
            <a:chOff x="10844" y="-3101"/>
            <a:chExt cx="2198958" cy="3349530"/>
          </a:xfrm>
        </p:grpSpPr>
        <p:sp>
          <p:nvSpPr>
            <p:cNvPr id="5" name="Freeform: Shape 14">
              <a:extLst>
                <a:ext uri="{FF2B5EF4-FFF2-40B4-BE49-F238E27FC236}">
                  <a16:creationId xmlns:a16="http://schemas.microsoft.com/office/drawing/2014/main" id="{71465EC0-C5E2-4BE4-A4B9-8998D25D5AD9}"/>
                </a:ext>
              </a:extLst>
            </p:cNvPr>
            <p:cNvSpPr/>
            <p:nvPr/>
          </p:nvSpPr>
          <p:spPr>
            <a:xfrm rot="10799991">
              <a:off x="692840" y="-3101"/>
              <a:ext cx="1326108" cy="597606"/>
            </a:xfrm>
            <a:custGeom>
              <a:avLst/>
              <a:gdLst>
                <a:gd name="f0" fmla="val 10800000"/>
                <a:gd name="f1" fmla="val 5400000"/>
                <a:gd name="f2" fmla="val 180"/>
                <a:gd name="f3" fmla="val w"/>
                <a:gd name="f4" fmla="val h"/>
                <a:gd name="f5" fmla="val 0"/>
                <a:gd name="f6" fmla="val 1482102"/>
                <a:gd name="f7" fmla="val 679363"/>
                <a:gd name="f8" fmla="val 741051"/>
                <a:gd name="f9" fmla="val 1102506"/>
                <a:gd name="f10" fmla="val 1404077"/>
                <a:gd name="f11" fmla="val 256390"/>
                <a:gd name="f12" fmla="val 1473822"/>
                <a:gd name="f13" fmla="val 597226"/>
                <a:gd name="f14" fmla="val 8280"/>
                <a:gd name="f15" fmla="val 78025"/>
                <a:gd name="f16" fmla="val 379596"/>
                <a:gd name="f17" fmla="+- 0 0 -90"/>
                <a:gd name="f18" fmla="*/ f3 1 1482102"/>
                <a:gd name="f19" fmla="*/ f4 1 679363"/>
                <a:gd name="f20" fmla="+- f7 0 f5"/>
                <a:gd name="f21" fmla="+- f6 0 f5"/>
                <a:gd name="f22" fmla="*/ f17 f0 1"/>
                <a:gd name="f23" fmla="*/ f21 1 1482102"/>
                <a:gd name="f24" fmla="*/ f20 1 679363"/>
                <a:gd name="f25" fmla="*/ 741051 f21 1"/>
                <a:gd name="f26" fmla="*/ 0 f20 1"/>
                <a:gd name="f27" fmla="*/ 1473822 f21 1"/>
                <a:gd name="f28" fmla="*/ 597226 f20 1"/>
                <a:gd name="f29" fmla="*/ 1482102 f21 1"/>
                <a:gd name="f30" fmla="*/ 679363 f20 1"/>
                <a:gd name="f31" fmla="*/ 0 f21 1"/>
                <a:gd name="f32" fmla="*/ 8280 f21 1"/>
                <a:gd name="f33" fmla="*/ f22 1 f2"/>
                <a:gd name="f34" fmla="*/ f25 1 1482102"/>
                <a:gd name="f35" fmla="*/ f26 1 679363"/>
                <a:gd name="f36" fmla="*/ f27 1 1482102"/>
                <a:gd name="f37" fmla="*/ f28 1 679363"/>
                <a:gd name="f38" fmla="*/ f29 1 1482102"/>
                <a:gd name="f39" fmla="*/ f30 1 679363"/>
                <a:gd name="f40" fmla="*/ f31 1 1482102"/>
                <a:gd name="f41" fmla="*/ f32 1 1482102"/>
                <a:gd name="f42" fmla="*/ f5 1 f23"/>
                <a:gd name="f43" fmla="*/ f6 1 f23"/>
                <a:gd name="f44" fmla="*/ f5 1 f24"/>
                <a:gd name="f45" fmla="*/ f7 1 f24"/>
                <a:gd name="f46" fmla="+- f33 0 f1"/>
                <a:gd name="f47" fmla="*/ f34 1 f23"/>
                <a:gd name="f48" fmla="*/ f35 1 f24"/>
                <a:gd name="f49" fmla="*/ f36 1 f23"/>
                <a:gd name="f50" fmla="*/ f37 1 f24"/>
                <a:gd name="f51" fmla="*/ f38 1 f23"/>
                <a:gd name="f52" fmla="*/ f39 1 f24"/>
                <a:gd name="f53" fmla="*/ f40 1 f23"/>
                <a:gd name="f54" fmla="*/ f41 1 f23"/>
                <a:gd name="f55" fmla="*/ f42 f18 1"/>
                <a:gd name="f56" fmla="*/ f43 f18 1"/>
                <a:gd name="f57" fmla="*/ f45 f19 1"/>
                <a:gd name="f58" fmla="*/ f44 f19 1"/>
                <a:gd name="f59" fmla="*/ f47 f18 1"/>
                <a:gd name="f60" fmla="*/ f48 f19 1"/>
                <a:gd name="f61" fmla="*/ f49 f18 1"/>
                <a:gd name="f62" fmla="*/ f50 f19 1"/>
                <a:gd name="f63" fmla="*/ f51 f18 1"/>
                <a:gd name="f64" fmla="*/ f52 f19 1"/>
                <a:gd name="f65" fmla="*/ f53 f18 1"/>
                <a:gd name="f66" fmla="*/ f54 f18 1"/>
              </a:gdLst>
              <a:ahLst/>
              <a:cxnLst>
                <a:cxn ang="3cd4">
                  <a:pos x="hc" y="t"/>
                </a:cxn>
                <a:cxn ang="0">
                  <a:pos x="r" y="vc"/>
                </a:cxn>
                <a:cxn ang="cd4">
                  <a:pos x="hc" y="b"/>
                </a:cxn>
                <a:cxn ang="cd2">
                  <a:pos x="l" y="vc"/>
                </a:cxn>
                <a:cxn ang="f46">
                  <a:pos x="f59" y="f60"/>
                </a:cxn>
                <a:cxn ang="f46">
                  <a:pos x="f61" y="f62"/>
                </a:cxn>
                <a:cxn ang="f46">
                  <a:pos x="f63" y="f64"/>
                </a:cxn>
                <a:cxn ang="f46">
                  <a:pos x="f65" y="f64"/>
                </a:cxn>
                <a:cxn ang="f46">
                  <a:pos x="f66" y="f62"/>
                </a:cxn>
                <a:cxn ang="f46">
                  <a:pos x="f59" y="f60"/>
                </a:cxn>
              </a:cxnLst>
              <a:rect l="f55" t="f58" r="f56" b="f57"/>
              <a:pathLst>
                <a:path w="1482102" h="679363">
                  <a:moveTo>
                    <a:pt x="f8" y="f5"/>
                  </a:moveTo>
                  <a:cubicBezTo>
                    <a:pt x="f9" y="f5"/>
                    <a:pt x="f10" y="f11"/>
                    <a:pt x="f12" y="f13"/>
                  </a:cubicBezTo>
                  <a:lnTo>
                    <a:pt x="f6" y="f7"/>
                  </a:lnTo>
                  <a:lnTo>
                    <a:pt x="f5" y="f7"/>
                  </a:lnTo>
                  <a:lnTo>
                    <a:pt x="f14" y="f13"/>
                  </a:lnTo>
                  <a:cubicBezTo>
                    <a:pt x="f15" y="f11"/>
                    <a:pt x="f16" y="f5"/>
                    <a:pt x="f8" y="f5"/>
                  </a:cubicBezTo>
                  <a:close/>
                </a:path>
              </a:pathLst>
            </a:cu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sp>
          <p:nvSpPr>
            <p:cNvPr id="6" name="Freeform: Shape 15">
              <a:extLst>
                <a:ext uri="{FF2B5EF4-FFF2-40B4-BE49-F238E27FC236}">
                  <a16:creationId xmlns:a16="http://schemas.microsoft.com/office/drawing/2014/main" id="{0C0A8AE6-3A31-417C-9D7C-BFE751A543B7}"/>
                </a:ext>
              </a:extLst>
            </p:cNvPr>
            <p:cNvSpPr/>
            <p:nvPr/>
          </p:nvSpPr>
          <p:spPr>
            <a:xfrm>
              <a:off x="19394" y="15243"/>
              <a:ext cx="2190408" cy="3331186"/>
            </a:xfrm>
            <a:custGeom>
              <a:avLst/>
              <a:gdLst>
                <a:gd name="f0" fmla="val 10800000"/>
                <a:gd name="f1" fmla="val 5400000"/>
                <a:gd name="f2" fmla="val 180"/>
                <a:gd name="f3" fmla="val w"/>
                <a:gd name="f4" fmla="val h"/>
                <a:gd name="f5" fmla="val 0"/>
                <a:gd name="f6" fmla="val 3296088"/>
                <a:gd name="f7" fmla="val 5012722"/>
                <a:gd name="f8" fmla="val 81820"/>
                <a:gd name="f9" fmla="val 4949095"/>
                <a:gd name="f10" fmla="val 163544"/>
                <a:gd name="f11" fmla="val 4885468"/>
                <a:gd name="f12" fmla="val 244031"/>
                <a:gd name="f13" fmla="val 4820222"/>
                <a:gd name="f14" fmla="val 417671"/>
                <a:gd name="f15" fmla="val 4679633"/>
                <a:gd name="f16" fmla="val 589883"/>
                <a:gd name="f17" fmla="val 4535139"/>
                <a:gd name="f18" fmla="val 729234"/>
                <a:gd name="f19" fmla="val 4360641"/>
                <a:gd name="f20" fmla="val 779431"/>
                <a:gd name="f21" fmla="val 4297776"/>
                <a:gd name="f22" fmla="val 825818"/>
                <a:gd name="f23" fmla="val 4231958"/>
                <a:gd name="f24" fmla="val 881444"/>
                <a:gd name="f25" fmla="val 4173950"/>
                <a:gd name="f26" fmla="val 959358"/>
                <a:gd name="f27" fmla="val 4092607"/>
                <a:gd name="f28" fmla="val 1054799"/>
                <a:gd name="f29" fmla="val 4031075"/>
                <a:gd name="f30" fmla="val 1151287"/>
                <a:gd name="f31" fmla="val 3972877"/>
                <a:gd name="f32" fmla="val 1263968"/>
                <a:gd name="f33" fmla="val 3904964"/>
                <a:gd name="f34" fmla="val 1379315"/>
                <a:gd name="f35" fmla="val 3841337"/>
                <a:gd name="f36" fmla="val 1498664"/>
                <a:gd name="f37" fmla="val 3786188"/>
                <a:gd name="f38" fmla="val 1573149"/>
                <a:gd name="f39" fmla="val 3751802"/>
                <a:gd name="f40" fmla="val 1649159"/>
                <a:gd name="f41" fmla="val 3720179"/>
                <a:gd name="f42" fmla="val 1716881"/>
                <a:gd name="f43" fmla="val 3674174"/>
                <a:gd name="f44" fmla="val 1794034"/>
                <a:gd name="f45" fmla="val 3621691"/>
                <a:gd name="f46" fmla="val 1856708"/>
                <a:gd name="f47" fmla="val 3551492"/>
                <a:gd name="f48" fmla="val 1913573"/>
                <a:gd name="f49" fmla="val 3477387"/>
                <a:gd name="f50" fmla="val 2016157"/>
                <a:gd name="f51" fmla="val 3343751"/>
                <a:gd name="f52" fmla="val 2099024"/>
                <a:gd name="f53" fmla="val 3196114"/>
                <a:gd name="f54" fmla="val 2167700"/>
                <a:gd name="f55" fmla="val 3042190"/>
                <a:gd name="f56" fmla="val 2206752"/>
                <a:gd name="f57" fmla="val 2954655"/>
                <a:gd name="f58" fmla="val 2241233"/>
                <a:gd name="f59" fmla="val 2865215"/>
                <a:gd name="f60" fmla="val 2273903"/>
                <a:gd name="f61" fmla="val 2775014"/>
                <a:gd name="f62" fmla="val 2328482"/>
                <a:gd name="f63" fmla="val 2624423"/>
                <a:gd name="f64" fmla="val 2379440"/>
                <a:gd name="f65" fmla="val 2471642"/>
                <a:gd name="f66" fmla="val 2463356"/>
                <a:gd name="f67" fmla="val 2335530"/>
                <a:gd name="f68" fmla="val 2542127"/>
                <a:gd name="f69" fmla="val 2207705"/>
                <a:gd name="f70" fmla="val 2647855"/>
                <a:gd name="f71" fmla="val 2099501"/>
                <a:gd name="f72" fmla="val 2741866"/>
                <a:gd name="f73" fmla="val 1982248"/>
                <a:gd name="f74" fmla="val 2830449"/>
                <a:gd name="f75" fmla="val 1871758"/>
                <a:gd name="f76" fmla="val 2908554"/>
                <a:gd name="f77" fmla="val 1753362"/>
                <a:gd name="f78" fmla="val 2985897"/>
                <a:gd name="f79" fmla="val 1634681"/>
                <a:gd name="f80" fmla="val 3071146"/>
                <a:gd name="f81" fmla="val 1503902"/>
                <a:gd name="f82" fmla="val 3156395"/>
                <a:gd name="f83" fmla="val 1372172"/>
                <a:gd name="f84" fmla="val 3212687"/>
                <a:gd name="f85" fmla="val 1226820"/>
                <a:gd name="f86" fmla="val 3246025"/>
                <a:gd name="f87" fmla="val 1140809"/>
                <a:gd name="f88" fmla="val 3268790"/>
                <a:gd name="f89" fmla="val 1051084"/>
                <a:gd name="f90" fmla="val 3281553"/>
                <a:gd name="f91" fmla="val 959644"/>
                <a:gd name="f92" fmla="val 3293555"/>
                <a:gd name="f93" fmla="val 874014"/>
                <a:gd name="f94" fmla="val 3296888"/>
                <a:gd name="f95" fmla="val 787527"/>
                <a:gd name="f96" fmla="val 3295936"/>
                <a:gd name="f97" fmla="val 701135"/>
                <a:gd name="f98" fmla="val 3294888"/>
                <a:gd name="f99" fmla="val 612172"/>
                <a:gd name="f100" fmla="val 3289268"/>
                <a:gd name="f101" fmla="val 523018"/>
                <a:gd name="f102" fmla="val 3267266"/>
                <a:gd name="f103" fmla="val 436817"/>
                <a:gd name="f104" fmla="val 3227832"/>
                <a:gd name="f105" fmla="val 282416"/>
                <a:gd name="f106" fmla="val 3105341"/>
                <a:gd name="f107" fmla="+- 0 0 -90"/>
                <a:gd name="f108" fmla="*/ f3 1 3296088"/>
                <a:gd name="f109" fmla="*/ f4 1 5012722"/>
                <a:gd name="f110" fmla="+- f7 0 f5"/>
                <a:gd name="f111" fmla="+- f6 0 f5"/>
                <a:gd name="f112" fmla="*/ f107 f0 1"/>
                <a:gd name="f113" fmla="*/ f111 1 3296088"/>
                <a:gd name="f114" fmla="*/ f110 1 5012722"/>
                <a:gd name="f115" fmla="*/ 0 f111 1"/>
                <a:gd name="f116" fmla="*/ 5012722 f110 1"/>
                <a:gd name="f117" fmla="*/ 244031 f111 1"/>
                <a:gd name="f118" fmla="*/ 4820222 f110 1"/>
                <a:gd name="f119" fmla="*/ 729234 f111 1"/>
                <a:gd name="f120" fmla="*/ 4360641 f110 1"/>
                <a:gd name="f121" fmla="*/ 881444 f111 1"/>
                <a:gd name="f122" fmla="*/ 4173950 f110 1"/>
                <a:gd name="f123" fmla="*/ 1151287 f111 1"/>
                <a:gd name="f124" fmla="*/ 3972877 f110 1"/>
                <a:gd name="f125" fmla="*/ 1498664 f111 1"/>
                <a:gd name="f126" fmla="*/ 3786188 f110 1"/>
                <a:gd name="f127" fmla="*/ 1716881 f111 1"/>
                <a:gd name="f128" fmla="*/ 3674174 f110 1"/>
                <a:gd name="f129" fmla="*/ 1913573 f111 1"/>
                <a:gd name="f130" fmla="*/ 3477387 f110 1"/>
                <a:gd name="f131" fmla="*/ 2167700 f111 1"/>
                <a:gd name="f132" fmla="*/ 3042190 f110 1"/>
                <a:gd name="f133" fmla="*/ 2273903 f111 1"/>
                <a:gd name="f134" fmla="*/ 2775014 f110 1"/>
                <a:gd name="f135" fmla="*/ 2463356 f111 1"/>
                <a:gd name="f136" fmla="*/ 2335530 f110 1"/>
                <a:gd name="f137" fmla="*/ 2741866 f111 1"/>
                <a:gd name="f138" fmla="*/ 1982248 f110 1"/>
                <a:gd name="f139" fmla="*/ 2985897 f111 1"/>
                <a:gd name="f140" fmla="*/ 1634681 f110 1"/>
                <a:gd name="f141" fmla="*/ 3212687 f111 1"/>
                <a:gd name="f142" fmla="*/ 1226820 f110 1"/>
                <a:gd name="f143" fmla="*/ 3281553 f111 1"/>
                <a:gd name="f144" fmla="*/ 959644 f110 1"/>
                <a:gd name="f145" fmla="*/ 3295936 f111 1"/>
                <a:gd name="f146" fmla="*/ 701135 f110 1"/>
                <a:gd name="f147" fmla="*/ 3267266 f111 1"/>
                <a:gd name="f148" fmla="*/ 436817 f110 1"/>
                <a:gd name="f149" fmla="*/ 3105341 f111 1"/>
                <a:gd name="f150" fmla="*/ 0 f110 1"/>
                <a:gd name="f151" fmla="*/ f112 1 f2"/>
                <a:gd name="f152" fmla="*/ f115 1 3296088"/>
                <a:gd name="f153" fmla="*/ f116 1 5012722"/>
                <a:gd name="f154" fmla="*/ f117 1 3296088"/>
                <a:gd name="f155" fmla="*/ f118 1 5012722"/>
                <a:gd name="f156" fmla="*/ f119 1 3296088"/>
                <a:gd name="f157" fmla="*/ f120 1 5012722"/>
                <a:gd name="f158" fmla="*/ f121 1 3296088"/>
                <a:gd name="f159" fmla="*/ f122 1 5012722"/>
                <a:gd name="f160" fmla="*/ f123 1 3296088"/>
                <a:gd name="f161" fmla="*/ f124 1 5012722"/>
                <a:gd name="f162" fmla="*/ f125 1 3296088"/>
                <a:gd name="f163" fmla="*/ f126 1 5012722"/>
                <a:gd name="f164" fmla="*/ f127 1 3296088"/>
                <a:gd name="f165" fmla="*/ f128 1 5012722"/>
                <a:gd name="f166" fmla="*/ f129 1 3296088"/>
                <a:gd name="f167" fmla="*/ f130 1 5012722"/>
                <a:gd name="f168" fmla="*/ f131 1 3296088"/>
                <a:gd name="f169" fmla="*/ f132 1 5012722"/>
                <a:gd name="f170" fmla="*/ f133 1 3296088"/>
                <a:gd name="f171" fmla="*/ f134 1 5012722"/>
                <a:gd name="f172" fmla="*/ f135 1 3296088"/>
                <a:gd name="f173" fmla="*/ f136 1 5012722"/>
                <a:gd name="f174" fmla="*/ f137 1 3296088"/>
                <a:gd name="f175" fmla="*/ f138 1 5012722"/>
                <a:gd name="f176" fmla="*/ f139 1 3296088"/>
                <a:gd name="f177" fmla="*/ f140 1 5012722"/>
                <a:gd name="f178" fmla="*/ f141 1 3296088"/>
                <a:gd name="f179" fmla="*/ f142 1 5012722"/>
                <a:gd name="f180" fmla="*/ f143 1 3296088"/>
                <a:gd name="f181" fmla="*/ f144 1 5012722"/>
                <a:gd name="f182" fmla="*/ f145 1 3296088"/>
                <a:gd name="f183" fmla="*/ f146 1 5012722"/>
                <a:gd name="f184" fmla="*/ f147 1 3296088"/>
                <a:gd name="f185" fmla="*/ f148 1 5012722"/>
                <a:gd name="f186" fmla="*/ f149 1 3296088"/>
                <a:gd name="f187" fmla="*/ f150 1 5012722"/>
                <a:gd name="f188" fmla="*/ f5 1 f113"/>
                <a:gd name="f189" fmla="*/ f6 1 f113"/>
                <a:gd name="f190" fmla="*/ f5 1 f114"/>
                <a:gd name="f191" fmla="*/ f7 1 f114"/>
                <a:gd name="f192" fmla="+- f151 0 f1"/>
                <a:gd name="f193" fmla="*/ f152 1 f113"/>
                <a:gd name="f194" fmla="*/ f153 1 f114"/>
                <a:gd name="f195" fmla="*/ f154 1 f113"/>
                <a:gd name="f196" fmla="*/ f155 1 f114"/>
                <a:gd name="f197" fmla="*/ f156 1 f113"/>
                <a:gd name="f198" fmla="*/ f157 1 f114"/>
                <a:gd name="f199" fmla="*/ f158 1 f113"/>
                <a:gd name="f200" fmla="*/ f159 1 f114"/>
                <a:gd name="f201" fmla="*/ f160 1 f113"/>
                <a:gd name="f202" fmla="*/ f161 1 f114"/>
                <a:gd name="f203" fmla="*/ f162 1 f113"/>
                <a:gd name="f204" fmla="*/ f163 1 f114"/>
                <a:gd name="f205" fmla="*/ f164 1 f113"/>
                <a:gd name="f206" fmla="*/ f165 1 f114"/>
                <a:gd name="f207" fmla="*/ f166 1 f113"/>
                <a:gd name="f208" fmla="*/ f167 1 f114"/>
                <a:gd name="f209" fmla="*/ f168 1 f113"/>
                <a:gd name="f210" fmla="*/ f169 1 f114"/>
                <a:gd name="f211" fmla="*/ f170 1 f113"/>
                <a:gd name="f212" fmla="*/ f171 1 f114"/>
                <a:gd name="f213" fmla="*/ f172 1 f113"/>
                <a:gd name="f214" fmla="*/ f173 1 f114"/>
                <a:gd name="f215" fmla="*/ f174 1 f113"/>
                <a:gd name="f216" fmla="*/ f175 1 f114"/>
                <a:gd name="f217" fmla="*/ f176 1 f113"/>
                <a:gd name="f218" fmla="*/ f177 1 f114"/>
                <a:gd name="f219" fmla="*/ f178 1 f113"/>
                <a:gd name="f220" fmla="*/ f179 1 f114"/>
                <a:gd name="f221" fmla="*/ f180 1 f113"/>
                <a:gd name="f222" fmla="*/ f181 1 f114"/>
                <a:gd name="f223" fmla="*/ f182 1 f113"/>
                <a:gd name="f224" fmla="*/ f183 1 f114"/>
                <a:gd name="f225" fmla="*/ f184 1 f113"/>
                <a:gd name="f226" fmla="*/ f185 1 f114"/>
                <a:gd name="f227" fmla="*/ f186 1 f113"/>
                <a:gd name="f228" fmla="*/ f187 1 f114"/>
                <a:gd name="f229" fmla="*/ f188 f108 1"/>
                <a:gd name="f230" fmla="*/ f189 f108 1"/>
                <a:gd name="f231" fmla="*/ f191 f109 1"/>
                <a:gd name="f232" fmla="*/ f190 f109 1"/>
                <a:gd name="f233" fmla="*/ f193 f108 1"/>
                <a:gd name="f234" fmla="*/ f194 f109 1"/>
                <a:gd name="f235" fmla="*/ f195 f108 1"/>
                <a:gd name="f236" fmla="*/ f196 f109 1"/>
                <a:gd name="f237" fmla="*/ f197 f108 1"/>
                <a:gd name="f238" fmla="*/ f198 f109 1"/>
                <a:gd name="f239" fmla="*/ f199 f108 1"/>
                <a:gd name="f240" fmla="*/ f200 f109 1"/>
                <a:gd name="f241" fmla="*/ f201 f108 1"/>
                <a:gd name="f242" fmla="*/ f202 f109 1"/>
                <a:gd name="f243" fmla="*/ f203 f108 1"/>
                <a:gd name="f244" fmla="*/ f204 f109 1"/>
                <a:gd name="f245" fmla="*/ f205 f108 1"/>
                <a:gd name="f246" fmla="*/ f206 f109 1"/>
                <a:gd name="f247" fmla="*/ f207 f108 1"/>
                <a:gd name="f248" fmla="*/ f208 f109 1"/>
                <a:gd name="f249" fmla="*/ f209 f108 1"/>
                <a:gd name="f250" fmla="*/ f210 f109 1"/>
                <a:gd name="f251" fmla="*/ f211 f108 1"/>
                <a:gd name="f252" fmla="*/ f212 f109 1"/>
                <a:gd name="f253" fmla="*/ f213 f108 1"/>
                <a:gd name="f254" fmla="*/ f214 f109 1"/>
                <a:gd name="f255" fmla="*/ f215 f108 1"/>
                <a:gd name="f256" fmla="*/ f216 f109 1"/>
                <a:gd name="f257" fmla="*/ f217 f108 1"/>
                <a:gd name="f258" fmla="*/ f218 f109 1"/>
                <a:gd name="f259" fmla="*/ f219 f108 1"/>
                <a:gd name="f260" fmla="*/ f220 f109 1"/>
                <a:gd name="f261" fmla="*/ f221 f108 1"/>
                <a:gd name="f262" fmla="*/ f222 f109 1"/>
                <a:gd name="f263" fmla="*/ f223 f108 1"/>
                <a:gd name="f264" fmla="*/ f224 f109 1"/>
                <a:gd name="f265" fmla="*/ f225 f108 1"/>
                <a:gd name="f266" fmla="*/ f226 f109 1"/>
                <a:gd name="f267" fmla="*/ f227 f108 1"/>
                <a:gd name="f268" fmla="*/ f228 f109 1"/>
              </a:gdLst>
              <a:ahLst/>
              <a:cxnLst>
                <a:cxn ang="3cd4">
                  <a:pos x="hc" y="t"/>
                </a:cxn>
                <a:cxn ang="0">
                  <a:pos x="r" y="vc"/>
                </a:cxn>
                <a:cxn ang="cd4">
                  <a:pos x="hc" y="b"/>
                </a:cxn>
                <a:cxn ang="cd2">
                  <a:pos x="l" y="vc"/>
                </a:cxn>
                <a:cxn ang="f192">
                  <a:pos x="f233" y="f234"/>
                </a:cxn>
                <a:cxn ang="f192">
                  <a:pos x="f235" y="f236"/>
                </a:cxn>
                <a:cxn ang="f192">
                  <a:pos x="f237" y="f238"/>
                </a:cxn>
                <a:cxn ang="f192">
                  <a:pos x="f239" y="f240"/>
                </a:cxn>
                <a:cxn ang="f192">
                  <a:pos x="f241" y="f242"/>
                </a:cxn>
                <a:cxn ang="f192">
                  <a:pos x="f243" y="f244"/>
                </a:cxn>
                <a:cxn ang="f192">
                  <a:pos x="f245" y="f246"/>
                </a:cxn>
                <a:cxn ang="f192">
                  <a:pos x="f247" y="f248"/>
                </a:cxn>
                <a:cxn ang="f192">
                  <a:pos x="f249" y="f250"/>
                </a:cxn>
                <a:cxn ang="f192">
                  <a:pos x="f251" y="f252"/>
                </a:cxn>
                <a:cxn ang="f192">
                  <a:pos x="f253" y="f254"/>
                </a:cxn>
                <a:cxn ang="f192">
                  <a:pos x="f255" y="f256"/>
                </a:cxn>
                <a:cxn ang="f192">
                  <a:pos x="f257" y="f258"/>
                </a:cxn>
                <a:cxn ang="f192">
                  <a:pos x="f259" y="f260"/>
                </a:cxn>
                <a:cxn ang="f192">
                  <a:pos x="f261" y="f262"/>
                </a:cxn>
                <a:cxn ang="f192">
                  <a:pos x="f263" y="f264"/>
                </a:cxn>
                <a:cxn ang="f192">
                  <a:pos x="f265" y="f266"/>
                </a:cxn>
                <a:cxn ang="f192">
                  <a:pos x="f267" y="f268"/>
                </a:cxn>
              </a:cxnLst>
              <a:rect l="f229" t="f232" r="f230" b="f231"/>
              <a:pathLst>
                <a:path w="3296088" h="5012722">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5"/>
                    <a:pt x="f106"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7" name="Freeform: Shape 16">
              <a:extLst>
                <a:ext uri="{FF2B5EF4-FFF2-40B4-BE49-F238E27FC236}">
                  <a16:creationId xmlns:a16="http://schemas.microsoft.com/office/drawing/2014/main" id="{4443D9E1-91D9-4079-B57B-7D5BEB48AD1F}"/>
                </a:ext>
              </a:extLst>
            </p:cNvPr>
            <p:cNvSpPr/>
            <p:nvPr/>
          </p:nvSpPr>
          <p:spPr>
            <a:xfrm>
              <a:off x="10844" y="15179"/>
              <a:ext cx="1978670" cy="3074962"/>
            </a:xfrm>
            <a:custGeom>
              <a:avLst/>
              <a:gdLst>
                <a:gd name="f0" fmla="val 10800000"/>
                <a:gd name="f1" fmla="val 5400000"/>
                <a:gd name="f2" fmla="val 180"/>
                <a:gd name="f3" fmla="val w"/>
                <a:gd name="f4" fmla="val h"/>
                <a:gd name="f5" fmla="val 0"/>
                <a:gd name="f6" fmla="val 2977477"/>
                <a:gd name="f7" fmla="val 4627149"/>
                <a:gd name="f8" fmla="val 4627150"/>
                <a:gd name="f9" fmla="val 79820"/>
                <a:gd name="f10" fmla="val 4552283"/>
                <a:gd name="f11" fmla="val 203835"/>
                <a:gd name="f12" fmla="val 4424648"/>
                <a:gd name="f13" fmla="val 275082"/>
                <a:gd name="f14" fmla="val 4341590"/>
                <a:gd name="f15" fmla="val 354711"/>
                <a:gd name="f16" fmla="val 4248722"/>
                <a:gd name="f17" fmla="val 421005"/>
                <a:gd name="f18" fmla="val 4145090"/>
                <a:gd name="f19" fmla="val 502825"/>
                <a:gd name="f20" fmla="val 4054126"/>
                <a:gd name="f21" fmla="val 554355"/>
                <a:gd name="f22" fmla="val 3996881"/>
                <a:gd name="f23" fmla="val 612362"/>
                <a:gd name="f24" fmla="val 3945827"/>
                <a:gd name="f25" fmla="val 666179"/>
                <a:gd name="f26" fmla="val 3890677"/>
                <a:gd name="f27" fmla="val 734187"/>
                <a:gd name="f28" fmla="val 3821049"/>
                <a:gd name="f29" fmla="val 796671"/>
                <a:gd name="f30" fmla="val 3746183"/>
                <a:gd name="f31" fmla="val 864203"/>
                <a:gd name="f32" fmla="val 3675983"/>
                <a:gd name="f33" fmla="val 902875"/>
                <a:gd name="f34" fmla="val 3635788"/>
                <a:gd name="f35" fmla="val 943642"/>
                <a:gd name="f36" fmla="val 3597593"/>
                <a:gd name="f37" fmla="val 982599"/>
                <a:gd name="f38" fmla="val 3557492"/>
                <a:gd name="f39" fmla="val 1053941"/>
                <a:gd name="f40" fmla="val 3484150"/>
                <a:gd name="f41" fmla="val 1121378"/>
                <a:gd name="f42" fmla="val 3407093"/>
                <a:gd name="f43" fmla="val 1188244"/>
                <a:gd name="f44" fmla="val 3329654"/>
                <a:gd name="f45" fmla="val 1240631"/>
                <a:gd name="f46" fmla="val 3268885"/>
                <a:gd name="f47" fmla="val 1293495"/>
                <a:gd name="f48" fmla="val 3208496"/>
                <a:gd name="f49" fmla="val 1344740"/>
                <a:gd name="f50" fmla="val 3146774"/>
                <a:gd name="f51" fmla="val 1388459"/>
                <a:gd name="f52" fmla="val 3094101"/>
                <a:gd name="f53" fmla="val 1431512"/>
                <a:gd name="f54" fmla="val 3040761"/>
                <a:gd name="f55" fmla="val 1470755"/>
                <a:gd name="f56" fmla="val 2984659"/>
                <a:gd name="f57" fmla="val 1540764"/>
                <a:gd name="f58" fmla="val 2884646"/>
                <a:gd name="f59" fmla="val 1598771"/>
                <a:gd name="f60" fmla="val 2777109"/>
                <a:gd name="f61" fmla="val 1657636"/>
                <a:gd name="f62" fmla="val 2670239"/>
                <a:gd name="f63" fmla="val 1693545"/>
                <a:gd name="f64" fmla="val 2605088"/>
                <a:gd name="f65" fmla="val 1728502"/>
                <a:gd name="f66" fmla="val 2539460"/>
                <a:gd name="f67" fmla="val 1762887"/>
                <a:gd name="f68" fmla="val 2473547"/>
                <a:gd name="f69" fmla="val 1795367"/>
                <a:gd name="f70" fmla="val 2411349"/>
                <a:gd name="f71" fmla="val 1826419"/>
                <a:gd name="f72" fmla="val 2348103"/>
                <a:gd name="f73" fmla="val 1866710"/>
                <a:gd name="f74" fmla="val 2290667"/>
                <a:gd name="f75" fmla="val 1934623"/>
                <a:gd name="f76" fmla="val 2193893"/>
                <a:gd name="f77" fmla="val 2022729"/>
                <a:gd name="f78" fmla="val 2114169"/>
                <a:gd name="f79" fmla="val 2106263"/>
                <a:gd name="f80" fmla="val 2030254"/>
                <a:gd name="f81" fmla="val 2163128"/>
                <a:gd name="f82" fmla="val 1973104"/>
                <a:gd name="f83" fmla="val 2218182"/>
                <a:gd name="f84" fmla="val 1914049"/>
                <a:gd name="f85" fmla="val 2277237"/>
                <a:gd name="f86" fmla="val 1859185"/>
                <a:gd name="f87" fmla="val 2350770"/>
                <a:gd name="f88" fmla="val 1790891"/>
                <a:gd name="f89" fmla="val 2430304"/>
                <a:gd name="f90" fmla="val 1728978"/>
                <a:gd name="f91" fmla="val 2499455"/>
                <a:gd name="f92" fmla="val 1656207"/>
                <a:gd name="f93" fmla="val 2576989"/>
                <a:gd name="f94" fmla="val 1574578"/>
                <a:gd name="f95" fmla="val 2641568"/>
                <a:gd name="f96" fmla="val 1481900"/>
                <a:gd name="f97" fmla="val 2707100"/>
                <a:gd name="f98" fmla="val 1390269"/>
                <a:gd name="f99" fmla="val 2744153"/>
                <a:gd name="f100" fmla="val 1338453"/>
                <a:gd name="f101" fmla="val 2781586"/>
                <a:gd name="f102" fmla="val 1286732"/>
                <a:gd name="f103" fmla="val 2812352"/>
                <a:gd name="f104" fmla="val 1230916"/>
                <a:gd name="f105" fmla="val 2846546"/>
                <a:gd name="f106" fmla="val 1168908"/>
                <a:gd name="f107" fmla="val 2872550"/>
                <a:gd name="f108" fmla="val 1102900"/>
                <a:gd name="f109" fmla="val 2898172"/>
                <a:gd name="f110" fmla="val 1036987"/>
                <a:gd name="f111" fmla="val 2922175"/>
                <a:gd name="f112" fmla="val 975455"/>
                <a:gd name="f113" fmla="val 2948273"/>
                <a:gd name="f114" fmla="val 914305"/>
                <a:gd name="f115" fmla="val 2963228"/>
                <a:gd name="f116" fmla="val 850011"/>
                <a:gd name="f117" fmla="val 2971229"/>
                <a:gd name="f118" fmla="val 815626"/>
                <a:gd name="f119" fmla="val 2976563"/>
                <a:gd name="f120" fmla="val 780764"/>
                <a:gd name="f121" fmla="val 2977325"/>
                <a:gd name="f122" fmla="val 745427"/>
                <a:gd name="f123" fmla="val 2979230"/>
                <a:gd name="f124" fmla="val 654844"/>
                <a:gd name="f125" fmla="val 2963323"/>
                <a:gd name="f126" fmla="val 564261"/>
                <a:gd name="f127" fmla="val 2929509"/>
                <a:gd name="f128" fmla="val 480155"/>
                <a:gd name="f129" fmla="val 2851309"/>
                <a:gd name="f130" fmla="val 285655"/>
                <a:gd name="f131" fmla="val 2563082"/>
                <a:gd name="f132" fmla="+- 0 0 -90"/>
                <a:gd name="f133" fmla="*/ f3 1 2977477"/>
                <a:gd name="f134" fmla="*/ f4 1 4627149"/>
                <a:gd name="f135" fmla="+- f7 0 f5"/>
                <a:gd name="f136" fmla="+- f6 0 f5"/>
                <a:gd name="f137" fmla="*/ f132 f0 1"/>
                <a:gd name="f138" fmla="*/ f136 1 2977477"/>
                <a:gd name="f139" fmla="*/ f135 1 4627149"/>
                <a:gd name="f140" fmla="*/ 0 f136 1"/>
                <a:gd name="f141" fmla="*/ 4627150 f135 1"/>
                <a:gd name="f142" fmla="*/ 275082 f136 1"/>
                <a:gd name="f143" fmla="*/ 4341590 f135 1"/>
                <a:gd name="f144" fmla="*/ 502825 f136 1"/>
                <a:gd name="f145" fmla="*/ 4054126 f135 1"/>
                <a:gd name="f146" fmla="*/ 666179 f136 1"/>
                <a:gd name="f147" fmla="*/ 3890677 f135 1"/>
                <a:gd name="f148" fmla="*/ 864203 f136 1"/>
                <a:gd name="f149" fmla="*/ 3675983 f135 1"/>
                <a:gd name="f150" fmla="*/ 982599 f136 1"/>
                <a:gd name="f151" fmla="*/ 3557492 f135 1"/>
                <a:gd name="f152" fmla="*/ 1188244 f136 1"/>
                <a:gd name="f153" fmla="*/ 3329654 f135 1"/>
                <a:gd name="f154" fmla="*/ 1344740 f136 1"/>
                <a:gd name="f155" fmla="*/ 3146774 f135 1"/>
                <a:gd name="f156" fmla="*/ 1470755 f136 1"/>
                <a:gd name="f157" fmla="*/ 2984659 f135 1"/>
                <a:gd name="f158" fmla="*/ 1657636 f136 1"/>
                <a:gd name="f159" fmla="*/ 2670239 f135 1"/>
                <a:gd name="f160" fmla="*/ 1762887 f136 1"/>
                <a:gd name="f161" fmla="*/ 2473547 f135 1"/>
                <a:gd name="f162" fmla="*/ 1866710 f136 1"/>
                <a:gd name="f163" fmla="*/ 2290667 f135 1"/>
                <a:gd name="f164" fmla="*/ 2106263 f136 1"/>
                <a:gd name="f165" fmla="*/ 2030254 f135 1"/>
                <a:gd name="f166" fmla="*/ 2277237 f136 1"/>
                <a:gd name="f167" fmla="*/ 1859185 f135 1"/>
                <a:gd name="f168" fmla="*/ 2499455 f136 1"/>
                <a:gd name="f169" fmla="*/ 1656207 f135 1"/>
                <a:gd name="f170" fmla="*/ 2707100 f136 1"/>
                <a:gd name="f171" fmla="*/ 1390269 f135 1"/>
                <a:gd name="f172" fmla="*/ 2812352 f136 1"/>
                <a:gd name="f173" fmla="*/ 1230916 f135 1"/>
                <a:gd name="f174" fmla="*/ 2898172 f136 1"/>
                <a:gd name="f175" fmla="*/ 1036987 f135 1"/>
                <a:gd name="f176" fmla="*/ 2963228 f136 1"/>
                <a:gd name="f177" fmla="*/ 850011 f135 1"/>
                <a:gd name="f178" fmla="*/ 2977325 f136 1"/>
                <a:gd name="f179" fmla="*/ 745427 f135 1"/>
                <a:gd name="f180" fmla="*/ 2929509 f136 1"/>
                <a:gd name="f181" fmla="*/ 480155 f135 1"/>
                <a:gd name="f182" fmla="*/ 2563082 f136 1"/>
                <a:gd name="f183" fmla="*/ 0 f135 1"/>
                <a:gd name="f184" fmla="*/ f137 1 f2"/>
                <a:gd name="f185" fmla="*/ f140 1 2977477"/>
                <a:gd name="f186" fmla="*/ f141 1 4627149"/>
                <a:gd name="f187" fmla="*/ f142 1 2977477"/>
                <a:gd name="f188" fmla="*/ f143 1 4627149"/>
                <a:gd name="f189" fmla="*/ f144 1 2977477"/>
                <a:gd name="f190" fmla="*/ f145 1 4627149"/>
                <a:gd name="f191" fmla="*/ f146 1 2977477"/>
                <a:gd name="f192" fmla="*/ f147 1 4627149"/>
                <a:gd name="f193" fmla="*/ f148 1 2977477"/>
                <a:gd name="f194" fmla="*/ f149 1 4627149"/>
                <a:gd name="f195" fmla="*/ f150 1 2977477"/>
                <a:gd name="f196" fmla="*/ f151 1 4627149"/>
                <a:gd name="f197" fmla="*/ f152 1 2977477"/>
                <a:gd name="f198" fmla="*/ f153 1 4627149"/>
                <a:gd name="f199" fmla="*/ f154 1 2977477"/>
                <a:gd name="f200" fmla="*/ f155 1 4627149"/>
                <a:gd name="f201" fmla="*/ f156 1 2977477"/>
                <a:gd name="f202" fmla="*/ f157 1 4627149"/>
                <a:gd name="f203" fmla="*/ f158 1 2977477"/>
                <a:gd name="f204" fmla="*/ f159 1 4627149"/>
                <a:gd name="f205" fmla="*/ f160 1 2977477"/>
                <a:gd name="f206" fmla="*/ f161 1 4627149"/>
                <a:gd name="f207" fmla="*/ f162 1 2977477"/>
                <a:gd name="f208" fmla="*/ f163 1 4627149"/>
                <a:gd name="f209" fmla="*/ f164 1 2977477"/>
                <a:gd name="f210" fmla="*/ f165 1 4627149"/>
                <a:gd name="f211" fmla="*/ f166 1 2977477"/>
                <a:gd name="f212" fmla="*/ f167 1 4627149"/>
                <a:gd name="f213" fmla="*/ f168 1 2977477"/>
                <a:gd name="f214" fmla="*/ f169 1 4627149"/>
                <a:gd name="f215" fmla="*/ f170 1 2977477"/>
                <a:gd name="f216" fmla="*/ f171 1 4627149"/>
                <a:gd name="f217" fmla="*/ f172 1 2977477"/>
                <a:gd name="f218" fmla="*/ f173 1 4627149"/>
                <a:gd name="f219" fmla="*/ f174 1 2977477"/>
                <a:gd name="f220" fmla="*/ f175 1 4627149"/>
                <a:gd name="f221" fmla="*/ f176 1 2977477"/>
                <a:gd name="f222" fmla="*/ f177 1 4627149"/>
                <a:gd name="f223" fmla="*/ f178 1 2977477"/>
                <a:gd name="f224" fmla="*/ f179 1 4627149"/>
                <a:gd name="f225" fmla="*/ f180 1 2977477"/>
                <a:gd name="f226" fmla="*/ f181 1 4627149"/>
                <a:gd name="f227" fmla="*/ f182 1 2977477"/>
                <a:gd name="f228" fmla="*/ f183 1 4627149"/>
                <a:gd name="f229" fmla="*/ f5 1 f138"/>
                <a:gd name="f230" fmla="*/ f6 1 f138"/>
                <a:gd name="f231" fmla="*/ f5 1 f139"/>
                <a:gd name="f232" fmla="*/ f7 1 f139"/>
                <a:gd name="f233" fmla="+- f184 0 f1"/>
                <a:gd name="f234" fmla="*/ f185 1 f138"/>
                <a:gd name="f235" fmla="*/ f186 1 f139"/>
                <a:gd name="f236" fmla="*/ f187 1 f138"/>
                <a:gd name="f237" fmla="*/ f188 1 f139"/>
                <a:gd name="f238" fmla="*/ f189 1 f138"/>
                <a:gd name="f239" fmla="*/ f190 1 f139"/>
                <a:gd name="f240" fmla="*/ f191 1 f138"/>
                <a:gd name="f241" fmla="*/ f192 1 f139"/>
                <a:gd name="f242" fmla="*/ f193 1 f138"/>
                <a:gd name="f243" fmla="*/ f194 1 f139"/>
                <a:gd name="f244" fmla="*/ f195 1 f138"/>
                <a:gd name="f245" fmla="*/ f196 1 f139"/>
                <a:gd name="f246" fmla="*/ f197 1 f138"/>
                <a:gd name="f247" fmla="*/ f198 1 f139"/>
                <a:gd name="f248" fmla="*/ f199 1 f138"/>
                <a:gd name="f249" fmla="*/ f200 1 f139"/>
                <a:gd name="f250" fmla="*/ f201 1 f138"/>
                <a:gd name="f251" fmla="*/ f202 1 f139"/>
                <a:gd name="f252" fmla="*/ f203 1 f138"/>
                <a:gd name="f253" fmla="*/ f204 1 f139"/>
                <a:gd name="f254" fmla="*/ f205 1 f138"/>
                <a:gd name="f255" fmla="*/ f206 1 f139"/>
                <a:gd name="f256" fmla="*/ f207 1 f138"/>
                <a:gd name="f257" fmla="*/ f208 1 f139"/>
                <a:gd name="f258" fmla="*/ f209 1 f138"/>
                <a:gd name="f259" fmla="*/ f210 1 f139"/>
                <a:gd name="f260" fmla="*/ f211 1 f138"/>
                <a:gd name="f261" fmla="*/ f212 1 f139"/>
                <a:gd name="f262" fmla="*/ f213 1 f138"/>
                <a:gd name="f263" fmla="*/ f214 1 f139"/>
                <a:gd name="f264" fmla="*/ f215 1 f138"/>
                <a:gd name="f265" fmla="*/ f216 1 f139"/>
                <a:gd name="f266" fmla="*/ f217 1 f138"/>
                <a:gd name="f267" fmla="*/ f218 1 f139"/>
                <a:gd name="f268" fmla="*/ f219 1 f138"/>
                <a:gd name="f269" fmla="*/ f220 1 f139"/>
                <a:gd name="f270" fmla="*/ f221 1 f138"/>
                <a:gd name="f271" fmla="*/ f222 1 f139"/>
                <a:gd name="f272" fmla="*/ f223 1 f138"/>
                <a:gd name="f273" fmla="*/ f224 1 f139"/>
                <a:gd name="f274" fmla="*/ f225 1 f138"/>
                <a:gd name="f275" fmla="*/ f226 1 f139"/>
                <a:gd name="f276" fmla="*/ f227 1 f138"/>
                <a:gd name="f277" fmla="*/ f228 1 f139"/>
                <a:gd name="f278" fmla="*/ f229 f133 1"/>
                <a:gd name="f279" fmla="*/ f230 f133 1"/>
                <a:gd name="f280" fmla="*/ f232 f134 1"/>
                <a:gd name="f281" fmla="*/ f231 f134 1"/>
                <a:gd name="f282" fmla="*/ f234 f133 1"/>
                <a:gd name="f283" fmla="*/ f235 f134 1"/>
                <a:gd name="f284" fmla="*/ f236 f133 1"/>
                <a:gd name="f285" fmla="*/ f237 f134 1"/>
                <a:gd name="f286" fmla="*/ f238 f133 1"/>
                <a:gd name="f287" fmla="*/ f239 f134 1"/>
                <a:gd name="f288" fmla="*/ f240 f133 1"/>
                <a:gd name="f289" fmla="*/ f241 f134 1"/>
                <a:gd name="f290" fmla="*/ f242 f133 1"/>
                <a:gd name="f291" fmla="*/ f243 f134 1"/>
                <a:gd name="f292" fmla="*/ f244 f133 1"/>
                <a:gd name="f293" fmla="*/ f245 f134 1"/>
                <a:gd name="f294" fmla="*/ f246 f133 1"/>
                <a:gd name="f295" fmla="*/ f247 f134 1"/>
                <a:gd name="f296" fmla="*/ f248 f133 1"/>
                <a:gd name="f297" fmla="*/ f249 f134 1"/>
                <a:gd name="f298" fmla="*/ f250 f133 1"/>
                <a:gd name="f299" fmla="*/ f251 f134 1"/>
                <a:gd name="f300" fmla="*/ f252 f133 1"/>
                <a:gd name="f301" fmla="*/ f253 f134 1"/>
                <a:gd name="f302" fmla="*/ f254 f133 1"/>
                <a:gd name="f303" fmla="*/ f255 f134 1"/>
                <a:gd name="f304" fmla="*/ f256 f133 1"/>
                <a:gd name="f305" fmla="*/ f257 f134 1"/>
                <a:gd name="f306" fmla="*/ f258 f133 1"/>
                <a:gd name="f307" fmla="*/ f259 f134 1"/>
                <a:gd name="f308" fmla="*/ f260 f133 1"/>
                <a:gd name="f309" fmla="*/ f261 f134 1"/>
                <a:gd name="f310" fmla="*/ f262 f133 1"/>
                <a:gd name="f311" fmla="*/ f263 f134 1"/>
                <a:gd name="f312" fmla="*/ f264 f133 1"/>
                <a:gd name="f313" fmla="*/ f265 f134 1"/>
                <a:gd name="f314" fmla="*/ f266 f133 1"/>
                <a:gd name="f315" fmla="*/ f267 f134 1"/>
                <a:gd name="f316" fmla="*/ f268 f133 1"/>
                <a:gd name="f317" fmla="*/ f269 f134 1"/>
                <a:gd name="f318" fmla="*/ f270 f133 1"/>
                <a:gd name="f319" fmla="*/ f271 f134 1"/>
                <a:gd name="f320" fmla="*/ f272 f133 1"/>
                <a:gd name="f321" fmla="*/ f273 f134 1"/>
                <a:gd name="f322" fmla="*/ f274 f133 1"/>
                <a:gd name="f323" fmla="*/ f275 f134 1"/>
                <a:gd name="f324" fmla="*/ f276 f133 1"/>
                <a:gd name="f325" fmla="*/ f277 f134 1"/>
              </a:gdLst>
              <a:ahLst/>
              <a:cxnLst>
                <a:cxn ang="3cd4">
                  <a:pos x="hc" y="t"/>
                </a:cxn>
                <a:cxn ang="0">
                  <a:pos x="r" y="vc"/>
                </a:cxn>
                <a:cxn ang="cd4">
                  <a:pos x="hc" y="b"/>
                </a:cxn>
                <a:cxn ang="cd2">
                  <a:pos x="l" y="vc"/>
                </a:cxn>
                <a:cxn ang="f233">
                  <a:pos x="f282" y="f283"/>
                </a:cxn>
                <a:cxn ang="f233">
                  <a:pos x="f284" y="f285"/>
                </a:cxn>
                <a:cxn ang="f233">
                  <a:pos x="f286" y="f287"/>
                </a:cxn>
                <a:cxn ang="f233">
                  <a:pos x="f288" y="f289"/>
                </a:cxn>
                <a:cxn ang="f233">
                  <a:pos x="f290" y="f291"/>
                </a:cxn>
                <a:cxn ang="f233">
                  <a:pos x="f292" y="f293"/>
                </a:cxn>
                <a:cxn ang="f233">
                  <a:pos x="f294" y="f295"/>
                </a:cxn>
                <a:cxn ang="f233">
                  <a:pos x="f296" y="f297"/>
                </a:cxn>
                <a:cxn ang="f233">
                  <a:pos x="f298" y="f299"/>
                </a:cxn>
                <a:cxn ang="f233">
                  <a:pos x="f300" y="f301"/>
                </a:cxn>
                <a:cxn ang="f233">
                  <a:pos x="f302" y="f303"/>
                </a:cxn>
                <a:cxn ang="f233">
                  <a:pos x="f304" y="f305"/>
                </a:cxn>
                <a:cxn ang="f233">
                  <a:pos x="f306" y="f307"/>
                </a:cxn>
                <a:cxn ang="f233">
                  <a:pos x="f308" y="f309"/>
                </a:cxn>
                <a:cxn ang="f233">
                  <a:pos x="f310" y="f311"/>
                </a:cxn>
                <a:cxn ang="f233">
                  <a:pos x="f312" y="f313"/>
                </a:cxn>
                <a:cxn ang="f233">
                  <a:pos x="f314" y="f315"/>
                </a:cxn>
                <a:cxn ang="f233">
                  <a:pos x="f316" y="f317"/>
                </a:cxn>
                <a:cxn ang="f233">
                  <a:pos x="f318" y="f319"/>
                </a:cxn>
                <a:cxn ang="f233">
                  <a:pos x="f320" y="f321"/>
                </a:cxn>
                <a:cxn ang="f233">
                  <a:pos x="f322" y="f323"/>
                </a:cxn>
                <a:cxn ang="f233">
                  <a:pos x="f324" y="f325"/>
                </a:cxn>
              </a:cxnLst>
              <a:rect l="f278" t="f281" r="f279" b="f280"/>
              <a:pathLst>
                <a:path w="2977477" h="4627149">
                  <a:moveTo>
                    <a:pt x="f5" y="f8"/>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cubicBezTo>
                    <a:pt x="f63" y="f64"/>
                    <a:pt x="f65" y="f66"/>
                    <a:pt x="f67" y="f68"/>
                  </a:cubicBezTo>
                  <a:cubicBezTo>
                    <a:pt x="f69" y="f70"/>
                    <a:pt x="f71" y="f72"/>
                    <a:pt x="f73" y="f74"/>
                  </a:cubicBezTo>
                  <a:cubicBezTo>
                    <a:pt x="f75" y="f76"/>
                    <a:pt x="f77" y="f78"/>
                    <a:pt x="f79" y="f80"/>
                  </a:cubicBezTo>
                  <a:cubicBezTo>
                    <a:pt x="f81" y="f82"/>
                    <a:pt x="f83" y="f84"/>
                    <a:pt x="f85" y="f86"/>
                  </a:cubicBezTo>
                  <a:cubicBezTo>
                    <a:pt x="f87" y="f88"/>
                    <a:pt x="f89" y="f90"/>
                    <a:pt x="f91" y="f92"/>
                  </a:cubicBezTo>
                  <a:cubicBezTo>
                    <a:pt x="f93" y="f94"/>
                    <a:pt x="f95" y="f96"/>
                    <a:pt x="f97" y="f98"/>
                  </a:cubicBezTo>
                  <a:cubicBezTo>
                    <a:pt x="f99" y="f100"/>
                    <a:pt x="f101" y="f102"/>
                    <a:pt x="f103" y="f104"/>
                  </a:cubicBezTo>
                  <a:cubicBezTo>
                    <a:pt x="f105" y="f106"/>
                    <a:pt x="f107" y="f108"/>
                    <a:pt x="f109" y="f110"/>
                  </a:cubicBezTo>
                  <a:cubicBezTo>
                    <a:pt x="f111" y="f112"/>
                    <a:pt x="f113" y="f114"/>
                    <a:pt x="f115" y="f116"/>
                  </a:cubicBezTo>
                  <a:cubicBezTo>
                    <a:pt x="f117" y="f118"/>
                    <a:pt x="f119" y="f120"/>
                    <a:pt x="f121" y="f122"/>
                  </a:cubicBezTo>
                  <a:cubicBezTo>
                    <a:pt x="f123" y="f124"/>
                    <a:pt x="f125" y="f126"/>
                    <a:pt x="f127" y="f128"/>
                  </a:cubicBezTo>
                  <a:cubicBezTo>
                    <a:pt x="f129" y="f130"/>
                    <a:pt x="f131" y="f5"/>
                    <a:pt x="f131"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8" name="Freeform: Shape 17">
              <a:extLst>
                <a:ext uri="{FF2B5EF4-FFF2-40B4-BE49-F238E27FC236}">
                  <a16:creationId xmlns:a16="http://schemas.microsoft.com/office/drawing/2014/main" id="{6EA3F317-E673-46ED-BD82-1D5A9EF185F0}"/>
                </a:ext>
              </a:extLst>
            </p:cNvPr>
            <p:cNvSpPr/>
            <p:nvPr/>
          </p:nvSpPr>
          <p:spPr>
            <a:xfrm>
              <a:off x="25091" y="15179"/>
              <a:ext cx="1566147" cy="2737265"/>
            </a:xfrm>
            <a:custGeom>
              <a:avLst/>
              <a:gdLst>
                <a:gd name="f0" fmla="val 10800000"/>
                <a:gd name="f1" fmla="val 5400000"/>
                <a:gd name="f2" fmla="val 180"/>
                <a:gd name="f3" fmla="val w"/>
                <a:gd name="f4" fmla="val h"/>
                <a:gd name="f5" fmla="val 0"/>
                <a:gd name="f6" fmla="val 2356712"/>
                <a:gd name="f7" fmla="val 4118991"/>
                <a:gd name="f8" fmla="val 1707071"/>
                <a:gd name="f9" fmla="val 1715357"/>
                <a:gd name="f10" fmla="val 22098"/>
                <a:gd name="f11" fmla="val 1812608"/>
                <a:gd name="f12" fmla="val 224409"/>
                <a:gd name="f13" fmla="val 1824514"/>
                <a:gd name="f14" fmla="val 244697"/>
                <a:gd name="f15" fmla="val 1844802"/>
                <a:gd name="f16" fmla="val 279273"/>
                <a:gd name="f17" fmla="val 1876996"/>
                <a:gd name="f18" fmla="val 304324"/>
                <a:gd name="f19" fmla="val 1908715"/>
                <a:gd name="f20" fmla="val 328994"/>
                <a:gd name="f21" fmla="val 2019967"/>
                <a:gd name="f22" fmla="val 415195"/>
                <a:gd name="f23" fmla="val 2137886"/>
                <a:gd name="f24" fmla="val 494633"/>
                <a:gd name="f25" fmla="val 2226469"/>
                <a:gd name="f26" fmla="val 603695"/>
                <a:gd name="f27" fmla="val 2296287"/>
                <a:gd name="f28" fmla="val 689610"/>
                <a:gd name="f29" fmla="val 2347817"/>
                <a:gd name="f30" fmla="val 790480"/>
                <a:gd name="f31" fmla="val 2355628"/>
                <a:gd name="f32" fmla="val 900494"/>
                <a:gd name="f33" fmla="val 2363248"/>
                <a:gd name="f34" fmla="val 1007078"/>
                <a:gd name="f35" fmla="val 2329910"/>
                <a:gd name="f36" fmla="val 1111187"/>
                <a:gd name="f37" fmla="val 2281428"/>
                <a:gd name="f38" fmla="val 1206913"/>
                <a:gd name="f39" fmla="val 2233422"/>
                <a:gd name="f40" fmla="val 1301877"/>
                <a:gd name="f41" fmla="val 2170938"/>
                <a:gd name="f42" fmla="val 1388936"/>
                <a:gd name="f43" fmla="val 2092452"/>
                <a:gd name="f44" fmla="val 1460659"/>
                <a:gd name="f45" fmla="val 2016538"/>
                <a:gd name="f46" fmla="val 1530001"/>
                <a:gd name="f47" fmla="val 1927765"/>
                <a:gd name="f48" fmla="val 1583436"/>
                <a:gd name="f49" fmla="val 1834039"/>
                <a:gd name="f50" fmla="val 1625822"/>
                <a:gd name="f51" fmla="val 1743075"/>
                <a:gd name="f52" fmla="val 1666970"/>
                <a:gd name="f53" fmla="val 1647730"/>
                <a:gd name="f54" fmla="val 1697736"/>
                <a:gd name="f55" fmla="val 1558862"/>
                <a:gd name="f56" fmla="val 1494758"/>
                <a:gd name="f57" fmla="val 1775841"/>
                <a:gd name="f58" fmla="val 1434275"/>
                <a:gd name="f59" fmla="val 1816132"/>
                <a:gd name="f60" fmla="val 1386554"/>
                <a:gd name="f61" fmla="val 1869948"/>
                <a:gd name="f62" fmla="val 1334548"/>
                <a:gd name="f63" fmla="val 1928622"/>
                <a:gd name="f64" fmla="val 1300544"/>
                <a:gd name="f65" fmla="val 2000345"/>
                <a:gd name="f66" fmla="val 1271683"/>
                <a:gd name="f67" fmla="val 2073402"/>
                <a:gd name="f68" fmla="val 1235202"/>
                <a:gd name="f69" fmla="val 2165699"/>
                <a:gd name="f70" fmla="val 1206722"/>
                <a:gd name="f71" fmla="val 2260759"/>
                <a:gd name="f72" fmla="val 1178338"/>
                <a:gd name="f73" fmla="val 2355914"/>
                <a:gd name="f74" fmla="val 1156240"/>
                <a:gd name="f75" fmla="val 2429923"/>
                <a:gd name="f76" fmla="val 1134237"/>
                <a:gd name="f77" fmla="val 2504028"/>
                <a:gd name="f78" fmla="val 1113758"/>
                <a:gd name="f79" fmla="val 2578513"/>
                <a:gd name="f80" fmla="val 1090041"/>
                <a:gd name="f81" fmla="val 2664714"/>
                <a:gd name="f82" fmla="val 1068134"/>
                <a:gd name="f83" fmla="val 2751678"/>
                <a:gd name="f84" fmla="val 1034796"/>
                <a:gd name="f85" fmla="val 2834640"/>
                <a:gd name="f86" fmla="val 1000125"/>
                <a:gd name="f87" fmla="val 2920841"/>
                <a:gd name="f88" fmla="val 953643"/>
                <a:gd name="f89" fmla="val 3001613"/>
                <a:gd name="f90" fmla="val 905637"/>
                <a:gd name="f91" fmla="val 3081242"/>
                <a:gd name="f92" fmla="val 869442"/>
                <a:gd name="f93" fmla="val 3141155"/>
                <a:gd name="f94" fmla="val 832295"/>
                <a:gd name="f95" fmla="val 3200400"/>
                <a:gd name="f96" fmla="val 793147"/>
                <a:gd name="f97" fmla="val 3258407"/>
                <a:gd name="f98" fmla="val 718661"/>
                <a:gd name="f99" fmla="val 3368802"/>
                <a:gd name="f100" fmla="val 637223"/>
                <a:gd name="f101" fmla="val 3474434"/>
                <a:gd name="f102" fmla="val 546735"/>
                <a:gd name="f103" fmla="val 3571970"/>
                <a:gd name="f104" fmla="val 482632"/>
                <a:gd name="f105" fmla="val 3641027"/>
                <a:gd name="f106" fmla="val 414147"/>
                <a:gd name="f107" fmla="val 3705797"/>
                <a:gd name="f108" fmla="val 346996"/>
                <a:gd name="f109" fmla="val 3771900"/>
                <a:gd name="f110" fmla="val 288989"/>
                <a:gd name="f111" fmla="val 3828764"/>
                <a:gd name="f112" fmla="val 232029"/>
                <a:gd name="f113" fmla="val 3886676"/>
                <a:gd name="f114" fmla="val 174689"/>
                <a:gd name="f115" fmla="val 3944207"/>
                <a:gd name="f116" fmla="val 116586"/>
                <a:gd name="f117" fmla="val 4002596"/>
                <a:gd name="f118" fmla="val 58293"/>
                <a:gd name="f119" fmla="val 4060698"/>
                <a:gd name="f120" fmla="+- 0 0 -90"/>
                <a:gd name="f121" fmla="*/ f3 1 2356712"/>
                <a:gd name="f122" fmla="*/ f4 1 4118991"/>
                <a:gd name="f123" fmla="+- f7 0 f5"/>
                <a:gd name="f124" fmla="+- f6 0 f5"/>
                <a:gd name="f125" fmla="*/ f120 f0 1"/>
                <a:gd name="f126" fmla="*/ f124 1 2356712"/>
                <a:gd name="f127" fmla="*/ f123 1 4118991"/>
                <a:gd name="f128" fmla="*/ 1707071 f124 1"/>
                <a:gd name="f129" fmla="*/ 0 f123 1"/>
                <a:gd name="f130" fmla="*/ 1824514 f124 1"/>
                <a:gd name="f131" fmla="*/ 244697 f123 1"/>
                <a:gd name="f132" fmla="*/ 1908715 f124 1"/>
                <a:gd name="f133" fmla="*/ 328994 f123 1"/>
                <a:gd name="f134" fmla="*/ 2226469 f124 1"/>
                <a:gd name="f135" fmla="*/ 603695 f123 1"/>
                <a:gd name="f136" fmla="*/ 2355628 f124 1"/>
                <a:gd name="f137" fmla="*/ 900494 f123 1"/>
                <a:gd name="f138" fmla="*/ 2281428 f124 1"/>
                <a:gd name="f139" fmla="*/ 1206913 f123 1"/>
                <a:gd name="f140" fmla="*/ 2092452 f124 1"/>
                <a:gd name="f141" fmla="*/ 1460659 f123 1"/>
                <a:gd name="f142" fmla="*/ 1834039 f124 1"/>
                <a:gd name="f143" fmla="*/ 1625822 f123 1"/>
                <a:gd name="f144" fmla="*/ 1558862 f124 1"/>
                <a:gd name="f145" fmla="*/ 1743075 f123 1"/>
                <a:gd name="f146" fmla="*/ 1386554 f124 1"/>
                <a:gd name="f147" fmla="*/ 1869948 f123 1"/>
                <a:gd name="f148" fmla="*/ 1271683 f124 1"/>
                <a:gd name="f149" fmla="*/ 2073402 f123 1"/>
                <a:gd name="f150" fmla="*/ 1178338 f124 1"/>
                <a:gd name="f151" fmla="*/ 2355914 f123 1"/>
                <a:gd name="f152" fmla="*/ 1113758 f124 1"/>
                <a:gd name="f153" fmla="*/ 2578513 f123 1"/>
                <a:gd name="f154" fmla="*/ 1034796 f124 1"/>
                <a:gd name="f155" fmla="*/ 2834640 f123 1"/>
                <a:gd name="f156" fmla="*/ 905637 f124 1"/>
                <a:gd name="f157" fmla="*/ 3081242 f123 1"/>
                <a:gd name="f158" fmla="*/ 793147 f124 1"/>
                <a:gd name="f159" fmla="*/ 3258407 f123 1"/>
                <a:gd name="f160" fmla="*/ 546735 f124 1"/>
                <a:gd name="f161" fmla="*/ 3571970 f123 1"/>
                <a:gd name="f162" fmla="*/ 346996 f124 1"/>
                <a:gd name="f163" fmla="*/ 3771900 f123 1"/>
                <a:gd name="f164" fmla="*/ 174689 f124 1"/>
                <a:gd name="f165" fmla="*/ 3944207 f123 1"/>
                <a:gd name="f166" fmla="*/ 0 f124 1"/>
                <a:gd name="f167" fmla="*/ 4118991 f123 1"/>
                <a:gd name="f168" fmla="*/ f125 1 f2"/>
                <a:gd name="f169" fmla="*/ f128 1 2356712"/>
                <a:gd name="f170" fmla="*/ f129 1 4118991"/>
                <a:gd name="f171" fmla="*/ f130 1 2356712"/>
                <a:gd name="f172" fmla="*/ f131 1 4118991"/>
                <a:gd name="f173" fmla="*/ f132 1 2356712"/>
                <a:gd name="f174" fmla="*/ f133 1 4118991"/>
                <a:gd name="f175" fmla="*/ f134 1 2356712"/>
                <a:gd name="f176" fmla="*/ f135 1 4118991"/>
                <a:gd name="f177" fmla="*/ f136 1 2356712"/>
                <a:gd name="f178" fmla="*/ f137 1 4118991"/>
                <a:gd name="f179" fmla="*/ f138 1 2356712"/>
                <a:gd name="f180" fmla="*/ f139 1 4118991"/>
                <a:gd name="f181" fmla="*/ f140 1 2356712"/>
                <a:gd name="f182" fmla="*/ f141 1 4118991"/>
                <a:gd name="f183" fmla="*/ f142 1 2356712"/>
                <a:gd name="f184" fmla="*/ f143 1 4118991"/>
                <a:gd name="f185" fmla="*/ f144 1 2356712"/>
                <a:gd name="f186" fmla="*/ f145 1 4118991"/>
                <a:gd name="f187" fmla="*/ f146 1 2356712"/>
                <a:gd name="f188" fmla="*/ f147 1 4118991"/>
                <a:gd name="f189" fmla="*/ f148 1 2356712"/>
                <a:gd name="f190" fmla="*/ f149 1 4118991"/>
                <a:gd name="f191" fmla="*/ f150 1 2356712"/>
                <a:gd name="f192" fmla="*/ f151 1 4118991"/>
                <a:gd name="f193" fmla="*/ f152 1 2356712"/>
                <a:gd name="f194" fmla="*/ f153 1 4118991"/>
                <a:gd name="f195" fmla="*/ f154 1 2356712"/>
                <a:gd name="f196" fmla="*/ f155 1 4118991"/>
                <a:gd name="f197" fmla="*/ f156 1 2356712"/>
                <a:gd name="f198" fmla="*/ f157 1 4118991"/>
                <a:gd name="f199" fmla="*/ f158 1 2356712"/>
                <a:gd name="f200" fmla="*/ f159 1 4118991"/>
                <a:gd name="f201" fmla="*/ f160 1 2356712"/>
                <a:gd name="f202" fmla="*/ f161 1 4118991"/>
                <a:gd name="f203" fmla="*/ f162 1 2356712"/>
                <a:gd name="f204" fmla="*/ f163 1 4118991"/>
                <a:gd name="f205" fmla="*/ f164 1 2356712"/>
                <a:gd name="f206" fmla="*/ f165 1 4118991"/>
                <a:gd name="f207" fmla="*/ f166 1 2356712"/>
                <a:gd name="f208" fmla="*/ f167 1 4118991"/>
                <a:gd name="f209" fmla="*/ f5 1 f126"/>
                <a:gd name="f210" fmla="*/ f6 1 f126"/>
                <a:gd name="f211" fmla="*/ f5 1 f127"/>
                <a:gd name="f212" fmla="*/ f7 1 f127"/>
                <a:gd name="f213" fmla="+- f168 0 f1"/>
                <a:gd name="f214" fmla="*/ f169 1 f126"/>
                <a:gd name="f215" fmla="*/ f170 1 f127"/>
                <a:gd name="f216" fmla="*/ f171 1 f126"/>
                <a:gd name="f217" fmla="*/ f172 1 f127"/>
                <a:gd name="f218" fmla="*/ f173 1 f126"/>
                <a:gd name="f219" fmla="*/ f174 1 f127"/>
                <a:gd name="f220" fmla="*/ f175 1 f126"/>
                <a:gd name="f221" fmla="*/ f176 1 f127"/>
                <a:gd name="f222" fmla="*/ f177 1 f126"/>
                <a:gd name="f223" fmla="*/ f178 1 f127"/>
                <a:gd name="f224" fmla="*/ f179 1 f126"/>
                <a:gd name="f225" fmla="*/ f180 1 f127"/>
                <a:gd name="f226" fmla="*/ f181 1 f126"/>
                <a:gd name="f227" fmla="*/ f182 1 f127"/>
                <a:gd name="f228" fmla="*/ f183 1 f126"/>
                <a:gd name="f229" fmla="*/ f184 1 f127"/>
                <a:gd name="f230" fmla="*/ f185 1 f126"/>
                <a:gd name="f231" fmla="*/ f186 1 f127"/>
                <a:gd name="f232" fmla="*/ f187 1 f126"/>
                <a:gd name="f233" fmla="*/ f188 1 f127"/>
                <a:gd name="f234" fmla="*/ f189 1 f126"/>
                <a:gd name="f235" fmla="*/ f190 1 f127"/>
                <a:gd name="f236" fmla="*/ f191 1 f126"/>
                <a:gd name="f237" fmla="*/ f192 1 f127"/>
                <a:gd name="f238" fmla="*/ f193 1 f126"/>
                <a:gd name="f239" fmla="*/ f194 1 f127"/>
                <a:gd name="f240" fmla="*/ f195 1 f126"/>
                <a:gd name="f241" fmla="*/ f196 1 f127"/>
                <a:gd name="f242" fmla="*/ f197 1 f126"/>
                <a:gd name="f243" fmla="*/ f198 1 f127"/>
                <a:gd name="f244" fmla="*/ f199 1 f126"/>
                <a:gd name="f245" fmla="*/ f200 1 f127"/>
                <a:gd name="f246" fmla="*/ f201 1 f126"/>
                <a:gd name="f247" fmla="*/ f202 1 f127"/>
                <a:gd name="f248" fmla="*/ f203 1 f126"/>
                <a:gd name="f249" fmla="*/ f204 1 f127"/>
                <a:gd name="f250" fmla="*/ f205 1 f126"/>
                <a:gd name="f251" fmla="*/ f206 1 f127"/>
                <a:gd name="f252" fmla="*/ f207 1 f126"/>
                <a:gd name="f253" fmla="*/ f208 1 f127"/>
                <a:gd name="f254" fmla="*/ f209 f121 1"/>
                <a:gd name="f255" fmla="*/ f210 f121 1"/>
                <a:gd name="f256" fmla="*/ f212 f122 1"/>
                <a:gd name="f257" fmla="*/ f211 f122 1"/>
                <a:gd name="f258" fmla="*/ f214 f121 1"/>
                <a:gd name="f259" fmla="*/ f215 f122 1"/>
                <a:gd name="f260" fmla="*/ f216 f121 1"/>
                <a:gd name="f261" fmla="*/ f217 f122 1"/>
                <a:gd name="f262" fmla="*/ f218 f121 1"/>
                <a:gd name="f263" fmla="*/ f219 f122 1"/>
                <a:gd name="f264" fmla="*/ f220 f121 1"/>
                <a:gd name="f265" fmla="*/ f221 f122 1"/>
                <a:gd name="f266" fmla="*/ f222 f121 1"/>
                <a:gd name="f267" fmla="*/ f223 f122 1"/>
                <a:gd name="f268" fmla="*/ f224 f121 1"/>
                <a:gd name="f269" fmla="*/ f225 f122 1"/>
                <a:gd name="f270" fmla="*/ f226 f121 1"/>
                <a:gd name="f271" fmla="*/ f227 f122 1"/>
                <a:gd name="f272" fmla="*/ f228 f121 1"/>
                <a:gd name="f273" fmla="*/ f229 f122 1"/>
                <a:gd name="f274" fmla="*/ f230 f121 1"/>
                <a:gd name="f275" fmla="*/ f231 f122 1"/>
                <a:gd name="f276" fmla="*/ f232 f121 1"/>
                <a:gd name="f277" fmla="*/ f233 f122 1"/>
                <a:gd name="f278" fmla="*/ f234 f121 1"/>
                <a:gd name="f279" fmla="*/ f235 f122 1"/>
                <a:gd name="f280" fmla="*/ f236 f121 1"/>
                <a:gd name="f281" fmla="*/ f237 f122 1"/>
                <a:gd name="f282" fmla="*/ f238 f121 1"/>
                <a:gd name="f283" fmla="*/ f239 f122 1"/>
                <a:gd name="f284" fmla="*/ f240 f121 1"/>
                <a:gd name="f285" fmla="*/ f241 f122 1"/>
                <a:gd name="f286" fmla="*/ f242 f121 1"/>
                <a:gd name="f287" fmla="*/ f243 f122 1"/>
                <a:gd name="f288" fmla="*/ f244 f121 1"/>
                <a:gd name="f289" fmla="*/ f245 f122 1"/>
                <a:gd name="f290" fmla="*/ f246 f121 1"/>
                <a:gd name="f291" fmla="*/ f247 f122 1"/>
                <a:gd name="f292" fmla="*/ f248 f121 1"/>
                <a:gd name="f293" fmla="*/ f249 f122 1"/>
                <a:gd name="f294" fmla="*/ f250 f121 1"/>
                <a:gd name="f295" fmla="*/ f251 f122 1"/>
                <a:gd name="f296" fmla="*/ f252 f121 1"/>
                <a:gd name="f297" fmla="*/ f253 f122 1"/>
              </a:gdLst>
              <a:ahLst/>
              <a:cxnLst>
                <a:cxn ang="3cd4">
                  <a:pos x="hc" y="t"/>
                </a:cxn>
                <a:cxn ang="0">
                  <a:pos x="r" y="vc"/>
                </a:cxn>
                <a:cxn ang="cd4">
                  <a:pos x="hc" y="b"/>
                </a:cxn>
                <a:cxn ang="cd2">
                  <a:pos x="l" y="vc"/>
                </a:cxn>
                <a:cxn ang="f213">
                  <a:pos x="f258" y="f259"/>
                </a:cxn>
                <a:cxn ang="f213">
                  <a:pos x="f260" y="f261"/>
                </a:cxn>
                <a:cxn ang="f213">
                  <a:pos x="f262" y="f263"/>
                </a:cxn>
                <a:cxn ang="f213">
                  <a:pos x="f264" y="f265"/>
                </a:cxn>
                <a:cxn ang="f213">
                  <a:pos x="f266" y="f267"/>
                </a:cxn>
                <a:cxn ang="f213">
                  <a:pos x="f268" y="f269"/>
                </a:cxn>
                <a:cxn ang="f213">
                  <a:pos x="f270" y="f271"/>
                </a:cxn>
                <a:cxn ang="f213">
                  <a:pos x="f272" y="f273"/>
                </a:cxn>
                <a:cxn ang="f213">
                  <a:pos x="f274" y="f275"/>
                </a:cxn>
                <a:cxn ang="f213">
                  <a:pos x="f276" y="f277"/>
                </a:cxn>
                <a:cxn ang="f213">
                  <a:pos x="f278" y="f279"/>
                </a:cxn>
                <a:cxn ang="f213">
                  <a:pos x="f280" y="f281"/>
                </a:cxn>
                <a:cxn ang="f213">
                  <a:pos x="f282" y="f283"/>
                </a:cxn>
                <a:cxn ang="f213">
                  <a:pos x="f284" y="f285"/>
                </a:cxn>
                <a:cxn ang="f213">
                  <a:pos x="f286" y="f287"/>
                </a:cxn>
                <a:cxn ang="f213">
                  <a:pos x="f288" y="f289"/>
                </a:cxn>
                <a:cxn ang="f213">
                  <a:pos x="f290" y="f291"/>
                </a:cxn>
                <a:cxn ang="f213">
                  <a:pos x="f292" y="f293"/>
                </a:cxn>
                <a:cxn ang="f213">
                  <a:pos x="f294" y="f295"/>
                </a:cxn>
                <a:cxn ang="f213">
                  <a:pos x="f296" y="f297"/>
                </a:cxn>
              </a:cxnLst>
              <a:rect l="f254" t="f257" r="f255" b="f256"/>
              <a:pathLst>
                <a:path w="2356712" h="4118991">
                  <a:moveTo>
                    <a:pt x="f8" y="f5"/>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1"/>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107"/>
                    <a:pt x="f108" y="f109"/>
                  </a:cubicBezTo>
                  <a:cubicBezTo>
                    <a:pt x="f110" y="f111"/>
                    <a:pt x="f112" y="f113"/>
                    <a:pt x="f114" y="f115"/>
                  </a:cubicBezTo>
                  <a:cubicBezTo>
                    <a:pt x="f116" y="f117"/>
                    <a:pt x="f118" y="f119"/>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9" name="Freeform: Shape 18">
              <a:extLst>
                <a:ext uri="{FF2B5EF4-FFF2-40B4-BE49-F238E27FC236}">
                  <a16:creationId xmlns:a16="http://schemas.microsoft.com/office/drawing/2014/main" id="{497181D6-AB14-4DA0-9755-A4C83139D027}"/>
                </a:ext>
              </a:extLst>
            </p:cNvPr>
            <p:cNvSpPr/>
            <p:nvPr/>
          </p:nvSpPr>
          <p:spPr>
            <a:xfrm>
              <a:off x="10844" y="15179"/>
              <a:ext cx="1368427" cy="2644975"/>
            </a:xfrm>
            <a:custGeom>
              <a:avLst/>
              <a:gdLst>
                <a:gd name="f0" fmla="val 10800000"/>
                <a:gd name="f1" fmla="val 5400000"/>
                <a:gd name="f2" fmla="val 180"/>
                <a:gd name="f3" fmla="val w"/>
                <a:gd name="f4" fmla="val h"/>
                <a:gd name="f5" fmla="val 0"/>
                <a:gd name="f6" fmla="val 2059193"/>
                <a:gd name="f7" fmla="val 3980116"/>
                <a:gd name="f8" fmla="val 91345"/>
                <a:gd name="f9" fmla="val 3889534"/>
                <a:gd name="f10" fmla="val 382715"/>
                <a:gd name="f11" fmla="val 3608737"/>
                <a:gd name="f12" fmla="val 471583"/>
                <a:gd name="f13" fmla="val 3515678"/>
                <a:gd name="f14" fmla="val 576358"/>
                <a:gd name="f15" fmla="val 3405949"/>
                <a:gd name="f16" fmla="val 675989"/>
                <a:gd name="f17" fmla="val 3290983"/>
                <a:gd name="f18" fmla="val 758666"/>
                <a:gd name="f19" fmla="val 3163824"/>
                <a:gd name="f20" fmla="val 836105"/>
                <a:gd name="f21" fmla="val 3044857"/>
                <a:gd name="f22" fmla="val 897445"/>
                <a:gd name="f23" fmla="val 2916079"/>
                <a:gd name="f24" fmla="val 940499"/>
                <a:gd name="f25" fmla="val 2780824"/>
                <a:gd name="f26" fmla="val 996315"/>
                <a:gd name="f27" fmla="val 2605754"/>
                <a:gd name="f28" fmla="val 1020985"/>
                <a:gd name="f29" fmla="val 2422874"/>
                <a:gd name="f30" fmla="val 1055370"/>
                <a:gd name="f31" fmla="val 2242185"/>
                <a:gd name="f32" fmla="val 1078611"/>
                <a:gd name="f33" fmla="val 2120075"/>
                <a:gd name="f34" fmla="val 1107472"/>
                <a:gd name="f35" fmla="val 1999107"/>
                <a:gd name="f36" fmla="val 1136714"/>
                <a:gd name="f37" fmla="val 1878330"/>
                <a:gd name="f38" fmla="val 1163098"/>
                <a:gd name="f39" fmla="val 1769174"/>
                <a:gd name="f40" fmla="val 1189482"/>
                <a:gd name="f41" fmla="val 1658588"/>
                <a:gd name="f42" fmla="val 1246727"/>
                <a:gd name="f43" fmla="val 1562386"/>
                <a:gd name="f44" fmla="val 1279208"/>
                <a:gd name="f45" fmla="val 1507808"/>
                <a:gd name="f46" fmla="val 1321689"/>
                <a:gd name="f47" fmla="val 1459039"/>
                <a:gd name="f48" fmla="val 1378363"/>
                <a:gd name="f49" fmla="val 1430750"/>
                <a:gd name="f50" fmla="val 1473327"/>
                <a:gd name="f51" fmla="val 1383221"/>
                <a:gd name="f52" fmla="val 1584865"/>
                <a:gd name="f53" fmla="val 1402652"/>
                <a:gd name="f54" fmla="val 1691831"/>
                <a:gd name="f55" fmla="val 1394841"/>
                <a:gd name="f56" fmla="val 1771079"/>
                <a:gd name="f57" fmla="val 1389031"/>
                <a:gd name="f58" fmla="val 1849279"/>
                <a:gd name="f59" fmla="val 1368266"/>
                <a:gd name="f60" fmla="val 1914335"/>
                <a:gd name="f61" fmla="val 1323023"/>
                <a:gd name="f62" fmla="val 1989963"/>
                <a:gd name="f63" fmla="val 1270445"/>
                <a:gd name="f64" fmla="val 2041493"/>
                <a:gd name="f65" fmla="val 1189101"/>
                <a:gd name="f66" fmla="val 2055495"/>
                <a:gd name="f67" fmla="val 1098042"/>
                <a:gd name="f68" fmla="val 2064258"/>
                <a:gd name="f69" fmla="val 1041178"/>
                <a:gd name="f70" fmla="val 2057591"/>
                <a:gd name="f71" fmla="val 982980"/>
                <a:gd name="f72" fmla="val 2033969"/>
                <a:gd name="f73" fmla="val 930497"/>
                <a:gd name="f74" fmla="val 2002727"/>
                <a:gd name="f75" fmla="val 861060"/>
                <a:gd name="f76" fmla="val 1945958"/>
                <a:gd name="f77" fmla="val 807625"/>
                <a:gd name="f78" fmla="val 1885664"/>
                <a:gd name="f79" fmla="val 760571"/>
                <a:gd name="f80" fmla="val 1809179"/>
                <a:gd name="f81" fmla="val 700945"/>
                <a:gd name="f82" fmla="val 1725549"/>
                <a:gd name="f83" fmla="val 651415"/>
                <a:gd name="f84" fmla="val 1636871"/>
                <a:gd name="f85" fmla="val 612172"/>
                <a:gd name="f86" fmla="val 1532763"/>
                <a:gd name="f87" fmla="val 566071"/>
                <a:gd name="f88" fmla="val 1421606"/>
                <a:gd name="f89" fmla="val 532543"/>
                <a:gd name="f90" fmla="val 1335405"/>
                <a:gd name="f91" fmla="val 459010"/>
                <a:gd name="f92" fmla="val 1277969"/>
                <a:gd name="f93" fmla="val 409956"/>
                <a:gd name="f94" fmla="val 1232059"/>
                <a:gd name="f95" fmla="val 344615"/>
                <a:gd name="f96" fmla="val 1234916"/>
                <a:gd name="f97" fmla="val 269939"/>
                <a:gd name="f98" fmla="val 1237012"/>
                <a:gd name="f99" fmla="val 211741"/>
                <a:gd name="f100" fmla="val 1386935"/>
                <a:gd name="f101" fmla="+- 0 0 -90"/>
                <a:gd name="f102" fmla="*/ f3 1 2059193"/>
                <a:gd name="f103" fmla="*/ f4 1 3980116"/>
                <a:gd name="f104" fmla="+- f7 0 f5"/>
                <a:gd name="f105" fmla="+- f6 0 f5"/>
                <a:gd name="f106" fmla="*/ f101 f0 1"/>
                <a:gd name="f107" fmla="*/ f105 1 2059193"/>
                <a:gd name="f108" fmla="*/ f104 1 3980116"/>
                <a:gd name="f109" fmla="*/ 0 f105 1"/>
                <a:gd name="f110" fmla="*/ 3980116 f104 1"/>
                <a:gd name="f111" fmla="*/ 471583 f105 1"/>
                <a:gd name="f112" fmla="*/ 3515678 f104 1"/>
                <a:gd name="f113" fmla="*/ 758666 f105 1"/>
                <a:gd name="f114" fmla="*/ 3163824 f104 1"/>
                <a:gd name="f115" fmla="*/ 940499 f105 1"/>
                <a:gd name="f116" fmla="*/ 2780824 f104 1"/>
                <a:gd name="f117" fmla="*/ 1055370 f105 1"/>
                <a:gd name="f118" fmla="*/ 2242185 f104 1"/>
                <a:gd name="f119" fmla="*/ 1136714 f105 1"/>
                <a:gd name="f120" fmla="*/ 1878330 f104 1"/>
                <a:gd name="f121" fmla="*/ 1246727 f105 1"/>
                <a:gd name="f122" fmla="*/ 1562386 f104 1"/>
                <a:gd name="f123" fmla="*/ 1378363 f105 1"/>
                <a:gd name="f124" fmla="*/ 1430750 f104 1"/>
                <a:gd name="f125" fmla="*/ 1691831 f105 1"/>
                <a:gd name="f126" fmla="*/ 1394841 f104 1"/>
                <a:gd name="f127" fmla="*/ 1914335 f105 1"/>
                <a:gd name="f128" fmla="*/ 1323023 f104 1"/>
                <a:gd name="f129" fmla="*/ 2055495 f105 1"/>
                <a:gd name="f130" fmla="*/ 1098042 f104 1"/>
                <a:gd name="f131" fmla="*/ 2033969 f105 1"/>
                <a:gd name="f132" fmla="*/ 930497 f104 1"/>
                <a:gd name="f133" fmla="*/ 1885664 f105 1"/>
                <a:gd name="f134" fmla="*/ 760571 f104 1"/>
                <a:gd name="f135" fmla="*/ 1636871 f105 1"/>
                <a:gd name="f136" fmla="*/ 612172 f104 1"/>
                <a:gd name="f137" fmla="*/ 1335405 f105 1"/>
                <a:gd name="f138" fmla="*/ 459010 f104 1"/>
                <a:gd name="f139" fmla="*/ 1234916 f105 1"/>
                <a:gd name="f140" fmla="*/ 269939 f104 1"/>
                <a:gd name="f141" fmla="*/ 1386935 f105 1"/>
                <a:gd name="f142" fmla="*/ 0 f104 1"/>
                <a:gd name="f143" fmla="*/ f106 1 f2"/>
                <a:gd name="f144" fmla="*/ f109 1 2059193"/>
                <a:gd name="f145" fmla="*/ f110 1 3980116"/>
                <a:gd name="f146" fmla="*/ f111 1 2059193"/>
                <a:gd name="f147" fmla="*/ f112 1 3980116"/>
                <a:gd name="f148" fmla="*/ f113 1 2059193"/>
                <a:gd name="f149" fmla="*/ f114 1 3980116"/>
                <a:gd name="f150" fmla="*/ f115 1 2059193"/>
                <a:gd name="f151" fmla="*/ f116 1 3980116"/>
                <a:gd name="f152" fmla="*/ f117 1 2059193"/>
                <a:gd name="f153" fmla="*/ f118 1 3980116"/>
                <a:gd name="f154" fmla="*/ f119 1 2059193"/>
                <a:gd name="f155" fmla="*/ f120 1 3980116"/>
                <a:gd name="f156" fmla="*/ f121 1 2059193"/>
                <a:gd name="f157" fmla="*/ f122 1 3980116"/>
                <a:gd name="f158" fmla="*/ f123 1 2059193"/>
                <a:gd name="f159" fmla="*/ f124 1 3980116"/>
                <a:gd name="f160" fmla="*/ f125 1 2059193"/>
                <a:gd name="f161" fmla="*/ f126 1 3980116"/>
                <a:gd name="f162" fmla="*/ f127 1 2059193"/>
                <a:gd name="f163" fmla="*/ f128 1 3980116"/>
                <a:gd name="f164" fmla="*/ f129 1 2059193"/>
                <a:gd name="f165" fmla="*/ f130 1 3980116"/>
                <a:gd name="f166" fmla="*/ f131 1 2059193"/>
                <a:gd name="f167" fmla="*/ f132 1 3980116"/>
                <a:gd name="f168" fmla="*/ f133 1 2059193"/>
                <a:gd name="f169" fmla="*/ f134 1 3980116"/>
                <a:gd name="f170" fmla="*/ f135 1 2059193"/>
                <a:gd name="f171" fmla="*/ f136 1 3980116"/>
                <a:gd name="f172" fmla="*/ f137 1 2059193"/>
                <a:gd name="f173" fmla="*/ f138 1 3980116"/>
                <a:gd name="f174" fmla="*/ f139 1 2059193"/>
                <a:gd name="f175" fmla="*/ f140 1 3980116"/>
                <a:gd name="f176" fmla="*/ f141 1 2059193"/>
                <a:gd name="f177" fmla="*/ f142 1 3980116"/>
                <a:gd name="f178" fmla="*/ f5 1 f107"/>
                <a:gd name="f179" fmla="*/ f6 1 f107"/>
                <a:gd name="f180" fmla="*/ f5 1 f108"/>
                <a:gd name="f181" fmla="*/ f7 1 f108"/>
                <a:gd name="f182" fmla="+- f143 0 f1"/>
                <a:gd name="f183" fmla="*/ f144 1 f107"/>
                <a:gd name="f184" fmla="*/ f145 1 f108"/>
                <a:gd name="f185" fmla="*/ f146 1 f107"/>
                <a:gd name="f186" fmla="*/ f147 1 f108"/>
                <a:gd name="f187" fmla="*/ f148 1 f107"/>
                <a:gd name="f188" fmla="*/ f149 1 f108"/>
                <a:gd name="f189" fmla="*/ f150 1 f107"/>
                <a:gd name="f190" fmla="*/ f151 1 f108"/>
                <a:gd name="f191" fmla="*/ f152 1 f107"/>
                <a:gd name="f192" fmla="*/ f153 1 f108"/>
                <a:gd name="f193" fmla="*/ f154 1 f107"/>
                <a:gd name="f194" fmla="*/ f155 1 f108"/>
                <a:gd name="f195" fmla="*/ f156 1 f107"/>
                <a:gd name="f196" fmla="*/ f157 1 f108"/>
                <a:gd name="f197" fmla="*/ f158 1 f107"/>
                <a:gd name="f198" fmla="*/ f159 1 f108"/>
                <a:gd name="f199" fmla="*/ f160 1 f107"/>
                <a:gd name="f200" fmla="*/ f161 1 f108"/>
                <a:gd name="f201" fmla="*/ f162 1 f107"/>
                <a:gd name="f202" fmla="*/ f163 1 f108"/>
                <a:gd name="f203" fmla="*/ f164 1 f107"/>
                <a:gd name="f204" fmla="*/ f165 1 f108"/>
                <a:gd name="f205" fmla="*/ f166 1 f107"/>
                <a:gd name="f206" fmla="*/ f167 1 f108"/>
                <a:gd name="f207" fmla="*/ f168 1 f107"/>
                <a:gd name="f208" fmla="*/ f169 1 f108"/>
                <a:gd name="f209" fmla="*/ f170 1 f107"/>
                <a:gd name="f210" fmla="*/ f171 1 f108"/>
                <a:gd name="f211" fmla="*/ f172 1 f107"/>
                <a:gd name="f212" fmla="*/ f173 1 f108"/>
                <a:gd name="f213" fmla="*/ f174 1 f107"/>
                <a:gd name="f214" fmla="*/ f175 1 f108"/>
                <a:gd name="f215" fmla="*/ f176 1 f107"/>
                <a:gd name="f216" fmla="*/ f177 1 f108"/>
                <a:gd name="f217" fmla="*/ f178 f102 1"/>
                <a:gd name="f218" fmla="*/ f179 f102 1"/>
                <a:gd name="f219" fmla="*/ f181 f103 1"/>
                <a:gd name="f220" fmla="*/ f180 f103 1"/>
                <a:gd name="f221" fmla="*/ f183 f102 1"/>
                <a:gd name="f222" fmla="*/ f184 f103 1"/>
                <a:gd name="f223" fmla="*/ f185 f102 1"/>
                <a:gd name="f224" fmla="*/ f186 f103 1"/>
                <a:gd name="f225" fmla="*/ f187 f102 1"/>
                <a:gd name="f226" fmla="*/ f188 f103 1"/>
                <a:gd name="f227" fmla="*/ f189 f102 1"/>
                <a:gd name="f228" fmla="*/ f190 f103 1"/>
                <a:gd name="f229" fmla="*/ f191 f102 1"/>
                <a:gd name="f230" fmla="*/ f192 f103 1"/>
                <a:gd name="f231" fmla="*/ f193 f102 1"/>
                <a:gd name="f232" fmla="*/ f194 f103 1"/>
                <a:gd name="f233" fmla="*/ f195 f102 1"/>
                <a:gd name="f234" fmla="*/ f196 f103 1"/>
                <a:gd name="f235" fmla="*/ f197 f102 1"/>
                <a:gd name="f236" fmla="*/ f198 f103 1"/>
                <a:gd name="f237" fmla="*/ f199 f102 1"/>
                <a:gd name="f238" fmla="*/ f200 f103 1"/>
                <a:gd name="f239" fmla="*/ f201 f102 1"/>
                <a:gd name="f240" fmla="*/ f202 f103 1"/>
                <a:gd name="f241" fmla="*/ f203 f102 1"/>
                <a:gd name="f242" fmla="*/ f204 f103 1"/>
                <a:gd name="f243" fmla="*/ f205 f102 1"/>
                <a:gd name="f244" fmla="*/ f206 f103 1"/>
                <a:gd name="f245" fmla="*/ f207 f102 1"/>
                <a:gd name="f246" fmla="*/ f208 f103 1"/>
                <a:gd name="f247" fmla="*/ f209 f102 1"/>
                <a:gd name="f248" fmla="*/ f210 f103 1"/>
                <a:gd name="f249" fmla="*/ f211 f102 1"/>
                <a:gd name="f250" fmla="*/ f212 f103 1"/>
                <a:gd name="f251" fmla="*/ f213 f102 1"/>
                <a:gd name="f252" fmla="*/ f214 f103 1"/>
                <a:gd name="f253" fmla="*/ f215 f102 1"/>
                <a:gd name="f254" fmla="*/ f216 f103 1"/>
              </a:gdLst>
              <a:ahLst/>
              <a:cxnLst>
                <a:cxn ang="3cd4">
                  <a:pos x="hc" y="t"/>
                </a:cxn>
                <a:cxn ang="0">
                  <a:pos x="r" y="vc"/>
                </a:cxn>
                <a:cxn ang="cd4">
                  <a:pos x="hc" y="b"/>
                </a:cxn>
                <a:cxn ang="cd2">
                  <a:pos x="l" y="vc"/>
                </a:cxn>
                <a:cxn ang="f182">
                  <a:pos x="f221" y="f222"/>
                </a:cxn>
                <a:cxn ang="f182">
                  <a:pos x="f223" y="f224"/>
                </a:cxn>
                <a:cxn ang="f182">
                  <a:pos x="f225" y="f226"/>
                </a:cxn>
                <a:cxn ang="f182">
                  <a:pos x="f227" y="f228"/>
                </a:cxn>
                <a:cxn ang="f182">
                  <a:pos x="f229" y="f230"/>
                </a:cxn>
                <a:cxn ang="f182">
                  <a:pos x="f231" y="f232"/>
                </a:cxn>
                <a:cxn ang="f182">
                  <a:pos x="f233" y="f234"/>
                </a:cxn>
                <a:cxn ang="f182">
                  <a:pos x="f235" y="f236"/>
                </a:cxn>
                <a:cxn ang="f182">
                  <a:pos x="f237" y="f238"/>
                </a:cxn>
                <a:cxn ang="f182">
                  <a:pos x="f239" y="f240"/>
                </a:cxn>
                <a:cxn ang="f182">
                  <a:pos x="f241" y="f242"/>
                </a:cxn>
                <a:cxn ang="f182">
                  <a:pos x="f243" y="f244"/>
                </a:cxn>
                <a:cxn ang="f182">
                  <a:pos x="f245" y="f246"/>
                </a:cxn>
                <a:cxn ang="f182">
                  <a:pos x="f247" y="f248"/>
                </a:cxn>
                <a:cxn ang="f182">
                  <a:pos x="f249" y="f250"/>
                </a:cxn>
                <a:cxn ang="f182">
                  <a:pos x="f251" y="f252"/>
                </a:cxn>
                <a:cxn ang="f182">
                  <a:pos x="f253" y="f254"/>
                </a:cxn>
              </a:cxnLst>
              <a:rect l="f217" t="f220" r="f218" b="f219"/>
              <a:pathLst>
                <a:path w="2059193" h="3980116">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5"/>
                    <a:pt x="f100"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0" name="Freeform: Shape 19">
              <a:extLst>
                <a:ext uri="{FF2B5EF4-FFF2-40B4-BE49-F238E27FC236}">
                  <a16:creationId xmlns:a16="http://schemas.microsoft.com/office/drawing/2014/main" id="{FB795374-0EA4-4E06-B62C-51A06B075503}"/>
                </a:ext>
              </a:extLst>
            </p:cNvPr>
            <p:cNvSpPr/>
            <p:nvPr/>
          </p:nvSpPr>
          <p:spPr>
            <a:xfrm>
              <a:off x="18827" y="543784"/>
              <a:ext cx="494288" cy="1905591"/>
            </a:xfrm>
            <a:custGeom>
              <a:avLst/>
              <a:gdLst>
                <a:gd name="f0" fmla="val 10800000"/>
                <a:gd name="f1" fmla="val 5400000"/>
                <a:gd name="f2" fmla="val 180"/>
                <a:gd name="f3" fmla="val w"/>
                <a:gd name="f4" fmla="val h"/>
                <a:gd name="f5" fmla="val 0"/>
                <a:gd name="f6" fmla="val 743796"/>
                <a:gd name="f7" fmla="val 2867501"/>
                <a:gd name="f8" fmla="val 11144"/>
                <a:gd name="f9" fmla="val 101060"/>
                <a:gd name="f10" fmla="val 2953"/>
                <a:gd name="f11" fmla="val 268796"/>
                <a:gd name="f12" fmla="val 25146"/>
                <a:gd name="f13" fmla="val 353663"/>
                <a:gd name="f14" fmla="val 55245"/>
                <a:gd name="f15" fmla="val 433483"/>
                <a:gd name="f16" fmla="val 83534"/>
                <a:gd name="f17" fmla="val 510635"/>
                <a:gd name="f18" fmla="val 120967"/>
                <a:gd name="f19" fmla="val 571405"/>
                <a:gd name="f20" fmla="val 179737"/>
                <a:gd name="f21" fmla="val 625412"/>
                <a:gd name="f22" fmla="val 231934"/>
                <a:gd name="f23" fmla="val 663607"/>
                <a:gd name="f24" fmla="val 297942"/>
                <a:gd name="f25" fmla="val 688658"/>
                <a:gd name="f26" fmla="val 368808"/>
                <a:gd name="f27" fmla="val 716375"/>
                <a:gd name="f28" fmla="val 447103"/>
                <a:gd name="f29" fmla="val 727996"/>
                <a:gd name="f30" fmla="val 529876"/>
                <a:gd name="f31" fmla="val 731711"/>
                <a:gd name="f32" fmla="val 612934"/>
                <a:gd name="f33" fmla="val 737426"/>
                <a:gd name="f34" fmla="val 740474"/>
                <a:gd name="f35" fmla="val 724948"/>
                <a:gd name="f36" fmla="val 867918"/>
                <a:gd name="f37" fmla="val 725233"/>
                <a:gd name="f38" fmla="val 995648"/>
                <a:gd name="f39" fmla="val 725710"/>
                <a:gd name="f40" fmla="val 1163765"/>
                <a:gd name="f41" fmla="val 748665"/>
                <a:gd name="f42" fmla="val 1331309"/>
                <a:gd name="f43" fmla="val 742855"/>
                <a:gd name="f44" fmla="val 1499330"/>
                <a:gd name="f45" fmla="val 739426"/>
                <a:gd name="f46" fmla="val 1598009"/>
                <a:gd name="f47" fmla="val 725996"/>
                <a:gd name="f48" fmla="val 1696022"/>
                <a:gd name="f49" fmla="val 707898"/>
                <a:gd name="f50" fmla="val 1793081"/>
                <a:gd name="f51" fmla="val 690086"/>
                <a:gd name="f52" fmla="val 1888426"/>
                <a:gd name="f53" fmla="val 666845"/>
                <a:gd name="f54" fmla="val 1982724"/>
                <a:gd name="f55" fmla="val 633222"/>
                <a:gd name="f56" fmla="val 2073592"/>
                <a:gd name="f57" fmla="val 579692"/>
                <a:gd name="f58" fmla="val 2218182"/>
                <a:gd name="f59" fmla="val 499682"/>
                <a:gd name="f60" fmla="val 2351056"/>
                <a:gd name="f61" fmla="val 404527"/>
                <a:gd name="f62" fmla="val 2472404"/>
                <a:gd name="f63" fmla="val 266033"/>
                <a:gd name="f64" fmla="val 2648902"/>
                <a:gd name="f65" fmla="val 179642"/>
                <a:gd name="f66" fmla="val 2732818"/>
                <a:gd name="f67" fmla="+- 0 0 -90"/>
                <a:gd name="f68" fmla="*/ f3 1 743796"/>
                <a:gd name="f69" fmla="*/ f4 1 2867501"/>
                <a:gd name="f70" fmla="+- f7 0 f5"/>
                <a:gd name="f71" fmla="+- f6 0 f5"/>
                <a:gd name="f72" fmla="*/ f67 f0 1"/>
                <a:gd name="f73" fmla="*/ f71 1 743796"/>
                <a:gd name="f74" fmla="*/ f70 1 2867501"/>
                <a:gd name="f75" fmla="*/ 11144 f71 1"/>
                <a:gd name="f76" fmla="*/ 0 f70 1"/>
                <a:gd name="f77" fmla="*/ 353663 f71 1"/>
                <a:gd name="f78" fmla="*/ 55245 f70 1"/>
                <a:gd name="f79" fmla="*/ 571405 f71 1"/>
                <a:gd name="f80" fmla="*/ 179737 f70 1"/>
                <a:gd name="f81" fmla="*/ 688658 f71 1"/>
                <a:gd name="f82" fmla="*/ 368808 f70 1"/>
                <a:gd name="f83" fmla="*/ 731711 f71 1"/>
                <a:gd name="f84" fmla="*/ 612934 f70 1"/>
                <a:gd name="f85" fmla="*/ 725233 f71 1"/>
                <a:gd name="f86" fmla="*/ 995648 f70 1"/>
                <a:gd name="f87" fmla="*/ 742855 f71 1"/>
                <a:gd name="f88" fmla="*/ 1499330 f70 1"/>
                <a:gd name="f89" fmla="*/ 707898 f71 1"/>
                <a:gd name="f90" fmla="*/ 1793081 f70 1"/>
                <a:gd name="f91" fmla="*/ 633222 f71 1"/>
                <a:gd name="f92" fmla="*/ 2073592 f70 1"/>
                <a:gd name="f93" fmla="*/ 404527 f71 1"/>
                <a:gd name="f94" fmla="*/ 2472404 f70 1"/>
                <a:gd name="f95" fmla="*/ 0 f71 1"/>
                <a:gd name="f96" fmla="*/ 2867501 f70 1"/>
                <a:gd name="f97" fmla="*/ f72 1 f2"/>
                <a:gd name="f98" fmla="*/ f75 1 743796"/>
                <a:gd name="f99" fmla="*/ f76 1 2867501"/>
                <a:gd name="f100" fmla="*/ f77 1 743796"/>
                <a:gd name="f101" fmla="*/ f78 1 2867501"/>
                <a:gd name="f102" fmla="*/ f79 1 743796"/>
                <a:gd name="f103" fmla="*/ f80 1 2867501"/>
                <a:gd name="f104" fmla="*/ f81 1 743796"/>
                <a:gd name="f105" fmla="*/ f82 1 2867501"/>
                <a:gd name="f106" fmla="*/ f83 1 743796"/>
                <a:gd name="f107" fmla="*/ f84 1 2867501"/>
                <a:gd name="f108" fmla="*/ f85 1 743796"/>
                <a:gd name="f109" fmla="*/ f86 1 2867501"/>
                <a:gd name="f110" fmla="*/ f87 1 743796"/>
                <a:gd name="f111" fmla="*/ f88 1 2867501"/>
                <a:gd name="f112" fmla="*/ f89 1 743796"/>
                <a:gd name="f113" fmla="*/ f90 1 2867501"/>
                <a:gd name="f114" fmla="*/ f91 1 743796"/>
                <a:gd name="f115" fmla="*/ f92 1 2867501"/>
                <a:gd name="f116" fmla="*/ f93 1 743796"/>
                <a:gd name="f117" fmla="*/ f94 1 2867501"/>
                <a:gd name="f118" fmla="*/ f95 1 743796"/>
                <a:gd name="f119" fmla="*/ f96 1 2867501"/>
                <a:gd name="f120" fmla="*/ f5 1 f73"/>
                <a:gd name="f121" fmla="*/ f6 1 f73"/>
                <a:gd name="f122" fmla="*/ f5 1 f74"/>
                <a:gd name="f123" fmla="*/ f7 1 f74"/>
                <a:gd name="f124" fmla="+- f97 0 f1"/>
                <a:gd name="f125" fmla="*/ f98 1 f73"/>
                <a:gd name="f126" fmla="*/ f99 1 f74"/>
                <a:gd name="f127" fmla="*/ f100 1 f73"/>
                <a:gd name="f128" fmla="*/ f101 1 f74"/>
                <a:gd name="f129" fmla="*/ f102 1 f73"/>
                <a:gd name="f130" fmla="*/ f103 1 f74"/>
                <a:gd name="f131" fmla="*/ f104 1 f73"/>
                <a:gd name="f132" fmla="*/ f105 1 f74"/>
                <a:gd name="f133" fmla="*/ f106 1 f73"/>
                <a:gd name="f134" fmla="*/ f107 1 f74"/>
                <a:gd name="f135" fmla="*/ f108 1 f73"/>
                <a:gd name="f136" fmla="*/ f109 1 f74"/>
                <a:gd name="f137" fmla="*/ f110 1 f73"/>
                <a:gd name="f138" fmla="*/ f111 1 f74"/>
                <a:gd name="f139" fmla="*/ f112 1 f73"/>
                <a:gd name="f140" fmla="*/ f113 1 f74"/>
                <a:gd name="f141" fmla="*/ f114 1 f73"/>
                <a:gd name="f142" fmla="*/ f115 1 f74"/>
                <a:gd name="f143" fmla="*/ f116 1 f73"/>
                <a:gd name="f144" fmla="*/ f117 1 f74"/>
                <a:gd name="f145" fmla="*/ f118 1 f73"/>
                <a:gd name="f146" fmla="*/ f119 1 f74"/>
                <a:gd name="f147" fmla="*/ f120 f68 1"/>
                <a:gd name="f148" fmla="*/ f121 f68 1"/>
                <a:gd name="f149" fmla="*/ f123 f69 1"/>
                <a:gd name="f150" fmla="*/ f122 f69 1"/>
                <a:gd name="f151" fmla="*/ f125 f68 1"/>
                <a:gd name="f152" fmla="*/ f126 f69 1"/>
                <a:gd name="f153" fmla="*/ f127 f68 1"/>
                <a:gd name="f154" fmla="*/ f128 f69 1"/>
                <a:gd name="f155" fmla="*/ f129 f68 1"/>
                <a:gd name="f156" fmla="*/ f130 f69 1"/>
                <a:gd name="f157" fmla="*/ f131 f68 1"/>
                <a:gd name="f158" fmla="*/ f132 f69 1"/>
                <a:gd name="f159" fmla="*/ f133 f68 1"/>
                <a:gd name="f160" fmla="*/ f134 f69 1"/>
                <a:gd name="f161" fmla="*/ f135 f68 1"/>
                <a:gd name="f162" fmla="*/ f136 f69 1"/>
                <a:gd name="f163" fmla="*/ f137 f68 1"/>
                <a:gd name="f164" fmla="*/ f138 f69 1"/>
                <a:gd name="f165" fmla="*/ f139 f68 1"/>
                <a:gd name="f166" fmla="*/ f140 f69 1"/>
                <a:gd name="f167" fmla="*/ f141 f68 1"/>
                <a:gd name="f168" fmla="*/ f142 f69 1"/>
                <a:gd name="f169" fmla="*/ f143 f68 1"/>
                <a:gd name="f170" fmla="*/ f144 f69 1"/>
                <a:gd name="f171" fmla="*/ f145 f68 1"/>
                <a:gd name="f172" fmla="*/ f146 f69 1"/>
              </a:gdLst>
              <a:ahLst/>
              <a:cxnLst>
                <a:cxn ang="3cd4">
                  <a:pos x="hc" y="t"/>
                </a:cxn>
                <a:cxn ang="0">
                  <a:pos x="r" y="vc"/>
                </a:cxn>
                <a:cxn ang="cd4">
                  <a:pos x="hc" y="b"/>
                </a:cxn>
                <a:cxn ang="cd2">
                  <a:pos x="l" y="vc"/>
                </a:cxn>
                <a:cxn ang="f124">
                  <a:pos x="f151" y="f152"/>
                </a:cxn>
                <a:cxn ang="f124">
                  <a:pos x="f153" y="f154"/>
                </a:cxn>
                <a:cxn ang="f124">
                  <a:pos x="f155" y="f156"/>
                </a:cxn>
                <a:cxn ang="f124">
                  <a:pos x="f157" y="f158"/>
                </a:cxn>
                <a:cxn ang="f124">
                  <a:pos x="f159" y="f160"/>
                </a:cxn>
                <a:cxn ang="f124">
                  <a:pos x="f161" y="f162"/>
                </a:cxn>
                <a:cxn ang="f124">
                  <a:pos x="f163" y="f164"/>
                </a:cxn>
                <a:cxn ang="f124">
                  <a:pos x="f165" y="f166"/>
                </a:cxn>
                <a:cxn ang="f124">
                  <a:pos x="f167" y="f168"/>
                </a:cxn>
                <a:cxn ang="f124">
                  <a:pos x="f169" y="f170"/>
                </a:cxn>
                <a:cxn ang="f124">
                  <a:pos x="f171" y="f172"/>
                </a:cxn>
              </a:cxnLst>
              <a:rect l="f147" t="f150" r="f148" b="f149"/>
              <a:pathLst>
                <a:path w="743796" h="2867501">
                  <a:moveTo>
                    <a:pt x="f8" y="f5"/>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cubicBezTo>
                    <a:pt x="f63" y="f64"/>
                    <a:pt x="f65" y="f66"/>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1" name="Freeform: Shape 20">
              <a:extLst>
                <a:ext uri="{FF2B5EF4-FFF2-40B4-BE49-F238E27FC236}">
                  <a16:creationId xmlns:a16="http://schemas.microsoft.com/office/drawing/2014/main" id="{D8045985-836C-44CA-AFE7-4E6FBB11E509}"/>
                </a:ext>
              </a:extLst>
            </p:cNvPr>
            <p:cNvSpPr/>
            <p:nvPr/>
          </p:nvSpPr>
          <p:spPr>
            <a:xfrm>
              <a:off x="10844" y="672285"/>
              <a:ext cx="396931" cy="1690304"/>
            </a:xfrm>
            <a:custGeom>
              <a:avLst/>
              <a:gdLst>
                <a:gd name="f0" fmla="val 10800000"/>
                <a:gd name="f1" fmla="val 5400000"/>
                <a:gd name="f2" fmla="val 180"/>
                <a:gd name="f3" fmla="val w"/>
                <a:gd name="f4" fmla="val h"/>
                <a:gd name="f5" fmla="val 0"/>
                <a:gd name="f6" fmla="val 597294"/>
                <a:gd name="f7" fmla="val 2543540"/>
                <a:gd name="f8" fmla="val 16478"/>
                <a:gd name="f9" fmla="val 2079"/>
                <a:gd name="f10" fmla="val 101441"/>
                <a:gd name="f11" fmla="+- 0 0 6684"/>
                <a:gd name="f12" fmla="val 224885"/>
                <a:gd name="f13" fmla="val 12557"/>
                <a:gd name="f14" fmla="val 299847"/>
                <a:gd name="f15" fmla="val 53991"/>
                <a:gd name="f16" fmla="val 394240"/>
                <a:gd name="f17" fmla="val 106092"/>
                <a:gd name="f18" fmla="val 468440"/>
                <a:gd name="f19" fmla="val 189341"/>
                <a:gd name="f20" fmla="val 503206"/>
                <a:gd name="f21" fmla="val 291354"/>
                <a:gd name="f22" fmla="val 550069"/>
                <a:gd name="f23" fmla="val 429085"/>
                <a:gd name="f24" fmla="val 520827"/>
                <a:gd name="f25" fmla="val 577770"/>
                <a:gd name="f26" fmla="val 525113"/>
                <a:gd name="f27" fmla="val 724265"/>
                <a:gd name="f28" fmla="val 529019"/>
                <a:gd name="f29" fmla="val 856472"/>
                <a:gd name="f30" fmla="val 561118"/>
                <a:gd name="f31" fmla="val 986012"/>
                <a:gd name="f32" fmla="val 578930"/>
                <a:gd name="f33" fmla="val 1117267"/>
                <a:gd name="f34" fmla="val 595122"/>
                <a:gd name="f35" fmla="val 1236234"/>
                <a:gd name="f36" fmla="val 602742"/>
                <a:gd name="f37" fmla="val 1356630"/>
                <a:gd name="f38" fmla="val 592931"/>
                <a:gd name="f39" fmla="val 1476359"/>
                <a:gd name="f40" fmla="val 582073"/>
                <a:gd name="f41" fmla="val 1607709"/>
                <a:gd name="f42" fmla="val 549783"/>
                <a:gd name="f43" fmla="val 1736011"/>
                <a:gd name="f44" fmla="val 1859359"/>
                <a:gd name="f45" fmla="val 450628"/>
                <a:gd name="f46" fmla="val 1998710"/>
                <a:gd name="f47" fmla="val 383857"/>
                <a:gd name="f48" fmla="val 2133298"/>
                <a:gd name="f49" fmla="val 291846"/>
                <a:gd name="f50" fmla="val 2250361"/>
                <a:gd name="f51" fmla="val 231553"/>
                <a:gd name="f52" fmla="val 2327132"/>
                <a:gd name="f53" fmla="val 73819"/>
                <a:gd name="f54" fmla="val 2479532"/>
                <a:gd name="f55" fmla="+- 0 0 -90"/>
                <a:gd name="f56" fmla="*/ f3 1 597294"/>
                <a:gd name="f57" fmla="*/ f4 1 2543540"/>
                <a:gd name="f58" fmla="+- f7 0 f5"/>
                <a:gd name="f59" fmla="+- f6 0 f5"/>
                <a:gd name="f60" fmla="*/ f55 f0 1"/>
                <a:gd name="f61" fmla="*/ f59 1 597294"/>
                <a:gd name="f62" fmla="*/ f58 1 2543540"/>
                <a:gd name="f63" fmla="*/ 16478 f59 1"/>
                <a:gd name="f64" fmla="*/ 2079 f58 1"/>
                <a:gd name="f65" fmla="*/ 299847 f59 1"/>
                <a:gd name="f66" fmla="*/ 53991 f58 1"/>
                <a:gd name="f67" fmla="*/ 503206 f59 1"/>
                <a:gd name="f68" fmla="*/ 291354 f58 1"/>
                <a:gd name="f69" fmla="*/ 525113 f59 1"/>
                <a:gd name="f70" fmla="*/ 724265 f58 1"/>
                <a:gd name="f71" fmla="*/ 578930 f59 1"/>
                <a:gd name="f72" fmla="*/ 1117267 f58 1"/>
                <a:gd name="f73" fmla="*/ 592931 f59 1"/>
                <a:gd name="f74" fmla="*/ 1476359 f58 1"/>
                <a:gd name="f75" fmla="*/ 1859359 f58 1"/>
                <a:gd name="f76" fmla="*/ 291846 f59 1"/>
                <a:gd name="f77" fmla="*/ 2250361 f58 1"/>
                <a:gd name="f78" fmla="*/ 0 f59 1"/>
                <a:gd name="f79" fmla="*/ 2543540 f58 1"/>
                <a:gd name="f80" fmla="*/ f60 1 f2"/>
                <a:gd name="f81" fmla="*/ f63 1 597294"/>
                <a:gd name="f82" fmla="*/ f64 1 2543540"/>
                <a:gd name="f83" fmla="*/ f65 1 597294"/>
                <a:gd name="f84" fmla="*/ f66 1 2543540"/>
                <a:gd name="f85" fmla="*/ f67 1 597294"/>
                <a:gd name="f86" fmla="*/ f68 1 2543540"/>
                <a:gd name="f87" fmla="*/ f69 1 597294"/>
                <a:gd name="f88" fmla="*/ f70 1 2543540"/>
                <a:gd name="f89" fmla="*/ f71 1 597294"/>
                <a:gd name="f90" fmla="*/ f72 1 2543540"/>
                <a:gd name="f91" fmla="*/ f73 1 597294"/>
                <a:gd name="f92" fmla="*/ f74 1 2543540"/>
                <a:gd name="f93" fmla="*/ f75 1 2543540"/>
                <a:gd name="f94" fmla="*/ f76 1 597294"/>
                <a:gd name="f95" fmla="*/ f77 1 2543540"/>
                <a:gd name="f96" fmla="*/ f78 1 597294"/>
                <a:gd name="f97" fmla="*/ f79 1 2543540"/>
                <a:gd name="f98" fmla="*/ f5 1 f61"/>
                <a:gd name="f99" fmla="*/ f6 1 f61"/>
                <a:gd name="f100" fmla="*/ f5 1 f62"/>
                <a:gd name="f101" fmla="*/ f7 1 f62"/>
                <a:gd name="f102" fmla="+- f80 0 f1"/>
                <a:gd name="f103" fmla="*/ f81 1 f61"/>
                <a:gd name="f104" fmla="*/ f82 1 f62"/>
                <a:gd name="f105" fmla="*/ f83 1 f61"/>
                <a:gd name="f106" fmla="*/ f84 1 f62"/>
                <a:gd name="f107" fmla="*/ f85 1 f61"/>
                <a:gd name="f108" fmla="*/ f86 1 f62"/>
                <a:gd name="f109" fmla="*/ f87 1 f61"/>
                <a:gd name="f110" fmla="*/ f88 1 f62"/>
                <a:gd name="f111" fmla="*/ f89 1 f61"/>
                <a:gd name="f112" fmla="*/ f90 1 f62"/>
                <a:gd name="f113" fmla="*/ f91 1 f61"/>
                <a:gd name="f114" fmla="*/ f92 1 f62"/>
                <a:gd name="f115" fmla="*/ f93 1 f62"/>
                <a:gd name="f116" fmla="*/ f94 1 f61"/>
                <a:gd name="f117" fmla="*/ f95 1 f62"/>
                <a:gd name="f118" fmla="*/ f96 1 f61"/>
                <a:gd name="f119" fmla="*/ f97 1 f62"/>
                <a:gd name="f120" fmla="*/ f98 f56 1"/>
                <a:gd name="f121" fmla="*/ f99 f56 1"/>
                <a:gd name="f122" fmla="*/ f101 f57 1"/>
                <a:gd name="f123" fmla="*/ f100 f57 1"/>
                <a:gd name="f124" fmla="*/ f103 f56 1"/>
                <a:gd name="f125" fmla="*/ f104 f57 1"/>
                <a:gd name="f126" fmla="*/ f105 f56 1"/>
                <a:gd name="f127" fmla="*/ f106 f57 1"/>
                <a:gd name="f128" fmla="*/ f107 f56 1"/>
                <a:gd name="f129" fmla="*/ f108 f57 1"/>
                <a:gd name="f130" fmla="*/ f109 f56 1"/>
                <a:gd name="f131" fmla="*/ f110 f57 1"/>
                <a:gd name="f132" fmla="*/ f111 f56 1"/>
                <a:gd name="f133" fmla="*/ f112 f57 1"/>
                <a:gd name="f134" fmla="*/ f113 f56 1"/>
                <a:gd name="f135" fmla="*/ f114 f57 1"/>
                <a:gd name="f136" fmla="*/ f115 f57 1"/>
                <a:gd name="f137" fmla="*/ f116 f56 1"/>
                <a:gd name="f138" fmla="*/ f117 f57 1"/>
                <a:gd name="f139" fmla="*/ f118 f56 1"/>
                <a:gd name="f140" fmla="*/ f119 f57 1"/>
              </a:gdLst>
              <a:ahLst/>
              <a:cxnLst>
                <a:cxn ang="3cd4">
                  <a:pos x="hc" y="t"/>
                </a:cxn>
                <a:cxn ang="0">
                  <a:pos x="r" y="vc"/>
                </a:cxn>
                <a:cxn ang="cd4">
                  <a:pos x="hc" y="b"/>
                </a:cxn>
                <a:cxn ang="cd2">
                  <a:pos x="l" y="vc"/>
                </a:cxn>
                <a:cxn ang="f102">
                  <a:pos x="f124" y="f125"/>
                </a:cxn>
                <a:cxn ang="f102">
                  <a:pos x="f126" y="f127"/>
                </a:cxn>
                <a:cxn ang="f102">
                  <a:pos x="f128" y="f129"/>
                </a:cxn>
                <a:cxn ang="f102">
                  <a:pos x="f130" y="f131"/>
                </a:cxn>
                <a:cxn ang="f102">
                  <a:pos x="f132" y="f133"/>
                </a:cxn>
                <a:cxn ang="f102">
                  <a:pos x="f134" y="f135"/>
                </a:cxn>
                <a:cxn ang="f102">
                  <a:pos x="f128" y="f136"/>
                </a:cxn>
                <a:cxn ang="f102">
                  <a:pos x="f137" y="f138"/>
                </a:cxn>
                <a:cxn ang="f102">
                  <a:pos x="f139" y="f140"/>
                </a:cxn>
              </a:cxnLst>
              <a:rect l="f120" t="f123" r="f121" b="f122"/>
              <a:pathLst>
                <a:path w="597294" h="2543540">
                  <a:moveTo>
                    <a:pt x="f8" y="f9"/>
                  </a:moveTo>
                  <a:cubicBezTo>
                    <a:pt x="f10" y="f11"/>
                    <a:pt x="f12" y="f13"/>
                    <a:pt x="f14" y="f15"/>
                  </a:cubicBezTo>
                  <a:cubicBezTo>
                    <a:pt x="f16" y="f17"/>
                    <a:pt x="f18" y="f19"/>
                    <a:pt x="f20" y="f21"/>
                  </a:cubicBezTo>
                  <a:cubicBezTo>
                    <a:pt x="f22" y="f23"/>
                    <a:pt x="f24" y="f25"/>
                    <a:pt x="f26" y="f27"/>
                  </a:cubicBezTo>
                  <a:cubicBezTo>
                    <a:pt x="f28" y="f29"/>
                    <a:pt x="f30" y="f31"/>
                    <a:pt x="f32" y="f33"/>
                  </a:cubicBezTo>
                  <a:cubicBezTo>
                    <a:pt x="f34" y="f35"/>
                    <a:pt x="f36" y="f37"/>
                    <a:pt x="f38" y="f39"/>
                  </a:cubicBezTo>
                  <a:cubicBezTo>
                    <a:pt x="f40" y="f41"/>
                    <a:pt x="f42" y="f43"/>
                    <a:pt x="f20" y="f44"/>
                  </a:cubicBezTo>
                  <a:cubicBezTo>
                    <a:pt x="f45" y="f46"/>
                    <a:pt x="f47" y="f48"/>
                    <a:pt x="f49" y="f50"/>
                  </a:cubicBezTo>
                  <a:cubicBezTo>
                    <a:pt x="f51" y="f52"/>
                    <a:pt x="f53" y="f54"/>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2" name="Freeform: Shape 21">
              <a:extLst>
                <a:ext uri="{FF2B5EF4-FFF2-40B4-BE49-F238E27FC236}">
                  <a16:creationId xmlns:a16="http://schemas.microsoft.com/office/drawing/2014/main" id="{B4703B55-C6AC-433F-88C9-DA4B5B79C5C6}"/>
                </a:ext>
              </a:extLst>
            </p:cNvPr>
            <p:cNvSpPr/>
            <p:nvPr/>
          </p:nvSpPr>
          <p:spPr>
            <a:xfrm>
              <a:off x="23006" y="881262"/>
              <a:ext cx="258793" cy="1336560"/>
            </a:xfrm>
            <a:custGeom>
              <a:avLst/>
              <a:gdLst>
                <a:gd name="f0" fmla="val 10800000"/>
                <a:gd name="f1" fmla="val 5400000"/>
                <a:gd name="f2" fmla="val 180"/>
                <a:gd name="f3" fmla="val w"/>
                <a:gd name="f4" fmla="val h"/>
                <a:gd name="f5" fmla="val 0"/>
                <a:gd name="f6" fmla="val 389425"/>
                <a:gd name="f7" fmla="val 2011236"/>
                <a:gd name="f8" fmla="val 33"/>
                <a:gd name="f9" fmla="val 57912"/>
                <a:gd name="f10" fmla="+- 0 0 824"/>
                <a:gd name="f11" fmla="val 136112"/>
                <a:gd name="f12" fmla="val 14892"/>
                <a:gd name="f13" fmla="val 171260"/>
                <a:gd name="f14" fmla="val 60326"/>
                <a:gd name="f15" fmla="val 205645"/>
                <a:gd name="f16" fmla="val 104903"/>
                <a:gd name="f17" fmla="val 207740"/>
                <a:gd name="f18" fmla="val 164244"/>
                <a:gd name="f19" fmla="val 211455"/>
                <a:gd name="f20" fmla="val 221204"/>
                <a:gd name="f21" fmla="val 216408"/>
                <a:gd name="f22" fmla="val 297594"/>
                <a:gd name="f23" fmla="val 225838"/>
                <a:gd name="f24" fmla="val 373604"/>
                <a:gd name="f25" fmla="val 243078"/>
                <a:gd name="f26" fmla="val 448089"/>
                <a:gd name="f27" fmla="val 269939"/>
                <a:gd name="f28" fmla="val 564199"/>
                <a:gd name="f29" fmla="val 319183"/>
                <a:gd name="f30" fmla="val 673927"/>
                <a:gd name="f31" fmla="val 346424"/>
                <a:gd name="f32" fmla="val 789941"/>
                <a:gd name="f33" fmla="val 358235"/>
                <a:gd name="f34" fmla="val 840043"/>
                <a:gd name="f35" fmla="val 365951"/>
                <a:gd name="f36" fmla="val 891097"/>
                <a:gd name="f37" fmla="val 372237"/>
                <a:gd name="f38" fmla="val 942151"/>
                <a:gd name="f39" fmla="val 385858"/>
                <a:gd name="f40" fmla="val 1051784"/>
                <a:gd name="f41" fmla="val 394049"/>
                <a:gd name="f42" fmla="val 1162274"/>
                <a:gd name="f43" fmla="val 386620"/>
                <a:gd name="f44" fmla="val 1272478"/>
                <a:gd name="f45" fmla="val 377476"/>
                <a:gd name="f46" fmla="val 1407828"/>
                <a:gd name="f47" fmla="val 344996"/>
                <a:gd name="f48" fmla="val 1541178"/>
                <a:gd name="f49" fmla="val 280416"/>
                <a:gd name="f50" fmla="val 1660241"/>
                <a:gd name="f51" fmla="val 244602"/>
                <a:gd name="f52" fmla="val 1726249"/>
                <a:gd name="f53" fmla="val 199358"/>
                <a:gd name="f54" fmla="val 1786352"/>
                <a:gd name="f55" fmla="val 151257"/>
                <a:gd name="f56" fmla="val 1844073"/>
                <a:gd name="f57" fmla="val 79534"/>
                <a:gd name="f58" fmla="val 1930084"/>
                <a:gd name="f59" fmla="val 89345"/>
                <a:gd name="f60" fmla="val 1941419"/>
                <a:gd name="f61" fmla="val 1905"/>
                <a:gd name="f62" fmla="val 2011237"/>
                <a:gd name="f63" fmla="+- 0 0 -90"/>
                <a:gd name="f64" fmla="*/ f3 1 389425"/>
                <a:gd name="f65" fmla="*/ f4 1 2011236"/>
                <a:gd name="f66" fmla="+- f7 0 f5"/>
                <a:gd name="f67" fmla="+- f6 0 f5"/>
                <a:gd name="f68" fmla="*/ f63 f0 1"/>
                <a:gd name="f69" fmla="*/ f67 1 389425"/>
                <a:gd name="f70" fmla="*/ f66 1 2011236"/>
                <a:gd name="f71" fmla="*/ 0 f67 1"/>
                <a:gd name="f72" fmla="*/ 33 f66 1"/>
                <a:gd name="f73" fmla="*/ 171260 f67 1"/>
                <a:gd name="f74" fmla="*/ 60326 f66 1"/>
                <a:gd name="f75" fmla="*/ 211455 f67 1"/>
                <a:gd name="f76" fmla="*/ 221204 f66 1"/>
                <a:gd name="f77" fmla="*/ 243078 f67 1"/>
                <a:gd name="f78" fmla="*/ 448089 f66 1"/>
                <a:gd name="f79" fmla="*/ 346424 f67 1"/>
                <a:gd name="f80" fmla="*/ 789941 f66 1"/>
                <a:gd name="f81" fmla="*/ 372237 f67 1"/>
                <a:gd name="f82" fmla="*/ 942151 f66 1"/>
                <a:gd name="f83" fmla="*/ 386620 f67 1"/>
                <a:gd name="f84" fmla="*/ 1272478 f66 1"/>
                <a:gd name="f85" fmla="*/ 280416 f67 1"/>
                <a:gd name="f86" fmla="*/ 1660241 f66 1"/>
                <a:gd name="f87" fmla="*/ 151257 f67 1"/>
                <a:gd name="f88" fmla="*/ 1844073 f66 1"/>
                <a:gd name="f89" fmla="*/ 1905 f67 1"/>
                <a:gd name="f90" fmla="*/ 2011237 f66 1"/>
                <a:gd name="f91" fmla="*/ f68 1 f2"/>
                <a:gd name="f92" fmla="*/ f71 1 389425"/>
                <a:gd name="f93" fmla="*/ f72 1 2011236"/>
                <a:gd name="f94" fmla="*/ f73 1 389425"/>
                <a:gd name="f95" fmla="*/ f74 1 2011236"/>
                <a:gd name="f96" fmla="*/ f75 1 389425"/>
                <a:gd name="f97" fmla="*/ f76 1 2011236"/>
                <a:gd name="f98" fmla="*/ f77 1 389425"/>
                <a:gd name="f99" fmla="*/ f78 1 2011236"/>
                <a:gd name="f100" fmla="*/ f79 1 389425"/>
                <a:gd name="f101" fmla="*/ f80 1 2011236"/>
                <a:gd name="f102" fmla="*/ f81 1 389425"/>
                <a:gd name="f103" fmla="*/ f82 1 2011236"/>
                <a:gd name="f104" fmla="*/ f83 1 389425"/>
                <a:gd name="f105" fmla="*/ f84 1 2011236"/>
                <a:gd name="f106" fmla="*/ f85 1 389425"/>
                <a:gd name="f107" fmla="*/ f86 1 2011236"/>
                <a:gd name="f108" fmla="*/ f87 1 389425"/>
                <a:gd name="f109" fmla="*/ f88 1 2011236"/>
                <a:gd name="f110" fmla="*/ f89 1 389425"/>
                <a:gd name="f111" fmla="*/ f90 1 2011236"/>
                <a:gd name="f112" fmla="*/ f5 1 f69"/>
                <a:gd name="f113" fmla="*/ f6 1 f69"/>
                <a:gd name="f114" fmla="*/ f5 1 f70"/>
                <a:gd name="f115" fmla="*/ f7 1 f70"/>
                <a:gd name="f116" fmla="+- f91 0 f1"/>
                <a:gd name="f117" fmla="*/ f92 1 f69"/>
                <a:gd name="f118" fmla="*/ f93 1 f70"/>
                <a:gd name="f119" fmla="*/ f94 1 f69"/>
                <a:gd name="f120" fmla="*/ f95 1 f70"/>
                <a:gd name="f121" fmla="*/ f96 1 f69"/>
                <a:gd name="f122" fmla="*/ f97 1 f70"/>
                <a:gd name="f123" fmla="*/ f98 1 f69"/>
                <a:gd name="f124" fmla="*/ f99 1 f70"/>
                <a:gd name="f125" fmla="*/ f100 1 f69"/>
                <a:gd name="f126" fmla="*/ f101 1 f70"/>
                <a:gd name="f127" fmla="*/ f102 1 f69"/>
                <a:gd name="f128" fmla="*/ f103 1 f70"/>
                <a:gd name="f129" fmla="*/ f104 1 f69"/>
                <a:gd name="f130" fmla="*/ f105 1 f70"/>
                <a:gd name="f131" fmla="*/ f106 1 f69"/>
                <a:gd name="f132" fmla="*/ f107 1 f70"/>
                <a:gd name="f133" fmla="*/ f108 1 f69"/>
                <a:gd name="f134" fmla="*/ f109 1 f70"/>
                <a:gd name="f135" fmla="*/ f110 1 f69"/>
                <a:gd name="f136" fmla="*/ f111 1 f70"/>
                <a:gd name="f137" fmla="*/ f112 f64 1"/>
                <a:gd name="f138" fmla="*/ f113 f64 1"/>
                <a:gd name="f139" fmla="*/ f115 f65 1"/>
                <a:gd name="f140" fmla="*/ f114 f65 1"/>
                <a:gd name="f141" fmla="*/ f117 f64 1"/>
                <a:gd name="f142" fmla="*/ f118 f65 1"/>
                <a:gd name="f143" fmla="*/ f119 f64 1"/>
                <a:gd name="f144" fmla="*/ f120 f65 1"/>
                <a:gd name="f145" fmla="*/ f121 f64 1"/>
                <a:gd name="f146" fmla="*/ f122 f65 1"/>
                <a:gd name="f147" fmla="*/ f123 f64 1"/>
                <a:gd name="f148" fmla="*/ f124 f65 1"/>
                <a:gd name="f149" fmla="*/ f125 f64 1"/>
                <a:gd name="f150" fmla="*/ f126 f65 1"/>
                <a:gd name="f151" fmla="*/ f127 f64 1"/>
                <a:gd name="f152" fmla="*/ f128 f65 1"/>
                <a:gd name="f153" fmla="*/ f129 f64 1"/>
                <a:gd name="f154" fmla="*/ f130 f65 1"/>
                <a:gd name="f155" fmla="*/ f131 f64 1"/>
                <a:gd name="f156" fmla="*/ f132 f65 1"/>
                <a:gd name="f157" fmla="*/ f133 f64 1"/>
                <a:gd name="f158" fmla="*/ f134 f65 1"/>
                <a:gd name="f159" fmla="*/ f135 f64 1"/>
                <a:gd name="f160" fmla="*/ f136 f65 1"/>
              </a:gdLst>
              <a:ahLst/>
              <a:cxnLst>
                <a:cxn ang="3cd4">
                  <a:pos x="hc" y="t"/>
                </a:cxn>
                <a:cxn ang="0">
                  <a:pos x="r" y="vc"/>
                </a:cxn>
                <a:cxn ang="cd4">
                  <a:pos x="hc" y="b"/>
                </a:cxn>
                <a:cxn ang="cd2">
                  <a:pos x="l" y="vc"/>
                </a:cxn>
                <a:cxn ang="f116">
                  <a:pos x="f141" y="f142"/>
                </a:cxn>
                <a:cxn ang="f116">
                  <a:pos x="f143" y="f144"/>
                </a:cxn>
                <a:cxn ang="f116">
                  <a:pos x="f145" y="f146"/>
                </a:cxn>
                <a:cxn ang="f116">
                  <a:pos x="f147" y="f148"/>
                </a:cxn>
                <a:cxn ang="f116">
                  <a:pos x="f149" y="f150"/>
                </a:cxn>
                <a:cxn ang="f116">
                  <a:pos x="f151" y="f152"/>
                </a:cxn>
                <a:cxn ang="f116">
                  <a:pos x="f153" y="f154"/>
                </a:cxn>
                <a:cxn ang="f116">
                  <a:pos x="f155" y="f156"/>
                </a:cxn>
                <a:cxn ang="f116">
                  <a:pos x="f157" y="f158"/>
                </a:cxn>
                <a:cxn ang="f116">
                  <a:pos x="f159" y="f160"/>
                </a:cxn>
              </a:cxnLst>
              <a:rect l="f137" t="f140" r="f138" b="f139"/>
              <a:pathLst>
                <a:path w="389425" h="2011236">
                  <a:moveTo>
                    <a:pt x="f5" y="f8"/>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sp>
        <p:nvSpPr>
          <p:cNvPr id="13" name="Titre 1">
            <a:extLst>
              <a:ext uri="{FF2B5EF4-FFF2-40B4-BE49-F238E27FC236}">
                <a16:creationId xmlns:a16="http://schemas.microsoft.com/office/drawing/2014/main" id="{CABE233B-0C31-444A-8EC4-CCBB06D4919F}"/>
              </a:ext>
            </a:extLst>
          </p:cNvPr>
          <p:cNvSpPr txBox="1">
            <a:spLocks noGrp="1"/>
          </p:cNvSpPr>
          <p:nvPr>
            <p:ph type="title"/>
          </p:nvPr>
        </p:nvSpPr>
        <p:spPr>
          <a:xfrm>
            <a:off x="114912" y="113797"/>
            <a:ext cx="6688625" cy="2110590"/>
          </a:xfrm>
        </p:spPr>
        <p:txBody>
          <a:bodyPr/>
          <a:lstStyle/>
          <a:p>
            <a:pPr lvl="0"/>
            <a:r>
              <a:rPr lang="fr-FR" sz="3700" dirty="0"/>
              <a:t>Flow “test de profil parfum”</a:t>
            </a:r>
          </a:p>
        </p:txBody>
      </p:sp>
      <p:sp>
        <p:nvSpPr>
          <p:cNvPr id="14" name="Espace réservé du contenu 2">
            <a:extLst>
              <a:ext uri="{FF2B5EF4-FFF2-40B4-BE49-F238E27FC236}">
                <a16:creationId xmlns:a16="http://schemas.microsoft.com/office/drawing/2014/main" id="{1100247C-2DA0-47FB-9B0D-DEBB7F198D2E}"/>
              </a:ext>
            </a:extLst>
          </p:cNvPr>
          <p:cNvSpPr txBox="1">
            <a:spLocks noGrp="1"/>
          </p:cNvSpPr>
          <p:nvPr>
            <p:ph idx="1"/>
          </p:nvPr>
        </p:nvSpPr>
        <p:spPr>
          <a:xfrm>
            <a:off x="102120" y="1779641"/>
            <a:ext cx="11974968" cy="3487367"/>
          </a:xfrm>
        </p:spPr>
        <p:txBody>
          <a:bodyPr>
            <a:normAutofit fontScale="62500" lnSpcReduction="20000"/>
          </a:bodyPr>
          <a:lstStyle/>
          <a:p>
            <a:r>
              <a:rPr lang="fr-FR" sz="2000" dirty="0"/>
              <a:t>Le deuxième flux est le flux de “Profil parfum”.</a:t>
            </a:r>
            <a:br>
              <a:rPr lang="fr-FR" sz="2000" dirty="0"/>
            </a:br>
            <a:r>
              <a:rPr lang="fr-FR" sz="2000" dirty="0"/>
              <a:t>L’objectif ici est de réaliser une sorte de </a:t>
            </a:r>
            <a:r>
              <a:rPr lang="fr-FR" sz="2000" dirty="0" err="1"/>
              <a:t>mini-test</a:t>
            </a:r>
            <a:r>
              <a:rPr lang="fr-FR" sz="2000" dirty="0"/>
              <a:t> pour découvrir le style olfactif dominant de l’utilisateur.</a:t>
            </a:r>
          </a:p>
          <a:p>
            <a:r>
              <a:rPr lang="fr-FR" sz="2000" dirty="0"/>
              <a:t>Le flux commence par une série de questions ciblées, par exemple :</a:t>
            </a:r>
            <a:br>
              <a:rPr lang="fr-FR" sz="2000" dirty="0"/>
            </a:br>
            <a:r>
              <a:rPr lang="fr-FR" sz="2000" dirty="0"/>
              <a:t>– préfère-t-il des parfums légers ou intenses ?</a:t>
            </a:r>
            <a:br>
              <a:rPr lang="fr-FR" sz="2000" dirty="0"/>
            </a:br>
            <a:r>
              <a:rPr lang="fr-FR" sz="2000" dirty="0"/>
              <a:t>– aime-t-il les notes sucrées, boisées, florales ?</a:t>
            </a:r>
            <a:br>
              <a:rPr lang="fr-FR" sz="2000" dirty="0"/>
            </a:br>
            <a:r>
              <a:rPr lang="fr-FR" sz="2000" dirty="0"/>
              <a:t>– cherche-t-il un parfum pour tous les jours ou seulement pour les sorties ?</a:t>
            </a:r>
            <a:br>
              <a:rPr lang="fr-FR" sz="2000" dirty="0"/>
            </a:br>
            <a:r>
              <a:rPr lang="fr-FR" sz="2000" dirty="0"/>
              <a:t>– privilégie-t-il un effet discret, ou un parfum qui laisse une forte empreinte ?</a:t>
            </a:r>
          </a:p>
          <a:p>
            <a:r>
              <a:rPr lang="fr-FR" sz="2000" dirty="0"/>
              <a:t>Chaque réponse est enregistrée dans une variable de la conversation, de manière structurée.</a:t>
            </a:r>
            <a:br>
              <a:rPr lang="fr-FR" sz="2000" dirty="0"/>
            </a:br>
            <a:r>
              <a:rPr lang="fr-FR" sz="2000" dirty="0"/>
              <a:t>À la fin du questionnaire, un script JavaScript va analyser les choix de l’utilisateur.</a:t>
            </a:r>
            <a:br>
              <a:rPr lang="fr-FR" sz="2000" dirty="0"/>
            </a:br>
            <a:r>
              <a:rPr lang="fr-FR" sz="2000" dirty="0"/>
              <a:t>Par exemple, si l’utilisateur choisit souvent des options orientées “chaud”, “opulent”, “soirée”, le bot peut lui attribuer un profil comme Oriental Ambré.</a:t>
            </a:r>
            <a:br>
              <a:rPr lang="fr-FR" sz="2000" dirty="0"/>
            </a:br>
            <a:r>
              <a:rPr lang="fr-FR" sz="2000" dirty="0"/>
              <a:t>S’il préfère la fraîcheur, les agrumes et les senteurs propres, le résultat peut être Frais / Hespéridé.</a:t>
            </a:r>
            <a:br>
              <a:rPr lang="fr-FR" sz="2000" dirty="0"/>
            </a:br>
            <a:r>
              <a:rPr lang="fr-FR" sz="2000" dirty="0"/>
              <a:t>On peut aussi détecter un profil floral, boisé, gourmand, ou un profil mixte.</a:t>
            </a:r>
          </a:p>
          <a:p>
            <a:r>
              <a:rPr lang="fr-FR" sz="2000" dirty="0"/>
              <a:t>Après cette analyse, le bot présente à l’utilisateur son “profil testeur”.</a:t>
            </a:r>
          </a:p>
          <a:p>
            <a:r>
              <a:rPr lang="fr-FR" sz="2000" dirty="0"/>
              <a:t>Ce flux a une valeur marketing importante, car il crée une expérience personnalisée et engageante, un peu comme un test de personnalité appliqué au parfum.</a:t>
            </a:r>
          </a:p>
          <a:p>
            <a:pPr lvl="0">
              <a:lnSpc>
                <a:spcPct val="100000"/>
              </a:lnSpc>
            </a:pPr>
            <a:endParaRPr lang="fr-FR" sz="2000" dirty="0"/>
          </a:p>
          <a:p>
            <a:pPr lvl="0">
              <a:lnSpc>
                <a:spcPct val="100000"/>
              </a:lnSpc>
            </a:pPr>
            <a:endParaRPr lang="fr-FR" sz="2000" dirty="0"/>
          </a:p>
        </p:txBody>
      </p:sp>
      <p:grpSp>
        <p:nvGrpSpPr>
          <p:cNvPr id="16" name="Bottom Right">
            <a:extLst>
              <a:ext uri="{FF2B5EF4-FFF2-40B4-BE49-F238E27FC236}">
                <a16:creationId xmlns:a16="http://schemas.microsoft.com/office/drawing/2014/main" id="{22383550-DF08-40C0-8533-30A5635C489C}"/>
              </a:ext>
            </a:extLst>
          </p:cNvPr>
          <p:cNvGrpSpPr/>
          <p:nvPr/>
        </p:nvGrpSpPr>
        <p:grpSpPr>
          <a:xfrm>
            <a:off x="7980398" y="3276596"/>
            <a:ext cx="4211598" cy="3581403"/>
            <a:chOff x="7980398" y="3276596"/>
            <a:chExt cx="4211598" cy="3581403"/>
          </a:xfrm>
        </p:grpSpPr>
        <p:sp>
          <p:nvSpPr>
            <p:cNvPr id="17" name="Freeform: Shape 24">
              <a:extLst>
                <a:ext uri="{FF2B5EF4-FFF2-40B4-BE49-F238E27FC236}">
                  <a16:creationId xmlns:a16="http://schemas.microsoft.com/office/drawing/2014/main" id="{51C68973-78CE-47CA-A6FB-31F20DF54EBA}"/>
                </a:ext>
              </a:extLst>
            </p:cNvPr>
            <p:cNvSpPr/>
            <p:nvPr/>
          </p:nvSpPr>
          <p:spPr>
            <a:xfrm>
              <a:off x="10439256" y="6178637"/>
              <a:ext cx="1482105" cy="679362"/>
            </a:xfrm>
            <a:custGeom>
              <a:avLst/>
              <a:gdLst>
                <a:gd name="f0" fmla="val 10800000"/>
                <a:gd name="f1" fmla="val 5400000"/>
                <a:gd name="f2" fmla="val 180"/>
                <a:gd name="f3" fmla="val w"/>
                <a:gd name="f4" fmla="val h"/>
                <a:gd name="f5" fmla="val 0"/>
                <a:gd name="f6" fmla="val 1482102"/>
                <a:gd name="f7" fmla="val 679363"/>
                <a:gd name="f8" fmla="val 741051"/>
                <a:gd name="f9" fmla="val 1102506"/>
                <a:gd name="f10" fmla="val 1404077"/>
                <a:gd name="f11" fmla="val 256390"/>
                <a:gd name="f12" fmla="val 1473822"/>
                <a:gd name="f13" fmla="val 597226"/>
                <a:gd name="f14" fmla="val 8280"/>
                <a:gd name="f15" fmla="val 78025"/>
                <a:gd name="f16" fmla="val 379596"/>
                <a:gd name="f17" fmla="+- 0 0 -90"/>
                <a:gd name="f18" fmla="*/ f3 1 1482102"/>
                <a:gd name="f19" fmla="*/ f4 1 679363"/>
                <a:gd name="f20" fmla="+- f7 0 f5"/>
                <a:gd name="f21" fmla="+- f6 0 f5"/>
                <a:gd name="f22" fmla="*/ f17 f0 1"/>
                <a:gd name="f23" fmla="*/ f21 1 1482102"/>
                <a:gd name="f24" fmla="*/ f20 1 679363"/>
                <a:gd name="f25" fmla="*/ 741051 f21 1"/>
                <a:gd name="f26" fmla="*/ 0 f20 1"/>
                <a:gd name="f27" fmla="*/ 1473822 f21 1"/>
                <a:gd name="f28" fmla="*/ 597226 f20 1"/>
                <a:gd name="f29" fmla="*/ 1482102 f21 1"/>
                <a:gd name="f30" fmla="*/ 679363 f20 1"/>
                <a:gd name="f31" fmla="*/ 0 f21 1"/>
                <a:gd name="f32" fmla="*/ 8280 f21 1"/>
                <a:gd name="f33" fmla="*/ f22 1 f2"/>
                <a:gd name="f34" fmla="*/ f25 1 1482102"/>
                <a:gd name="f35" fmla="*/ f26 1 679363"/>
                <a:gd name="f36" fmla="*/ f27 1 1482102"/>
                <a:gd name="f37" fmla="*/ f28 1 679363"/>
                <a:gd name="f38" fmla="*/ f29 1 1482102"/>
                <a:gd name="f39" fmla="*/ f30 1 679363"/>
                <a:gd name="f40" fmla="*/ f31 1 1482102"/>
                <a:gd name="f41" fmla="*/ f32 1 1482102"/>
                <a:gd name="f42" fmla="*/ f5 1 f23"/>
                <a:gd name="f43" fmla="*/ f6 1 f23"/>
                <a:gd name="f44" fmla="*/ f5 1 f24"/>
                <a:gd name="f45" fmla="*/ f7 1 f24"/>
                <a:gd name="f46" fmla="+- f33 0 f1"/>
                <a:gd name="f47" fmla="*/ f34 1 f23"/>
                <a:gd name="f48" fmla="*/ f35 1 f24"/>
                <a:gd name="f49" fmla="*/ f36 1 f23"/>
                <a:gd name="f50" fmla="*/ f37 1 f24"/>
                <a:gd name="f51" fmla="*/ f38 1 f23"/>
                <a:gd name="f52" fmla="*/ f39 1 f24"/>
                <a:gd name="f53" fmla="*/ f40 1 f23"/>
                <a:gd name="f54" fmla="*/ f41 1 f23"/>
                <a:gd name="f55" fmla="*/ f42 f18 1"/>
                <a:gd name="f56" fmla="*/ f43 f18 1"/>
                <a:gd name="f57" fmla="*/ f45 f19 1"/>
                <a:gd name="f58" fmla="*/ f44 f19 1"/>
                <a:gd name="f59" fmla="*/ f47 f18 1"/>
                <a:gd name="f60" fmla="*/ f48 f19 1"/>
                <a:gd name="f61" fmla="*/ f49 f18 1"/>
                <a:gd name="f62" fmla="*/ f50 f19 1"/>
                <a:gd name="f63" fmla="*/ f51 f18 1"/>
                <a:gd name="f64" fmla="*/ f52 f19 1"/>
                <a:gd name="f65" fmla="*/ f53 f18 1"/>
                <a:gd name="f66" fmla="*/ f54 f18 1"/>
              </a:gdLst>
              <a:ahLst/>
              <a:cxnLst>
                <a:cxn ang="3cd4">
                  <a:pos x="hc" y="t"/>
                </a:cxn>
                <a:cxn ang="0">
                  <a:pos x="r" y="vc"/>
                </a:cxn>
                <a:cxn ang="cd4">
                  <a:pos x="hc" y="b"/>
                </a:cxn>
                <a:cxn ang="cd2">
                  <a:pos x="l" y="vc"/>
                </a:cxn>
                <a:cxn ang="f46">
                  <a:pos x="f59" y="f60"/>
                </a:cxn>
                <a:cxn ang="f46">
                  <a:pos x="f61" y="f62"/>
                </a:cxn>
                <a:cxn ang="f46">
                  <a:pos x="f63" y="f64"/>
                </a:cxn>
                <a:cxn ang="f46">
                  <a:pos x="f65" y="f64"/>
                </a:cxn>
                <a:cxn ang="f46">
                  <a:pos x="f66" y="f62"/>
                </a:cxn>
                <a:cxn ang="f46">
                  <a:pos x="f59" y="f60"/>
                </a:cxn>
              </a:cxnLst>
              <a:rect l="f55" t="f58" r="f56" b="f57"/>
              <a:pathLst>
                <a:path w="1482102" h="679363">
                  <a:moveTo>
                    <a:pt x="f8" y="f5"/>
                  </a:moveTo>
                  <a:cubicBezTo>
                    <a:pt x="f9" y="f5"/>
                    <a:pt x="f10" y="f11"/>
                    <a:pt x="f12" y="f13"/>
                  </a:cubicBezTo>
                  <a:lnTo>
                    <a:pt x="f6" y="f7"/>
                  </a:lnTo>
                  <a:lnTo>
                    <a:pt x="f5" y="f7"/>
                  </a:lnTo>
                  <a:lnTo>
                    <a:pt x="f14" y="f13"/>
                  </a:lnTo>
                  <a:cubicBezTo>
                    <a:pt x="f15" y="f11"/>
                    <a:pt x="f16" y="f5"/>
                    <a:pt x="f8" y="f5"/>
                  </a:cubicBezTo>
                  <a:close/>
                </a:path>
              </a:pathLst>
            </a:cu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grpSp>
          <p:nvGrpSpPr>
            <p:cNvPr id="18" name="Graphic 157">
              <a:extLst>
                <a:ext uri="{FF2B5EF4-FFF2-40B4-BE49-F238E27FC236}">
                  <a16:creationId xmlns:a16="http://schemas.microsoft.com/office/drawing/2014/main" id="{3984BE9E-5DCF-4239-B4D9-930B8F814F22}"/>
                </a:ext>
              </a:extLst>
            </p:cNvPr>
            <p:cNvGrpSpPr/>
            <p:nvPr/>
          </p:nvGrpSpPr>
          <p:grpSpPr>
            <a:xfrm>
              <a:off x="8662742" y="3276596"/>
              <a:ext cx="3529254" cy="3581403"/>
              <a:chOff x="8662742" y="3276596"/>
              <a:chExt cx="3529254" cy="3581403"/>
            </a:xfrm>
          </p:grpSpPr>
          <p:sp>
            <p:nvSpPr>
              <p:cNvPr id="19" name="Freeform: Shape 27">
                <a:extLst>
                  <a:ext uri="{FF2B5EF4-FFF2-40B4-BE49-F238E27FC236}">
                    <a16:creationId xmlns:a16="http://schemas.microsoft.com/office/drawing/2014/main" id="{2431CAA5-D1BE-4C2F-8385-C3BF149178DF}"/>
                  </a:ext>
                </a:extLst>
              </p:cNvPr>
              <p:cNvSpPr/>
              <p:nvPr/>
            </p:nvSpPr>
            <p:spPr>
              <a:xfrm>
                <a:off x="8662742" y="3276596"/>
                <a:ext cx="3516197" cy="3565391"/>
              </a:xfrm>
              <a:custGeom>
                <a:avLst/>
                <a:gdLst>
                  <a:gd name="f0" fmla="val 10800000"/>
                  <a:gd name="f1" fmla="val 5400000"/>
                  <a:gd name="f2" fmla="val 180"/>
                  <a:gd name="f3" fmla="val w"/>
                  <a:gd name="f4" fmla="val h"/>
                  <a:gd name="f5" fmla="val 0"/>
                  <a:gd name="f6" fmla="val 3946874"/>
                  <a:gd name="f7" fmla="val 3989641"/>
                  <a:gd name="f8" fmla="val 19050"/>
                  <a:gd name="f9" fmla="val 3957257"/>
                  <a:gd name="f10" fmla="val 50959"/>
                  <a:gd name="f11" fmla="val 3916013"/>
                  <a:gd name="f12" fmla="val 79439"/>
                  <a:gd name="f13" fmla="val 3891153"/>
                  <a:gd name="f14" fmla="val 165544"/>
                  <a:gd name="f15" fmla="val 3815906"/>
                  <a:gd name="f16" fmla="val 227933"/>
                  <a:gd name="f17" fmla="val 3717989"/>
                  <a:gd name="f18" fmla="val 297371"/>
                  <a:gd name="f19" fmla="val 3626930"/>
                  <a:gd name="f20" fmla="val 346615"/>
                  <a:gd name="f21" fmla="val 3562255"/>
                  <a:gd name="f22" fmla="val 398050"/>
                  <a:gd name="f23" fmla="val 3499009"/>
                  <a:gd name="f24" fmla="val 454343"/>
                  <a:gd name="f25" fmla="val 3440335"/>
                  <a:gd name="f26" fmla="val 506349"/>
                  <a:gd name="f27" fmla="val 3386042"/>
                  <a:gd name="f28" fmla="val 562642"/>
                  <a:gd name="f29" fmla="val 3336227"/>
                  <a:gd name="f30" fmla="val 622363"/>
                  <a:gd name="f31" fmla="val 3290697"/>
                  <a:gd name="f32" fmla="val 719519"/>
                  <a:gd name="f33" fmla="val 3216688"/>
                  <a:gd name="f34" fmla="val 824960"/>
                  <a:gd name="f35" fmla="val 3154585"/>
                  <a:gd name="f36" fmla="val 927068"/>
                  <a:gd name="f37" fmla="val 3087434"/>
                  <a:gd name="f38" fmla="val 1011365"/>
                  <a:gd name="f39" fmla="val 3031998"/>
                  <a:gd name="f40" fmla="val 1093565"/>
                  <a:gd name="f41" fmla="val 2973324"/>
                  <a:gd name="f42" fmla="val 1176338"/>
                  <a:gd name="f43" fmla="val 2915603"/>
                  <a:gd name="f44" fmla="val 1246537"/>
                  <a:gd name="f45" fmla="val 2866644"/>
                  <a:gd name="f46" fmla="val 1317308"/>
                  <a:gd name="f47" fmla="val 2818066"/>
                  <a:gd name="f48" fmla="val 1394270"/>
                  <a:gd name="f49" fmla="val 2780729"/>
                  <a:gd name="f50" fmla="val 1459421"/>
                  <a:gd name="f51" fmla="val 2749106"/>
                  <a:gd name="f52" fmla="val 1528763"/>
                  <a:gd name="f53" fmla="val 2724436"/>
                  <a:gd name="f54" fmla="val 1601057"/>
                  <a:gd name="f55" fmla="val 2723483"/>
                  <a:gd name="f56" fmla="val 1653350"/>
                  <a:gd name="f57" fmla="val 2722721"/>
                  <a:gd name="f58" fmla="val 1704785"/>
                  <a:gd name="f59" fmla="val 2733485"/>
                  <a:gd name="f60" fmla="val 1756220"/>
                  <a:gd name="f61" fmla="val 2743772"/>
                  <a:gd name="f62" fmla="val 1800320"/>
                  <a:gd name="f63" fmla="val 2752630"/>
                  <a:gd name="f64" fmla="val 1844612"/>
                  <a:gd name="f65" fmla="val 2760250"/>
                  <a:gd name="f66" fmla="val 1889189"/>
                  <a:gd name="f67" fmla="val 2765965"/>
                  <a:gd name="f68" fmla="val 1928622"/>
                  <a:gd name="f69" fmla="val 2771013"/>
                  <a:gd name="f70" fmla="val 1968437"/>
                  <a:gd name="f71" fmla="val 2773299"/>
                  <a:gd name="f72" fmla="val 2007394"/>
                  <a:gd name="f73" fmla="val 2073878"/>
                  <a:gd name="f74" fmla="val 2753487"/>
                  <a:gd name="f75" fmla="val 2130647"/>
                  <a:gd name="f76" fmla="val 2712911"/>
                  <a:gd name="f77" fmla="val 2184654"/>
                  <a:gd name="f78" fmla="val 2671763"/>
                  <a:gd name="f79" fmla="val 2245900"/>
                  <a:gd name="f80" fmla="val 2625090"/>
                  <a:gd name="f81" fmla="val 2304002"/>
                  <a:gd name="f82" fmla="val 2573465"/>
                  <a:gd name="f83" fmla="val 2372773"/>
                  <a:gd name="f84" fmla="val 2538984"/>
                  <a:gd name="f85" fmla="val 2394395"/>
                  <a:gd name="f86" fmla="val 2528126"/>
                  <a:gd name="f87" fmla="val 2416874"/>
                  <a:gd name="f88" fmla="val 2518982"/>
                  <a:gd name="f89" fmla="val 2439543"/>
                  <a:gd name="f90" fmla="val 2510504"/>
                  <a:gd name="f91" fmla="val 2509552"/>
                  <a:gd name="f92" fmla="val 2484215"/>
                  <a:gd name="f93" fmla="val 2580037"/>
                  <a:gd name="f94" fmla="val 2459450"/>
                  <a:gd name="f95" fmla="val 2650617"/>
                  <a:gd name="f96" fmla="val 2434781"/>
                  <a:gd name="f97" fmla="val 2695956"/>
                  <a:gd name="f98" fmla="val 2418874"/>
                  <a:gd name="f99" fmla="val 2741295"/>
                  <a:gd name="f100" fmla="val 2402872"/>
                  <a:gd name="f101" fmla="val 2785110"/>
                  <a:gd name="f102" fmla="val 2383060"/>
                  <a:gd name="f103" fmla="val 2824448"/>
                  <a:gd name="f104" fmla="val 2365248"/>
                  <a:gd name="f105" fmla="val 2862358"/>
                  <a:gd name="f106" fmla="val 2344198"/>
                  <a:gd name="f107" fmla="val 2897315"/>
                  <a:gd name="f108" fmla="val 2318861"/>
                  <a:gd name="f109" fmla="val 2934367"/>
                  <a:gd name="f110" fmla="val 2292096"/>
                  <a:gd name="f111" fmla="val 2968085"/>
                  <a:gd name="f112" fmla="val 2260854"/>
                  <a:gd name="f113" fmla="val 2997994"/>
                  <a:gd name="f114" fmla="val 2226183"/>
                  <a:gd name="f115" fmla="val 3020949"/>
                  <a:gd name="f116" fmla="val 2199513"/>
                  <a:gd name="f117" fmla="val 3041714"/>
                  <a:gd name="f118" fmla="val 2170938"/>
                  <a:gd name="f119" fmla="val 3061240"/>
                  <a:gd name="f120" fmla="val 2141506"/>
                  <a:gd name="f121" fmla="val 3091529"/>
                  <a:gd name="f122" fmla="val 2095976"/>
                  <a:gd name="f123" fmla="val 3119533"/>
                  <a:gd name="f124" fmla="val 2049018"/>
                  <a:gd name="f125" fmla="val 3152108"/>
                  <a:gd name="f126" fmla="val 2005203"/>
                  <a:gd name="f127" fmla="val 3188113"/>
                  <a:gd name="f128" fmla="val 1956626"/>
                  <a:gd name="f129" fmla="val 3229261"/>
                  <a:gd name="f130" fmla="val 1912144"/>
                  <a:gd name="f131" fmla="val 3274124"/>
                  <a:gd name="f132" fmla="val 1871567"/>
                  <a:gd name="f133" fmla="val 3311747"/>
                  <a:gd name="f134" fmla="val 1837563"/>
                  <a:gd name="f135" fmla="val 3351848"/>
                  <a:gd name="f136" fmla="val 1806321"/>
                  <a:gd name="f137" fmla="val 3388138"/>
                  <a:gd name="f138" fmla="val 1770888"/>
                  <a:gd name="f139" fmla="val 3416999"/>
                  <a:gd name="f140" fmla="val 1742694"/>
                  <a:gd name="f141" fmla="val 3443002"/>
                  <a:gd name="f142" fmla="val 1711833"/>
                  <a:gd name="f143" fmla="val 3466529"/>
                  <a:gd name="f144" fmla="val 1679162"/>
                  <a:gd name="f145" fmla="val 3495008"/>
                  <a:gd name="f146" fmla="val 1639348"/>
                  <a:gd name="f147" fmla="val 3519392"/>
                  <a:gd name="f148" fmla="val 1596771"/>
                  <a:gd name="f149" fmla="val 3538633"/>
                  <a:gd name="f150" fmla="val 1551718"/>
                  <a:gd name="f151" fmla="val 3562731"/>
                  <a:gd name="f152" fmla="val 1495616"/>
                  <a:gd name="f153" fmla="val 3578924"/>
                  <a:gd name="f154" fmla="val 1436465"/>
                  <a:gd name="f155" fmla="val 3588544"/>
                  <a:gd name="f156" fmla="val 1376172"/>
                  <a:gd name="f157" fmla="val 3592925"/>
                  <a:gd name="f158" fmla="val 1348740"/>
                  <a:gd name="f159" fmla="val 3595688"/>
                  <a:gd name="f160" fmla="val 1321022"/>
                  <a:gd name="f161" fmla="val 3597402"/>
                  <a:gd name="f162" fmla="val 1293305"/>
                  <a:gd name="f163" fmla="val 3605974"/>
                  <a:gd name="f164" fmla="val 1155859"/>
                  <a:gd name="f165" fmla="val 3717703"/>
                  <a:gd name="f166" fmla="val 1018127"/>
                  <a:gd name="f167" fmla="val 3721227"/>
                  <a:gd name="f168" fmla="val 880491"/>
                  <a:gd name="f169" fmla="val 3724751"/>
                  <a:gd name="f170" fmla="val 740855"/>
                  <a:gd name="f171" fmla="val 3743135"/>
                  <a:gd name="f172" fmla="val 602171"/>
                  <a:gd name="f173" fmla="val 3761137"/>
                  <a:gd name="f174" fmla="val 463677"/>
                  <a:gd name="f175" fmla="val 3776186"/>
                  <a:gd name="f176" fmla="val 347758"/>
                  <a:gd name="f177" fmla="val 3934968"/>
                  <a:gd name="f178" fmla="val 116205"/>
                  <a:gd name="f179" fmla="+- 0 0 -90"/>
                  <a:gd name="f180" fmla="*/ f3 1 3946874"/>
                  <a:gd name="f181" fmla="*/ f4 1 3989641"/>
                  <a:gd name="f182" fmla="+- f7 0 f5"/>
                  <a:gd name="f183" fmla="+- f6 0 f5"/>
                  <a:gd name="f184" fmla="*/ f179 f0 1"/>
                  <a:gd name="f185" fmla="*/ f183 1 3946874"/>
                  <a:gd name="f186" fmla="*/ f182 1 3989641"/>
                  <a:gd name="f187" fmla="*/ 0 f183 1"/>
                  <a:gd name="f188" fmla="*/ 3989641 f182 1"/>
                  <a:gd name="f189" fmla="*/ 79439 f183 1"/>
                  <a:gd name="f190" fmla="*/ 3891153 f182 1"/>
                  <a:gd name="f191" fmla="*/ 297371 f183 1"/>
                  <a:gd name="f192" fmla="*/ 3626930 f182 1"/>
                  <a:gd name="f193" fmla="*/ 454343 f183 1"/>
                  <a:gd name="f194" fmla="*/ 3440335 f182 1"/>
                  <a:gd name="f195" fmla="*/ 622363 f183 1"/>
                  <a:gd name="f196" fmla="*/ 3290697 f182 1"/>
                  <a:gd name="f197" fmla="*/ 927068 f183 1"/>
                  <a:gd name="f198" fmla="*/ 3087434 f182 1"/>
                  <a:gd name="f199" fmla="*/ 1176338 f183 1"/>
                  <a:gd name="f200" fmla="*/ 2915603 f182 1"/>
                  <a:gd name="f201" fmla="*/ 1394270 f183 1"/>
                  <a:gd name="f202" fmla="*/ 2780729 f182 1"/>
                  <a:gd name="f203" fmla="*/ 1601057 f183 1"/>
                  <a:gd name="f204" fmla="*/ 2723483 f182 1"/>
                  <a:gd name="f205" fmla="*/ 1756220 f183 1"/>
                  <a:gd name="f206" fmla="*/ 2743772 f182 1"/>
                  <a:gd name="f207" fmla="*/ 1889189 f183 1"/>
                  <a:gd name="f208" fmla="*/ 2765965 f182 1"/>
                  <a:gd name="f209" fmla="*/ 2007394 f183 1"/>
                  <a:gd name="f210" fmla="*/ 2184654 f183 1"/>
                  <a:gd name="f211" fmla="*/ 2671763 f182 1"/>
                  <a:gd name="f212" fmla="*/ 2372773 f183 1"/>
                  <a:gd name="f213" fmla="*/ 2538984 f182 1"/>
                  <a:gd name="f214" fmla="*/ 2439543 f183 1"/>
                  <a:gd name="f215" fmla="*/ 2510504 f182 1"/>
                  <a:gd name="f216" fmla="*/ 2650617 f183 1"/>
                  <a:gd name="f217" fmla="*/ 2434781 f182 1"/>
                  <a:gd name="f218" fmla="*/ 2785110 f183 1"/>
                  <a:gd name="f219" fmla="*/ 2383060 f182 1"/>
                  <a:gd name="f220" fmla="*/ 2897315 f183 1"/>
                  <a:gd name="f221" fmla="*/ 2318861 f182 1"/>
                  <a:gd name="f222" fmla="*/ 2997994 f183 1"/>
                  <a:gd name="f223" fmla="*/ 2226183 f182 1"/>
                  <a:gd name="f224" fmla="*/ 3061240 f183 1"/>
                  <a:gd name="f225" fmla="*/ 2141506 f182 1"/>
                  <a:gd name="f226" fmla="*/ 3152108 f183 1"/>
                  <a:gd name="f227" fmla="*/ 2005203 f182 1"/>
                  <a:gd name="f228" fmla="*/ 3274124 f183 1"/>
                  <a:gd name="f229" fmla="*/ 1871567 f182 1"/>
                  <a:gd name="f230" fmla="*/ 3388138 f183 1"/>
                  <a:gd name="f231" fmla="*/ 1770888 f182 1"/>
                  <a:gd name="f232" fmla="*/ 3466529 f183 1"/>
                  <a:gd name="f233" fmla="*/ 1679162 f182 1"/>
                  <a:gd name="f234" fmla="*/ 3538633 f183 1"/>
                  <a:gd name="f235" fmla="*/ 1551718 f182 1"/>
                  <a:gd name="f236" fmla="*/ 3588544 f183 1"/>
                  <a:gd name="f237" fmla="*/ 1376172 f182 1"/>
                  <a:gd name="f238" fmla="*/ 3597402 f183 1"/>
                  <a:gd name="f239" fmla="*/ 1293305 f182 1"/>
                  <a:gd name="f240" fmla="*/ 3721227 f183 1"/>
                  <a:gd name="f241" fmla="*/ 880491 f182 1"/>
                  <a:gd name="f242" fmla="*/ 3761137 f183 1"/>
                  <a:gd name="f243" fmla="*/ 463677 f182 1"/>
                  <a:gd name="f244" fmla="*/ 3946874 f183 1"/>
                  <a:gd name="f245" fmla="*/ 0 f182 1"/>
                  <a:gd name="f246" fmla="*/ f184 1 f2"/>
                  <a:gd name="f247" fmla="*/ f187 1 3946874"/>
                  <a:gd name="f248" fmla="*/ f188 1 3989641"/>
                  <a:gd name="f249" fmla="*/ f189 1 3946874"/>
                  <a:gd name="f250" fmla="*/ f190 1 3989641"/>
                  <a:gd name="f251" fmla="*/ f191 1 3946874"/>
                  <a:gd name="f252" fmla="*/ f192 1 3989641"/>
                  <a:gd name="f253" fmla="*/ f193 1 3946874"/>
                  <a:gd name="f254" fmla="*/ f194 1 3989641"/>
                  <a:gd name="f255" fmla="*/ f195 1 3946874"/>
                  <a:gd name="f256" fmla="*/ f196 1 3989641"/>
                  <a:gd name="f257" fmla="*/ f197 1 3946874"/>
                  <a:gd name="f258" fmla="*/ f198 1 3989641"/>
                  <a:gd name="f259" fmla="*/ f199 1 3946874"/>
                  <a:gd name="f260" fmla="*/ f200 1 3989641"/>
                  <a:gd name="f261" fmla="*/ f201 1 3946874"/>
                  <a:gd name="f262" fmla="*/ f202 1 3989641"/>
                  <a:gd name="f263" fmla="*/ f203 1 3946874"/>
                  <a:gd name="f264" fmla="*/ f204 1 3989641"/>
                  <a:gd name="f265" fmla="*/ f205 1 3946874"/>
                  <a:gd name="f266" fmla="*/ f206 1 3989641"/>
                  <a:gd name="f267" fmla="*/ f207 1 3946874"/>
                  <a:gd name="f268" fmla="*/ f208 1 3989641"/>
                  <a:gd name="f269" fmla="*/ f209 1 3946874"/>
                  <a:gd name="f270" fmla="*/ f210 1 3946874"/>
                  <a:gd name="f271" fmla="*/ f211 1 3989641"/>
                  <a:gd name="f272" fmla="*/ f212 1 3946874"/>
                  <a:gd name="f273" fmla="*/ f213 1 3989641"/>
                  <a:gd name="f274" fmla="*/ f214 1 3946874"/>
                  <a:gd name="f275" fmla="*/ f215 1 3989641"/>
                  <a:gd name="f276" fmla="*/ f216 1 3946874"/>
                  <a:gd name="f277" fmla="*/ f217 1 3989641"/>
                  <a:gd name="f278" fmla="*/ f218 1 3946874"/>
                  <a:gd name="f279" fmla="*/ f219 1 3989641"/>
                  <a:gd name="f280" fmla="*/ f220 1 3946874"/>
                  <a:gd name="f281" fmla="*/ f221 1 3989641"/>
                  <a:gd name="f282" fmla="*/ f222 1 3946874"/>
                  <a:gd name="f283" fmla="*/ f223 1 3989641"/>
                  <a:gd name="f284" fmla="*/ f224 1 3946874"/>
                  <a:gd name="f285" fmla="*/ f225 1 3989641"/>
                  <a:gd name="f286" fmla="*/ f226 1 3946874"/>
                  <a:gd name="f287" fmla="*/ f227 1 3989641"/>
                  <a:gd name="f288" fmla="*/ f228 1 3946874"/>
                  <a:gd name="f289" fmla="*/ f229 1 3989641"/>
                  <a:gd name="f290" fmla="*/ f230 1 3946874"/>
                  <a:gd name="f291" fmla="*/ f231 1 3989641"/>
                  <a:gd name="f292" fmla="*/ f232 1 3946874"/>
                  <a:gd name="f293" fmla="*/ f233 1 3989641"/>
                  <a:gd name="f294" fmla="*/ f234 1 3946874"/>
                  <a:gd name="f295" fmla="*/ f235 1 3989641"/>
                  <a:gd name="f296" fmla="*/ f236 1 3946874"/>
                  <a:gd name="f297" fmla="*/ f237 1 3989641"/>
                  <a:gd name="f298" fmla="*/ f238 1 3946874"/>
                  <a:gd name="f299" fmla="*/ f239 1 3989641"/>
                  <a:gd name="f300" fmla="*/ f240 1 3946874"/>
                  <a:gd name="f301" fmla="*/ f241 1 3989641"/>
                  <a:gd name="f302" fmla="*/ f242 1 3946874"/>
                  <a:gd name="f303" fmla="*/ f243 1 3989641"/>
                  <a:gd name="f304" fmla="*/ f244 1 3946874"/>
                  <a:gd name="f305" fmla="*/ f245 1 3989641"/>
                  <a:gd name="f306" fmla="*/ f5 1 f185"/>
                  <a:gd name="f307" fmla="*/ f6 1 f185"/>
                  <a:gd name="f308" fmla="*/ f5 1 f186"/>
                  <a:gd name="f309" fmla="*/ f7 1 f186"/>
                  <a:gd name="f310" fmla="+- f246 0 f1"/>
                  <a:gd name="f311" fmla="*/ f247 1 f185"/>
                  <a:gd name="f312" fmla="*/ f248 1 f186"/>
                  <a:gd name="f313" fmla="*/ f249 1 f185"/>
                  <a:gd name="f314" fmla="*/ f250 1 f186"/>
                  <a:gd name="f315" fmla="*/ f251 1 f185"/>
                  <a:gd name="f316" fmla="*/ f252 1 f186"/>
                  <a:gd name="f317" fmla="*/ f253 1 f185"/>
                  <a:gd name="f318" fmla="*/ f254 1 f186"/>
                  <a:gd name="f319" fmla="*/ f255 1 f185"/>
                  <a:gd name="f320" fmla="*/ f256 1 f186"/>
                  <a:gd name="f321" fmla="*/ f257 1 f185"/>
                  <a:gd name="f322" fmla="*/ f258 1 f186"/>
                  <a:gd name="f323" fmla="*/ f259 1 f185"/>
                  <a:gd name="f324" fmla="*/ f260 1 f186"/>
                  <a:gd name="f325" fmla="*/ f261 1 f185"/>
                  <a:gd name="f326" fmla="*/ f262 1 f186"/>
                  <a:gd name="f327" fmla="*/ f263 1 f185"/>
                  <a:gd name="f328" fmla="*/ f264 1 f186"/>
                  <a:gd name="f329" fmla="*/ f265 1 f185"/>
                  <a:gd name="f330" fmla="*/ f266 1 f186"/>
                  <a:gd name="f331" fmla="*/ f267 1 f185"/>
                  <a:gd name="f332" fmla="*/ f268 1 f186"/>
                  <a:gd name="f333" fmla="*/ f269 1 f185"/>
                  <a:gd name="f334" fmla="*/ f270 1 f185"/>
                  <a:gd name="f335" fmla="*/ f271 1 f186"/>
                  <a:gd name="f336" fmla="*/ f272 1 f185"/>
                  <a:gd name="f337" fmla="*/ f273 1 f186"/>
                  <a:gd name="f338" fmla="*/ f274 1 f185"/>
                  <a:gd name="f339" fmla="*/ f275 1 f186"/>
                  <a:gd name="f340" fmla="*/ f276 1 f185"/>
                  <a:gd name="f341" fmla="*/ f277 1 f186"/>
                  <a:gd name="f342" fmla="*/ f278 1 f185"/>
                  <a:gd name="f343" fmla="*/ f279 1 f186"/>
                  <a:gd name="f344" fmla="*/ f280 1 f185"/>
                  <a:gd name="f345" fmla="*/ f281 1 f186"/>
                  <a:gd name="f346" fmla="*/ f282 1 f185"/>
                  <a:gd name="f347" fmla="*/ f283 1 f186"/>
                  <a:gd name="f348" fmla="*/ f284 1 f185"/>
                  <a:gd name="f349" fmla="*/ f285 1 f186"/>
                  <a:gd name="f350" fmla="*/ f286 1 f185"/>
                  <a:gd name="f351" fmla="*/ f287 1 f186"/>
                  <a:gd name="f352" fmla="*/ f288 1 f185"/>
                  <a:gd name="f353" fmla="*/ f289 1 f186"/>
                  <a:gd name="f354" fmla="*/ f290 1 f185"/>
                  <a:gd name="f355" fmla="*/ f291 1 f186"/>
                  <a:gd name="f356" fmla="*/ f292 1 f185"/>
                  <a:gd name="f357" fmla="*/ f293 1 f186"/>
                  <a:gd name="f358" fmla="*/ f294 1 f185"/>
                  <a:gd name="f359" fmla="*/ f295 1 f186"/>
                  <a:gd name="f360" fmla="*/ f296 1 f185"/>
                  <a:gd name="f361" fmla="*/ f297 1 f186"/>
                  <a:gd name="f362" fmla="*/ f298 1 f185"/>
                  <a:gd name="f363" fmla="*/ f299 1 f186"/>
                  <a:gd name="f364" fmla="*/ f300 1 f185"/>
                  <a:gd name="f365" fmla="*/ f301 1 f186"/>
                  <a:gd name="f366" fmla="*/ f302 1 f185"/>
                  <a:gd name="f367" fmla="*/ f303 1 f186"/>
                  <a:gd name="f368" fmla="*/ f304 1 f185"/>
                  <a:gd name="f369" fmla="*/ f305 1 f186"/>
                  <a:gd name="f370" fmla="*/ f306 f180 1"/>
                  <a:gd name="f371" fmla="*/ f307 f180 1"/>
                  <a:gd name="f372" fmla="*/ f309 f181 1"/>
                  <a:gd name="f373" fmla="*/ f308 f181 1"/>
                  <a:gd name="f374" fmla="*/ f311 f180 1"/>
                  <a:gd name="f375" fmla="*/ f312 f181 1"/>
                  <a:gd name="f376" fmla="*/ f313 f180 1"/>
                  <a:gd name="f377" fmla="*/ f314 f181 1"/>
                  <a:gd name="f378" fmla="*/ f315 f180 1"/>
                  <a:gd name="f379" fmla="*/ f316 f181 1"/>
                  <a:gd name="f380" fmla="*/ f317 f180 1"/>
                  <a:gd name="f381" fmla="*/ f318 f181 1"/>
                  <a:gd name="f382" fmla="*/ f319 f180 1"/>
                  <a:gd name="f383" fmla="*/ f320 f181 1"/>
                  <a:gd name="f384" fmla="*/ f321 f180 1"/>
                  <a:gd name="f385" fmla="*/ f322 f181 1"/>
                  <a:gd name="f386" fmla="*/ f323 f180 1"/>
                  <a:gd name="f387" fmla="*/ f324 f181 1"/>
                  <a:gd name="f388" fmla="*/ f325 f180 1"/>
                  <a:gd name="f389" fmla="*/ f326 f181 1"/>
                  <a:gd name="f390" fmla="*/ f327 f180 1"/>
                  <a:gd name="f391" fmla="*/ f328 f181 1"/>
                  <a:gd name="f392" fmla="*/ f329 f180 1"/>
                  <a:gd name="f393" fmla="*/ f330 f181 1"/>
                  <a:gd name="f394" fmla="*/ f331 f180 1"/>
                  <a:gd name="f395" fmla="*/ f332 f181 1"/>
                  <a:gd name="f396" fmla="*/ f333 f180 1"/>
                  <a:gd name="f397" fmla="*/ f334 f180 1"/>
                  <a:gd name="f398" fmla="*/ f335 f181 1"/>
                  <a:gd name="f399" fmla="*/ f336 f180 1"/>
                  <a:gd name="f400" fmla="*/ f337 f181 1"/>
                  <a:gd name="f401" fmla="*/ f338 f180 1"/>
                  <a:gd name="f402" fmla="*/ f339 f181 1"/>
                  <a:gd name="f403" fmla="*/ f340 f180 1"/>
                  <a:gd name="f404" fmla="*/ f341 f181 1"/>
                  <a:gd name="f405" fmla="*/ f342 f180 1"/>
                  <a:gd name="f406" fmla="*/ f343 f181 1"/>
                  <a:gd name="f407" fmla="*/ f344 f180 1"/>
                  <a:gd name="f408" fmla="*/ f345 f181 1"/>
                  <a:gd name="f409" fmla="*/ f346 f180 1"/>
                  <a:gd name="f410" fmla="*/ f347 f181 1"/>
                  <a:gd name="f411" fmla="*/ f348 f180 1"/>
                  <a:gd name="f412" fmla="*/ f349 f181 1"/>
                  <a:gd name="f413" fmla="*/ f350 f180 1"/>
                  <a:gd name="f414" fmla="*/ f351 f181 1"/>
                  <a:gd name="f415" fmla="*/ f352 f180 1"/>
                  <a:gd name="f416" fmla="*/ f353 f181 1"/>
                  <a:gd name="f417" fmla="*/ f354 f180 1"/>
                  <a:gd name="f418" fmla="*/ f355 f181 1"/>
                  <a:gd name="f419" fmla="*/ f356 f180 1"/>
                  <a:gd name="f420" fmla="*/ f357 f181 1"/>
                  <a:gd name="f421" fmla="*/ f358 f180 1"/>
                  <a:gd name="f422" fmla="*/ f359 f181 1"/>
                  <a:gd name="f423" fmla="*/ f360 f180 1"/>
                  <a:gd name="f424" fmla="*/ f361 f181 1"/>
                  <a:gd name="f425" fmla="*/ f362 f180 1"/>
                  <a:gd name="f426" fmla="*/ f363 f181 1"/>
                  <a:gd name="f427" fmla="*/ f364 f180 1"/>
                  <a:gd name="f428" fmla="*/ f365 f181 1"/>
                  <a:gd name="f429" fmla="*/ f366 f180 1"/>
                  <a:gd name="f430" fmla="*/ f367 f181 1"/>
                  <a:gd name="f431" fmla="*/ f368 f180 1"/>
                  <a:gd name="f432" fmla="*/ f369 f181 1"/>
                </a:gdLst>
                <a:ahLst/>
                <a:cxnLst>
                  <a:cxn ang="3cd4">
                    <a:pos x="hc" y="t"/>
                  </a:cxn>
                  <a:cxn ang="0">
                    <a:pos x="r" y="vc"/>
                  </a:cxn>
                  <a:cxn ang="cd4">
                    <a:pos x="hc" y="b"/>
                  </a:cxn>
                  <a:cxn ang="cd2">
                    <a:pos x="l" y="vc"/>
                  </a:cxn>
                  <a:cxn ang="f310">
                    <a:pos x="f374" y="f375"/>
                  </a:cxn>
                  <a:cxn ang="f310">
                    <a:pos x="f376" y="f377"/>
                  </a:cxn>
                  <a:cxn ang="f310">
                    <a:pos x="f378" y="f379"/>
                  </a:cxn>
                  <a:cxn ang="f310">
                    <a:pos x="f380" y="f381"/>
                  </a:cxn>
                  <a:cxn ang="f310">
                    <a:pos x="f382" y="f383"/>
                  </a:cxn>
                  <a:cxn ang="f310">
                    <a:pos x="f384" y="f385"/>
                  </a:cxn>
                  <a:cxn ang="f310">
                    <a:pos x="f386" y="f387"/>
                  </a:cxn>
                  <a:cxn ang="f310">
                    <a:pos x="f388" y="f389"/>
                  </a:cxn>
                  <a:cxn ang="f310">
                    <a:pos x="f390" y="f391"/>
                  </a:cxn>
                  <a:cxn ang="f310">
                    <a:pos x="f392" y="f393"/>
                  </a:cxn>
                  <a:cxn ang="f310">
                    <a:pos x="f394" y="f395"/>
                  </a:cxn>
                  <a:cxn ang="f310">
                    <a:pos x="f396" y="f395"/>
                  </a:cxn>
                  <a:cxn ang="f310">
                    <a:pos x="f397" y="f398"/>
                  </a:cxn>
                  <a:cxn ang="f310">
                    <a:pos x="f399" y="f400"/>
                  </a:cxn>
                  <a:cxn ang="f310">
                    <a:pos x="f401" y="f402"/>
                  </a:cxn>
                  <a:cxn ang="f310">
                    <a:pos x="f403" y="f404"/>
                  </a:cxn>
                  <a:cxn ang="f310">
                    <a:pos x="f405" y="f406"/>
                  </a:cxn>
                  <a:cxn ang="f310">
                    <a:pos x="f407" y="f408"/>
                  </a:cxn>
                  <a:cxn ang="f310">
                    <a:pos x="f409" y="f410"/>
                  </a:cxn>
                  <a:cxn ang="f310">
                    <a:pos x="f411" y="f412"/>
                  </a:cxn>
                  <a:cxn ang="f310">
                    <a:pos x="f413" y="f414"/>
                  </a:cxn>
                  <a:cxn ang="f310">
                    <a:pos x="f415" y="f416"/>
                  </a:cxn>
                  <a:cxn ang="f310">
                    <a:pos x="f417" y="f418"/>
                  </a:cxn>
                  <a:cxn ang="f310">
                    <a:pos x="f419" y="f420"/>
                  </a:cxn>
                  <a:cxn ang="f310">
                    <a:pos x="f421" y="f422"/>
                  </a:cxn>
                  <a:cxn ang="f310">
                    <a:pos x="f423" y="f424"/>
                  </a:cxn>
                  <a:cxn ang="f310">
                    <a:pos x="f425" y="f426"/>
                  </a:cxn>
                  <a:cxn ang="f310">
                    <a:pos x="f427" y="f428"/>
                  </a:cxn>
                  <a:cxn ang="f310">
                    <a:pos x="f429" y="f430"/>
                  </a:cxn>
                  <a:cxn ang="f310">
                    <a:pos x="f431" y="f432"/>
                  </a:cxn>
                </a:cxnLst>
                <a:rect l="f370" t="f373" r="f371" b="f372"/>
                <a:pathLst>
                  <a:path w="3946874" h="3989641">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67"/>
                    </a:cubicBezTo>
                    <a:cubicBezTo>
                      <a:pt x="f73" y="f74"/>
                      <a:pt x="f75" y="f76"/>
                      <a:pt x="f77" y="f78"/>
                    </a:cubicBezTo>
                    <a:cubicBezTo>
                      <a:pt x="f79" y="f80"/>
                      <a:pt x="f81" y="f82"/>
                      <a:pt x="f83" y="f84"/>
                    </a:cubicBezTo>
                    <a:cubicBezTo>
                      <a:pt x="f85" y="f86"/>
                      <a:pt x="f87" y="f88"/>
                      <a:pt x="f89" y="f90"/>
                    </a:cubicBezTo>
                    <a:cubicBezTo>
                      <a:pt x="f91" y="f92"/>
                      <a:pt x="f93" y="f94"/>
                      <a:pt x="f95" y="f96"/>
                    </a:cubicBezTo>
                    <a:cubicBezTo>
                      <a:pt x="f97" y="f98"/>
                      <a:pt x="f99" y="f100"/>
                      <a:pt x="f101" y="f102"/>
                    </a:cubicBezTo>
                    <a:cubicBezTo>
                      <a:pt x="f103" y="f104"/>
                      <a:pt x="f105" y="f106"/>
                      <a:pt x="f107" y="f108"/>
                    </a:cubicBezTo>
                    <a:cubicBezTo>
                      <a:pt x="f109" y="f110"/>
                      <a:pt x="f111" y="f112"/>
                      <a:pt x="f113" y="f114"/>
                    </a:cubicBezTo>
                    <a:cubicBezTo>
                      <a:pt x="f115" y="f116"/>
                      <a:pt x="f117" y="f118"/>
                      <a:pt x="f119" y="f120"/>
                    </a:cubicBezTo>
                    <a:cubicBezTo>
                      <a:pt x="f121" y="f122"/>
                      <a:pt x="f123" y="f124"/>
                      <a:pt x="f125" y="f126"/>
                    </a:cubicBezTo>
                    <a:cubicBezTo>
                      <a:pt x="f127" y="f128"/>
                      <a:pt x="f129" y="f130"/>
                      <a:pt x="f131" y="f132"/>
                    </a:cubicBezTo>
                    <a:cubicBezTo>
                      <a:pt x="f133" y="f134"/>
                      <a:pt x="f135" y="f136"/>
                      <a:pt x="f137" y="f138"/>
                    </a:cubicBezTo>
                    <a:cubicBezTo>
                      <a:pt x="f139" y="f140"/>
                      <a:pt x="f141" y="f142"/>
                      <a:pt x="f143" y="f144"/>
                    </a:cubicBezTo>
                    <a:cubicBezTo>
                      <a:pt x="f145" y="f146"/>
                      <a:pt x="f147" y="f148"/>
                      <a:pt x="f149" y="f150"/>
                    </a:cubicBezTo>
                    <a:cubicBezTo>
                      <a:pt x="f151" y="f152"/>
                      <a:pt x="f153" y="f154"/>
                      <a:pt x="f155" y="f156"/>
                    </a:cubicBezTo>
                    <a:cubicBezTo>
                      <a:pt x="f157" y="f158"/>
                      <a:pt x="f159" y="f160"/>
                      <a:pt x="f161" y="f162"/>
                    </a:cubicBezTo>
                    <a:cubicBezTo>
                      <a:pt x="f163" y="f164"/>
                      <a:pt x="f165" y="f166"/>
                      <a:pt x="f167" y="f168"/>
                    </a:cubicBezTo>
                    <a:cubicBezTo>
                      <a:pt x="f169" y="f170"/>
                      <a:pt x="f171" y="f172"/>
                      <a:pt x="f173" y="f174"/>
                    </a:cubicBezTo>
                    <a:cubicBezTo>
                      <a:pt x="f175" y="f176"/>
                      <a:pt x="f177" y="f178"/>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0" name="Freeform: Shape 28">
                <a:extLst>
                  <a:ext uri="{FF2B5EF4-FFF2-40B4-BE49-F238E27FC236}">
                    <a16:creationId xmlns:a16="http://schemas.microsoft.com/office/drawing/2014/main" id="{FD48E89F-21AE-475D-830B-70C4D29F096D}"/>
                  </a:ext>
                </a:extLst>
              </p:cNvPr>
              <p:cNvSpPr/>
              <p:nvPr/>
            </p:nvSpPr>
            <p:spPr>
              <a:xfrm>
                <a:off x="8913232" y="4186123"/>
                <a:ext cx="3265441" cy="2668127"/>
              </a:xfrm>
              <a:custGeom>
                <a:avLst/>
                <a:gdLst>
                  <a:gd name="f0" fmla="val 10800000"/>
                  <a:gd name="f1" fmla="val 5400000"/>
                  <a:gd name="f2" fmla="val 180"/>
                  <a:gd name="f3" fmla="val w"/>
                  <a:gd name="f4" fmla="val h"/>
                  <a:gd name="f5" fmla="val 0"/>
                  <a:gd name="f6" fmla="val 3665410"/>
                  <a:gd name="f7" fmla="val 2985611"/>
                  <a:gd name="f8" fmla="val 86773"/>
                  <a:gd name="f9" fmla="val 2802827"/>
                  <a:gd name="f10" fmla="val 166211"/>
                  <a:gd name="f11" fmla="val 2699766"/>
                  <a:gd name="f12" fmla="val 240983"/>
                  <a:gd name="f13" fmla="val 2602706"/>
                  <a:gd name="f14" fmla="val 309182"/>
                  <a:gd name="f15" fmla="val 2500122"/>
                  <a:gd name="f16" fmla="val 397002"/>
                  <a:gd name="f17" fmla="val 2414969"/>
                  <a:gd name="f18" fmla="val 465296"/>
                  <a:gd name="f19" fmla="val 2348865"/>
                  <a:gd name="f20" fmla="val 543592"/>
                  <a:gd name="f21" fmla="val 2294477"/>
                  <a:gd name="f22" fmla="val 620173"/>
                  <a:gd name="f23" fmla="val 2237899"/>
                  <a:gd name="f24" fmla="val 688277"/>
                  <a:gd name="f25" fmla="val 2187607"/>
                  <a:gd name="f26" fmla="val 755333"/>
                  <a:gd name="f27" fmla="val 2135886"/>
                  <a:gd name="f28" fmla="val 823341"/>
                  <a:gd name="f29" fmla="val 2085499"/>
                  <a:gd name="f30" fmla="val 908685"/>
                  <a:gd name="f31" fmla="val 2022253"/>
                  <a:gd name="f32" fmla="val 994791"/>
                  <a:gd name="f33" fmla="val 1959197"/>
                  <a:gd name="f34" fmla="val 1089565"/>
                  <a:gd name="f35" fmla="val 1911477"/>
                  <a:gd name="f36" fmla="val 1107662"/>
                  <a:gd name="f37" fmla="val 1902428"/>
                  <a:gd name="f38" fmla="val 1126141"/>
                  <a:gd name="f39" fmla="val 1894141"/>
                  <a:gd name="f40" fmla="val 1145000"/>
                  <a:gd name="f41" fmla="val 1886807"/>
                  <a:gd name="f42" fmla="val 1218819"/>
                  <a:gd name="f43" fmla="val 1858232"/>
                  <a:gd name="f44" fmla="val 1296924"/>
                  <a:gd name="f45" fmla="val 1838611"/>
                  <a:gd name="f46" fmla="val 1375791"/>
                  <a:gd name="f47" fmla="val 1842135"/>
                  <a:gd name="f48" fmla="val 1413129"/>
                  <a:gd name="f49" fmla="val 1843754"/>
                  <a:gd name="f50" fmla="val 1449896"/>
                  <a:gd name="f51" fmla="val 1850422"/>
                  <a:gd name="f52" fmla="val 1486567"/>
                  <a:gd name="f53" fmla="val 1857566"/>
                  <a:gd name="f54" fmla="val 1513618"/>
                  <a:gd name="f55" fmla="val 1862804"/>
                  <a:gd name="f56" fmla="val 1540859"/>
                  <a:gd name="f57" fmla="val 1867376"/>
                  <a:gd name="f58" fmla="val 1568101"/>
                  <a:gd name="f59" fmla="val 1871377"/>
                  <a:gd name="f60" fmla="val 1648778"/>
                  <a:gd name="f61" fmla="val 1883188"/>
                  <a:gd name="f62" fmla="val 1730978"/>
                  <a:gd name="f63" fmla="val 1887665"/>
                  <a:gd name="f64" fmla="val 1810607"/>
                  <a:gd name="f65" fmla="val 1877854"/>
                  <a:gd name="f66" fmla="val 1857661"/>
                  <a:gd name="f67" fmla="val 1941100"/>
                  <a:gd name="f68" fmla="val 1829086"/>
                  <a:gd name="f69" fmla="val 1997964"/>
                  <a:gd name="f70" fmla="val 1790605"/>
                  <a:gd name="f71" fmla="val 2037302"/>
                  <a:gd name="f72" fmla="val 1764030"/>
                  <a:gd name="f73" fmla="val 2073497"/>
                  <a:gd name="f74" fmla="val 1733264"/>
                  <a:gd name="f75" fmla="val 2109883"/>
                  <a:gd name="f76" fmla="val 1702784"/>
                  <a:gd name="f77" fmla="val 2176367"/>
                  <a:gd name="f78" fmla="val 1647063"/>
                  <a:gd name="f79" fmla="val 2244852"/>
                  <a:gd name="f80" fmla="val 1593151"/>
                  <a:gd name="f81" fmla="val 2321433"/>
                  <a:gd name="f82" fmla="val 1552384"/>
                  <a:gd name="f83" fmla="val 2397157"/>
                  <a:gd name="f84" fmla="val 1512094"/>
                  <a:gd name="f85" fmla="val 2479548"/>
                  <a:gd name="f86" fmla="val 1486281"/>
                  <a:gd name="f87" fmla="val 2558891"/>
                  <a:gd name="f88" fmla="val 1453420"/>
                  <a:gd name="f89" fmla="val 2610898"/>
                  <a:gd name="f90" fmla="val 1431798"/>
                  <a:gd name="f91" fmla="val 2661571"/>
                  <a:gd name="f92" fmla="val 1407033"/>
                  <a:gd name="f93" fmla="val 2709767"/>
                  <a:gd name="f94" fmla="val 1377887"/>
                  <a:gd name="f95" fmla="val 2774252"/>
                  <a:gd name="f96" fmla="val 1338929"/>
                  <a:gd name="f97" fmla="val 2834069"/>
                  <a:gd name="f98" fmla="val 1292447"/>
                  <a:gd name="f99" fmla="val 2885408"/>
                  <a:gd name="f100" fmla="val 1237393"/>
                  <a:gd name="f101" fmla="val 2933605"/>
                  <a:gd name="f102" fmla="val 1185767"/>
                  <a:gd name="f103" fmla="val 2973324"/>
                  <a:gd name="f104" fmla="val 1127093"/>
                  <a:gd name="f105" fmla="val 3017711"/>
                  <a:gd name="f106" fmla="val 1072229"/>
                  <a:gd name="f107" fmla="val 3059811"/>
                  <a:gd name="f108" fmla="val 1020223"/>
                  <a:gd name="f109" fmla="val 3105912"/>
                  <a:gd name="f110" fmla="val 971645"/>
                  <a:gd name="f111" fmla="val 3150680"/>
                  <a:gd name="f112" fmla="val 921830"/>
                  <a:gd name="f113" fmla="val 3186113"/>
                  <a:gd name="f114" fmla="val 882396"/>
                  <a:gd name="f115" fmla="val 3220593"/>
                  <a:gd name="f116" fmla="val 842010"/>
                  <a:gd name="f117" fmla="val 3255169"/>
                  <a:gd name="f118" fmla="val 801815"/>
                  <a:gd name="f119" fmla="val 3284887"/>
                  <a:gd name="f120" fmla="val 767239"/>
                  <a:gd name="f121" fmla="val 3314605"/>
                  <a:gd name="f122" fmla="val 732473"/>
                  <a:gd name="f123" fmla="val 3339275"/>
                  <a:gd name="f124" fmla="val 694182"/>
                  <a:gd name="f125" fmla="val 3368707"/>
                  <a:gd name="f126" fmla="val 648367"/>
                  <a:gd name="f127" fmla="val 3390138"/>
                  <a:gd name="f128" fmla="val 597980"/>
                  <a:gd name="f129" fmla="val 3409188"/>
                  <a:gd name="f130" fmla="val 546926"/>
                  <a:gd name="f131" fmla="val 3433382"/>
                  <a:gd name="f132" fmla="val 482156"/>
                  <a:gd name="f133" fmla="val 3453384"/>
                  <a:gd name="f134" fmla="val 415861"/>
                  <a:gd name="f135" fmla="val 3464243"/>
                  <a:gd name="f136" fmla="val 347663"/>
                  <a:gd name="f137" fmla="val 3476244"/>
                  <a:gd name="f138" fmla="val 272224"/>
                  <a:gd name="f139" fmla="val 3661696"/>
                  <a:gd name="f140" fmla="val 76295"/>
                  <a:gd name="f141" fmla="val 3665411"/>
                  <a:gd name="f142" fmla="+- 0 0 -90"/>
                  <a:gd name="f143" fmla="*/ f3 1 3665410"/>
                  <a:gd name="f144" fmla="*/ f4 1 2985611"/>
                  <a:gd name="f145" fmla="+- f7 0 f5"/>
                  <a:gd name="f146" fmla="+- f6 0 f5"/>
                  <a:gd name="f147" fmla="*/ f142 f0 1"/>
                  <a:gd name="f148" fmla="*/ f146 1 3665410"/>
                  <a:gd name="f149" fmla="*/ f145 1 2985611"/>
                  <a:gd name="f150" fmla="*/ 0 f146 1"/>
                  <a:gd name="f151" fmla="*/ 2985611 f145 1"/>
                  <a:gd name="f152" fmla="*/ 166211 f146 1"/>
                  <a:gd name="f153" fmla="*/ 2699766 f145 1"/>
                  <a:gd name="f154" fmla="*/ 397002 f146 1"/>
                  <a:gd name="f155" fmla="*/ 2414969 f145 1"/>
                  <a:gd name="f156" fmla="*/ 620173 f146 1"/>
                  <a:gd name="f157" fmla="*/ 2237899 f145 1"/>
                  <a:gd name="f158" fmla="*/ 823341 f146 1"/>
                  <a:gd name="f159" fmla="*/ 2085499 f145 1"/>
                  <a:gd name="f160" fmla="*/ 1089565 f146 1"/>
                  <a:gd name="f161" fmla="*/ 1911477 f145 1"/>
                  <a:gd name="f162" fmla="*/ 1145000 f146 1"/>
                  <a:gd name="f163" fmla="*/ 1886807 f145 1"/>
                  <a:gd name="f164" fmla="*/ 1375791 f146 1"/>
                  <a:gd name="f165" fmla="*/ 1842135 f145 1"/>
                  <a:gd name="f166" fmla="*/ 1486567 f146 1"/>
                  <a:gd name="f167" fmla="*/ 1857566 f145 1"/>
                  <a:gd name="f168" fmla="*/ 1568101 f146 1"/>
                  <a:gd name="f169" fmla="*/ 1871377 f145 1"/>
                  <a:gd name="f170" fmla="*/ 1810607 f146 1"/>
                  <a:gd name="f171" fmla="*/ 1997964 f146 1"/>
                  <a:gd name="f172" fmla="*/ 1790605 f145 1"/>
                  <a:gd name="f173" fmla="*/ 2109883 f146 1"/>
                  <a:gd name="f174" fmla="*/ 1702784 f145 1"/>
                  <a:gd name="f175" fmla="*/ 2321433 f146 1"/>
                  <a:gd name="f176" fmla="*/ 1552384 f145 1"/>
                  <a:gd name="f177" fmla="*/ 2558891 f146 1"/>
                  <a:gd name="f178" fmla="*/ 1453420 f145 1"/>
                  <a:gd name="f179" fmla="*/ 2709767 f146 1"/>
                  <a:gd name="f180" fmla="*/ 1377887 f145 1"/>
                  <a:gd name="f181" fmla="*/ 2885408 f146 1"/>
                  <a:gd name="f182" fmla="*/ 1237393 f145 1"/>
                  <a:gd name="f183" fmla="*/ 3017711 f146 1"/>
                  <a:gd name="f184" fmla="*/ 1072229 f145 1"/>
                  <a:gd name="f185" fmla="*/ 3150680 f146 1"/>
                  <a:gd name="f186" fmla="*/ 921830 f145 1"/>
                  <a:gd name="f187" fmla="*/ 3255169 f146 1"/>
                  <a:gd name="f188" fmla="*/ 801815 f145 1"/>
                  <a:gd name="f189" fmla="*/ 3339275 f146 1"/>
                  <a:gd name="f190" fmla="*/ 694182 f145 1"/>
                  <a:gd name="f191" fmla="*/ 3409188 f146 1"/>
                  <a:gd name="f192" fmla="*/ 546926 f145 1"/>
                  <a:gd name="f193" fmla="*/ 3464243 f146 1"/>
                  <a:gd name="f194" fmla="*/ 347663 f145 1"/>
                  <a:gd name="f195" fmla="*/ 3665411 f146 1"/>
                  <a:gd name="f196" fmla="*/ 0 f145 1"/>
                  <a:gd name="f197" fmla="*/ f147 1 f2"/>
                  <a:gd name="f198" fmla="*/ f150 1 3665410"/>
                  <a:gd name="f199" fmla="*/ f151 1 2985611"/>
                  <a:gd name="f200" fmla="*/ f152 1 3665410"/>
                  <a:gd name="f201" fmla="*/ f153 1 2985611"/>
                  <a:gd name="f202" fmla="*/ f154 1 3665410"/>
                  <a:gd name="f203" fmla="*/ f155 1 2985611"/>
                  <a:gd name="f204" fmla="*/ f156 1 3665410"/>
                  <a:gd name="f205" fmla="*/ f157 1 2985611"/>
                  <a:gd name="f206" fmla="*/ f158 1 3665410"/>
                  <a:gd name="f207" fmla="*/ f159 1 2985611"/>
                  <a:gd name="f208" fmla="*/ f160 1 3665410"/>
                  <a:gd name="f209" fmla="*/ f161 1 2985611"/>
                  <a:gd name="f210" fmla="*/ f162 1 3665410"/>
                  <a:gd name="f211" fmla="*/ f163 1 2985611"/>
                  <a:gd name="f212" fmla="*/ f164 1 3665410"/>
                  <a:gd name="f213" fmla="*/ f165 1 2985611"/>
                  <a:gd name="f214" fmla="*/ f166 1 3665410"/>
                  <a:gd name="f215" fmla="*/ f167 1 2985611"/>
                  <a:gd name="f216" fmla="*/ f168 1 3665410"/>
                  <a:gd name="f217" fmla="*/ f169 1 2985611"/>
                  <a:gd name="f218" fmla="*/ f170 1 3665410"/>
                  <a:gd name="f219" fmla="*/ f171 1 3665410"/>
                  <a:gd name="f220" fmla="*/ f172 1 2985611"/>
                  <a:gd name="f221" fmla="*/ f173 1 3665410"/>
                  <a:gd name="f222" fmla="*/ f174 1 2985611"/>
                  <a:gd name="f223" fmla="*/ f175 1 3665410"/>
                  <a:gd name="f224" fmla="*/ f176 1 2985611"/>
                  <a:gd name="f225" fmla="*/ f177 1 3665410"/>
                  <a:gd name="f226" fmla="*/ f178 1 2985611"/>
                  <a:gd name="f227" fmla="*/ f179 1 3665410"/>
                  <a:gd name="f228" fmla="*/ f180 1 2985611"/>
                  <a:gd name="f229" fmla="*/ f181 1 3665410"/>
                  <a:gd name="f230" fmla="*/ f182 1 2985611"/>
                  <a:gd name="f231" fmla="*/ f183 1 3665410"/>
                  <a:gd name="f232" fmla="*/ f184 1 2985611"/>
                  <a:gd name="f233" fmla="*/ f185 1 3665410"/>
                  <a:gd name="f234" fmla="*/ f186 1 2985611"/>
                  <a:gd name="f235" fmla="*/ f187 1 3665410"/>
                  <a:gd name="f236" fmla="*/ f188 1 2985611"/>
                  <a:gd name="f237" fmla="*/ f189 1 3665410"/>
                  <a:gd name="f238" fmla="*/ f190 1 2985611"/>
                  <a:gd name="f239" fmla="*/ f191 1 3665410"/>
                  <a:gd name="f240" fmla="*/ f192 1 2985611"/>
                  <a:gd name="f241" fmla="*/ f193 1 3665410"/>
                  <a:gd name="f242" fmla="*/ f194 1 2985611"/>
                  <a:gd name="f243" fmla="*/ f195 1 3665410"/>
                  <a:gd name="f244" fmla="*/ f196 1 2985611"/>
                  <a:gd name="f245" fmla="*/ f5 1 f148"/>
                  <a:gd name="f246" fmla="*/ f6 1 f148"/>
                  <a:gd name="f247" fmla="*/ f5 1 f149"/>
                  <a:gd name="f248" fmla="*/ f7 1 f149"/>
                  <a:gd name="f249" fmla="+- f197 0 f1"/>
                  <a:gd name="f250" fmla="*/ f198 1 f148"/>
                  <a:gd name="f251" fmla="*/ f199 1 f149"/>
                  <a:gd name="f252" fmla="*/ f200 1 f148"/>
                  <a:gd name="f253" fmla="*/ f201 1 f149"/>
                  <a:gd name="f254" fmla="*/ f202 1 f148"/>
                  <a:gd name="f255" fmla="*/ f203 1 f149"/>
                  <a:gd name="f256" fmla="*/ f204 1 f148"/>
                  <a:gd name="f257" fmla="*/ f205 1 f149"/>
                  <a:gd name="f258" fmla="*/ f206 1 f148"/>
                  <a:gd name="f259" fmla="*/ f207 1 f149"/>
                  <a:gd name="f260" fmla="*/ f208 1 f148"/>
                  <a:gd name="f261" fmla="*/ f209 1 f149"/>
                  <a:gd name="f262" fmla="*/ f210 1 f148"/>
                  <a:gd name="f263" fmla="*/ f211 1 f149"/>
                  <a:gd name="f264" fmla="*/ f212 1 f148"/>
                  <a:gd name="f265" fmla="*/ f213 1 f149"/>
                  <a:gd name="f266" fmla="*/ f214 1 f148"/>
                  <a:gd name="f267" fmla="*/ f215 1 f149"/>
                  <a:gd name="f268" fmla="*/ f216 1 f148"/>
                  <a:gd name="f269" fmla="*/ f217 1 f149"/>
                  <a:gd name="f270" fmla="*/ f218 1 f148"/>
                  <a:gd name="f271" fmla="*/ f219 1 f148"/>
                  <a:gd name="f272" fmla="*/ f220 1 f149"/>
                  <a:gd name="f273" fmla="*/ f221 1 f148"/>
                  <a:gd name="f274" fmla="*/ f222 1 f149"/>
                  <a:gd name="f275" fmla="*/ f223 1 f148"/>
                  <a:gd name="f276" fmla="*/ f224 1 f149"/>
                  <a:gd name="f277" fmla="*/ f225 1 f148"/>
                  <a:gd name="f278" fmla="*/ f226 1 f149"/>
                  <a:gd name="f279" fmla="*/ f227 1 f148"/>
                  <a:gd name="f280" fmla="*/ f228 1 f149"/>
                  <a:gd name="f281" fmla="*/ f229 1 f148"/>
                  <a:gd name="f282" fmla="*/ f230 1 f149"/>
                  <a:gd name="f283" fmla="*/ f231 1 f148"/>
                  <a:gd name="f284" fmla="*/ f232 1 f149"/>
                  <a:gd name="f285" fmla="*/ f233 1 f148"/>
                  <a:gd name="f286" fmla="*/ f234 1 f149"/>
                  <a:gd name="f287" fmla="*/ f235 1 f148"/>
                  <a:gd name="f288" fmla="*/ f236 1 f149"/>
                  <a:gd name="f289" fmla="*/ f237 1 f148"/>
                  <a:gd name="f290" fmla="*/ f238 1 f149"/>
                  <a:gd name="f291" fmla="*/ f239 1 f148"/>
                  <a:gd name="f292" fmla="*/ f240 1 f149"/>
                  <a:gd name="f293" fmla="*/ f241 1 f148"/>
                  <a:gd name="f294" fmla="*/ f242 1 f149"/>
                  <a:gd name="f295" fmla="*/ f243 1 f148"/>
                  <a:gd name="f296" fmla="*/ f244 1 f149"/>
                  <a:gd name="f297" fmla="*/ f245 f143 1"/>
                  <a:gd name="f298" fmla="*/ f246 f143 1"/>
                  <a:gd name="f299" fmla="*/ f248 f144 1"/>
                  <a:gd name="f300" fmla="*/ f247 f144 1"/>
                  <a:gd name="f301" fmla="*/ f250 f143 1"/>
                  <a:gd name="f302" fmla="*/ f251 f144 1"/>
                  <a:gd name="f303" fmla="*/ f252 f143 1"/>
                  <a:gd name="f304" fmla="*/ f253 f144 1"/>
                  <a:gd name="f305" fmla="*/ f254 f143 1"/>
                  <a:gd name="f306" fmla="*/ f255 f144 1"/>
                  <a:gd name="f307" fmla="*/ f256 f143 1"/>
                  <a:gd name="f308" fmla="*/ f257 f144 1"/>
                  <a:gd name="f309" fmla="*/ f258 f143 1"/>
                  <a:gd name="f310" fmla="*/ f259 f144 1"/>
                  <a:gd name="f311" fmla="*/ f260 f143 1"/>
                  <a:gd name="f312" fmla="*/ f261 f144 1"/>
                  <a:gd name="f313" fmla="*/ f262 f143 1"/>
                  <a:gd name="f314" fmla="*/ f263 f144 1"/>
                  <a:gd name="f315" fmla="*/ f264 f143 1"/>
                  <a:gd name="f316" fmla="*/ f265 f144 1"/>
                  <a:gd name="f317" fmla="*/ f266 f143 1"/>
                  <a:gd name="f318" fmla="*/ f267 f144 1"/>
                  <a:gd name="f319" fmla="*/ f268 f143 1"/>
                  <a:gd name="f320" fmla="*/ f269 f144 1"/>
                  <a:gd name="f321" fmla="*/ f270 f143 1"/>
                  <a:gd name="f322" fmla="*/ f271 f143 1"/>
                  <a:gd name="f323" fmla="*/ f272 f144 1"/>
                  <a:gd name="f324" fmla="*/ f273 f143 1"/>
                  <a:gd name="f325" fmla="*/ f274 f144 1"/>
                  <a:gd name="f326" fmla="*/ f275 f143 1"/>
                  <a:gd name="f327" fmla="*/ f276 f144 1"/>
                  <a:gd name="f328" fmla="*/ f277 f143 1"/>
                  <a:gd name="f329" fmla="*/ f278 f144 1"/>
                  <a:gd name="f330" fmla="*/ f279 f143 1"/>
                  <a:gd name="f331" fmla="*/ f280 f144 1"/>
                  <a:gd name="f332" fmla="*/ f281 f143 1"/>
                  <a:gd name="f333" fmla="*/ f282 f144 1"/>
                  <a:gd name="f334" fmla="*/ f283 f143 1"/>
                  <a:gd name="f335" fmla="*/ f284 f144 1"/>
                  <a:gd name="f336" fmla="*/ f285 f143 1"/>
                  <a:gd name="f337" fmla="*/ f286 f144 1"/>
                  <a:gd name="f338" fmla="*/ f287 f143 1"/>
                  <a:gd name="f339" fmla="*/ f288 f144 1"/>
                  <a:gd name="f340" fmla="*/ f289 f143 1"/>
                  <a:gd name="f341" fmla="*/ f290 f144 1"/>
                  <a:gd name="f342" fmla="*/ f291 f143 1"/>
                  <a:gd name="f343" fmla="*/ f292 f144 1"/>
                  <a:gd name="f344" fmla="*/ f293 f143 1"/>
                  <a:gd name="f345" fmla="*/ f294 f144 1"/>
                  <a:gd name="f346" fmla="*/ f295 f143 1"/>
                  <a:gd name="f347" fmla="*/ f296 f144 1"/>
                </a:gdLst>
                <a:ahLst/>
                <a:cxnLst>
                  <a:cxn ang="3cd4">
                    <a:pos x="hc" y="t"/>
                  </a:cxn>
                  <a:cxn ang="0">
                    <a:pos x="r" y="vc"/>
                  </a:cxn>
                  <a:cxn ang="cd4">
                    <a:pos x="hc" y="b"/>
                  </a:cxn>
                  <a:cxn ang="cd2">
                    <a:pos x="l" y="vc"/>
                  </a:cxn>
                  <a:cxn ang="f249">
                    <a:pos x="f301" y="f302"/>
                  </a:cxn>
                  <a:cxn ang="f249">
                    <a:pos x="f303" y="f304"/>
                  </a:cxn>
                  <a:cxn ang="f249">
                    <a:pos x="f305" y="f306"/>
                  </a:cxn>
                  <a:cxn ang="f249">
                    <a:pos x="f307" y="f308"/>
                  </a:cxn>
                  <a:cxn ang="f249">
                    <a:pos x="f309" y="f310"/>
                  </a:cxn>
                  <a:cxn ang="f249">
                    <a:pos x="f311" y="f312"/>
                  </a:cxn>
                  <a:cxn ang="f249">
                    <a:pos x="f313" y="f314"/>
                  </a:cxn>
                  <a:cxn ang="f249">
                    <a:pos x="f315" y="f316"/>
                  </a:cxn>
                  <a:cxn ang="f249">
                    <a:pos x="f317" y="f318"/>
                  </a:cxn>
                  <a:cxn ang="f249">
                    <a:pos x="f319" y="f320"/>
                  </a:cxn>
                  <a:cxn ang="f249">
                    <a:pos x="f321" y="f320"/>
                  </a:cxn>
                  <a:cxn ang="f249">
                    <a:pos x="f322" y="f323"/>
                  </a:cxn>
                  <a:cxn ang="f249">
                    <a:pos x="f324" y="f325"/>
                  </a:cxn>
                  <a:cxn ang="f249">
                    <a:pos x="f326" y="f327"/>
                  </a:cxn>
                  <a:cxn ang="f249">
                    <a:pos x="f328" y="f329"/>
                  </a:cxn>
                  <a:cxn ang="f249">
                    <a:pos x="f330" y="f331"/>
                  </a:cxn>
                  <a:cxn ang="f249">
                    <a:pos x="f332" y="f333"/>
                  </a:cxn>
                  <a:cxn ang="f249">
                    <a:pos x="f334" y="f335"/>
                  </a:cxn>
                  <a:cxn ang="f249">
                    <a:pos x="f336" y="f337"/>
                  </a:cxn>
                  <a:cxn ang="f249">
                    <a:pos x="f338" y="f339"/>
                  </a:cxn>
                  <a:cxn ang="f249">
                    <a:pos x="f340" y="f341"/>
                  </a:cxn>
                  <a:cxn ang="f249">
                    <a:pos x="f342" y="f343"/>
                  </a:cxn>
                  <a:cxn ang="f249">
                    <a:pos x="f344" y="f345"/>
                  </a:cxn>
                  <a:cxn ang="f249">
                    <a:pos x="f346" y="f347"/>
                  </a:cxn>
                </a:cxnLst>
                <a:rect l="f297" t="f300" r="f298" b="f299"/>
                <a:pathLst>
                  <a:path w="3665410" h="2985611">
                    <a:moveTo>
                      <a:pt x="f5" y="f7"/>
                    </a:moveTo>
                    <a:cubicBezTo>
                      <a:pt x="f5" y="f7"/>
                      <a:pt x="f8" y="f9"/>
                      <a:pt x="f10" y="f11"/>
                    </a:cubicBezTo>
                    <a:cubicBezTo>
                      <a:pt x="f12" y="f13"/>
                      <a:pt x="f14" y="f15"/>
                      <a:pt x="f16" y="f17"/>
                    </a:cubicBezTo>
                    <a:cubicBezTo>
                      <a:pt x="f18" y="f19"/>
                      <a:pt x="f20" y="f21"/>
                      <a:pt x="f22" y="f23"/>
                    </a:cubicBezTo>
                    <a:cubicBezTo>
                      <a:pt x="f24" y="f25"/>
                      <a:pt x="f26" y="f27"/>
                      <a:pt x="f28" y="f29"/>
                    </a:cubicBezTo>
                    <a:cubicBezTo>
                      <a:pt x="f30" y="f31"/>
                      <a:pt x="f32" y="f33"/>
                      <a:pt x="f34" y="f35"/>
                    </a:cubicBezTo>
                    <a:cubicBezTo>
                      <a:pt x="f36" y="f37"/>
                      <a:pt x="f38" y="f39"/>
                      <a:pt x="f40" y="f41"/>
                    </a:cubicBezTo>
                    <a:cubicBezTo>
                      <a:pt x="f42" y="f43"/>
                      <a:pt x="f44" y="f45"/>
                      <a:pt x="f46" y="f47"/>
                    </a:cubicBezTo>
                    <a:cubicBezTo>
                      <a:pt x="f48" y="f49"/>
                      <a:pt x="f50" y="f51"/>
                      <a:pt x="f52" y="f53"/>
                    </a:cubicBezTo>
                    <a:cubicBezTo>
                      <a:pt x="f54" y="f55"/>
                      <a:pt x="f56" y="f57"/>
                      <a:pt x="f58" y="f59"/>
                    </a:cubicBezTo>
                    <a:cubicBezTo>
                      <a:pt x="f60" y="f61"/>
                      <a:pt x="f62" y="f63"/>
                      <a:pt x="f64" y="f59"/>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cubicBezTo>
                      <a:pt x="f101" y="f102"/>
                      <a:pt x="f103" y="f104"/>
                      <a:pt x="f105" y="f106"/>
                    </a:cubicBezTo>
                    <a:cubicBezTo>
                      <a:pt x="f107" y="f108"/>
                      <a:pt x="f109" y="f110"/>
                      <a:pt x="f111" y="f112"/>
                    </a:cubicBezTo>
                    <a:cubicBezTo>
                      <a:pt x="f113" y="f114"/>
                      <a:pt x="f115" y="f116"/>
                      <a:pt x="f117" y="f118"/>
                    </a:cubicBezTo>
                    <a:cubicBezTo>
                      <a:pt x="f119" y="f120"/>
                      <a:pt x="f121" y="f122"/>
                      <a:pt x="f123" y="f124"/>
                    </a:cubicBezTo>
                    <a:cubicBezTo>
                      <a:pt x="f125" y="f126"/>
                      <a:pt x="f127" y="f128"/>
                      <a:pt x="f129" y="f130"/>
                    </a:cubicBezTo>
                    <a:cubicBezTo>
                      <a:pt x="f131" y="f132"/>
                      <a:pt x="f133" y="f134"/>
                      <a:pt x="f135" y="f136"/>
                    </a:cubicBezTo>
                    <a:cubicBezTo>
                      <a:pt x="f137" y="f138"/>
                      <a:pt x="f139" y="f140"/>
                      <a:pt x="f141"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1" name="Freeform: Shape 29">
                <a:extLst>
                  <a:ext uri="{FF2B5EF4-FFF2-40B4-BE49-F238E27FC236}">
                    <a16:creationId xmlns:a16="http://schemas.microsoft.com/office/drawing/2014/main" id="{2CED841C-AB71-4ABF-AC47-A7925040E0B7}"/>
                  </a:ext>
                </a:extLst>
              </p:cNvPr>
              <p:cNvSpPr/>
              <p:nvPr/>
            </p:nvSpPr>
            <p:spPr>
              <a:xfrm>
                <a:off x="11937263" y="6677625"/>
                <a:ext cx="254733" cy="177905"/>
              </a:xfrm>
              <a:custGeom>
                <a:avLst/>
                <a:gdLst>
                  <a:gd name="f0" fmla="val 10800000"/>
                  <a:gd name="f1" fmla="val 5400000"/>
                  <a:gd name="f2" fmla="val 180"/>
                  <a:gd name="f3" fmla="val w"/>
                  <a:gd name="f4" fmla="val h"/>
                  <a:gd name="f5" fmla="val 0"/>
                  <a:gd name="f6" fmla="val 285940"/>
                  <a:gd name="f7" fmla="val 199072"/>
                  <a:gd name="f8" fmla="val 199073"/>
                  <a:gd name="f9" fmla="val 242125"/>
                  <a:gd name="f10" fmla="val 39243"/>
                  <a:gd name="f11" fmla="+- 0 0 -90"/>
                  <a:gd name="f12" fmla="*/ f3 1 285940"/>
                  <a:gd name="f13" fmla="*/ f4 1 199072"/>
                  <a:gd name="f14" fmla="+- f7 0 f5"/>
                  <a:gd name="f15" fmla="+- f6 0 f5"/>
                  <a:gd name="f16" fmla="*/ f11 f0 1"/>
                  <a:gd name="f17" fmla="*/ f15 1 285940"/>
                  <a:gd name="f18" fmla="*/ f14 1 199072"/>
                  <a:gd name="f19" fmla="*/ 0 f15 1"/>
                  <a:gd name="f20" fmla="*/ 199073 f14 1"/>
                  <a:gd name="f21" fmla="*/ 285940 f15 1"/>
                  <a:gd name="f22" fmla="*/ 0 f14 1"/>
                  <a:gd name="f23" fmla="*/ f16 1 f2"/>
                  <a:gd name="f24" fmla="*/ f19 1 285940"/>
                  <a:gd name="f25" fmla="*/ f20 1 199072"/>
                  <a:gd name="f26" fmla="*/ f21 1 285940"/>
                  <a:gd name="f27" fmla="*/ f22 1 199072"/>
                  <a:gd name="f28" fmla="*/ f5 1 f17"/>
                  <a:gd name="f29" fmla="*/ f6 1 f17"/>
                  <a:gd name="f30" fmla="*/ f5 1 f18"/>
                  <a:gd name="f31" fmla="*/ f7 1 f18"/>
                  <a:gd name="f32" fmla="+- f23 0 f1"/>
                  <a:gd name="f33" fmla="*/ f24 1 f17"/>
                  <a:gd name="f34" fmla="*/ f25 1 f18"/>
                  <a:gd name="f35" fmla="*/ f26 1 f17"/>
                  <a:gd name="f36" fmla="*/ f27 1 f18"/>
                  <a:gd name="f37" fmla="*/ f28 f12 1"/>
                  <a:gd name="f38" fmla="*/ f29 f12 1"/>
                  <a:gd name="f39" fmla="*/ f31 f13 1"/>
                  <a:gd name="f40" fmla="*/ f30 f13 1"/>
                  <a:gd name="f41" fmla="*/ f33 f12 1"/>
                  <a:gd name="f42" fmla="*/ f34 f13 1"/>
                  <a:gd name="f43" fmla="*/ f35 f12 1"/>
                  <a:gd name="f44" fmla="*/ f36 f13 1"/>
                </a:gdLst>
                <a:ahLst/>
                <a:cxnLst>
                  <a:cxn ang="3cd4">
                    <a:pos x="hc" y="t"/>
                  </a:cxn>
                  <a:cxn ang="0">
                    <a:pos x="r" y="vc"/>
                  </a:cxn>
                  <a:cxn ang="cd4">
                    <a:pos x="hc" y="b"/>
                  </a:cxn>
                  <a:cxn ang="cd2">
                    <a:pos x="l" y="vc"/>
                  </a:cxn>
                  <a:cxn ang="f32">
                    <a:pos x="f41" y="f42"/>
                  </a:cxn>
                  <a:cxn ang="f32">
                    <a:pos x="f43" y="f44"/>
                  </a:cxn>
                </a:cxnLst>
                <a:rect l="f37" t="f40" r="f38" b="f39"/>
                <a:pathLst>
                  <a:path w="285940" h="199072">
                    <a:moveTo>
                      <a:pt x="f5" y="f8"/>
                    </a:moveTo>
                    <a:cubicBezTo>
                      <a:pt x="f5" y="f8"/>
                      <a:pt x="f9" y="f10"/>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2" name="Freeform: Shape 30">
                <a:extLst>
                  <a:ext uri="{FF2B5EF4-FFF2-40B4-BE49-F238E27FC236}">
                    <a16:creationId xmlns:a16="http://schemas.microsoft.com/office/drawing/2014/main" id="{308B5E0B-BB59-4972-8426-EF36F6741AB6}"/>
                  </a:ext>
                </a:extLst>
              </p:cNvPr>
              <p:cNvSpPr/>
              <p:nvPr/>
            </p:nvSpPr>
            <p:spPr>
              <a:xfrm>
                <a:off x="11583326" y="6516837"/>
                <a:ext cx="584237" cy="340659"/>
              </a:xfrm>
              <a:custGeom>
                <a:avLst/>
                <a:gdLst>
                  <a:gd name="f0" fmla="val 10800000"/>
                  <a:gd name="f1" fmla="val 5400000"/>
                  <a:gd name="f2" fmla="val 180"/>
                  <a:gd name="f3" fmla="val w"/>
                  <a:gd name="f4" fmla="val h"/>
                  <a:gd name="f5" fmla="val 0"/>
                  <a:gd name="f6" fmla="val 655796"/>
                  <a:gd name="f7" fmla="val 381190"/>
                  <a:gd name="f8" fmla="val 461105"/>
                  <a:gd name="f9" fmla="val 172117"/>
                  <a:gd name="f10" fmla="+- 0 0 -90"/>
                  <a:gd name="f11" fmla="*/ f3 1 655796"/>
                  <a:gd name="f12" fmla="*/ f4 1 381190"/>
                  <a:gd name="f13" fmla="+- f7 0 f5"/>
                  <a:gd name="f14" fmla="+- f6 0 f5"/>
                  <a:gd name="f15" fmla="*/ f10 f0 1"/>
                  <a:gd name="f16" fmla="*/ f14 1 655796"/>
                  <a:gd name="f17" fmla="*/ f13 1 381190"/>
                  <a:gd name="f18" fmla="*/ 0 f14 1"/>
                  <a:gd name="f19" fmla="*/ 381190 f13 1"/>
                  <a:gd name="f20" fmla="*/ 655796 f14 1"/>
                  <a:gd name="f21" fmla="*/ 0 f13 1"/>
                  <a:gd name="f22" fmla="*/ f15 1 f2"/>
                  <a:gd name="f23" fmla="*/ f18 1 655796"/>
                  <a:gd name="f24" fmla="*/ f19 1 381190"/>
                  <a:gd name="f25" fmla="*/ f20 1 655796"/>
                  <a:gd name="f26" fmla="*/ f21 1 381190"/>
                  <a:gd name="f27" fmla="*/ f5 1 f16"/>
                  <a:gd name="f28" fmla="*/ f6 1 f16"/>
                  <a:gd name="f29" fmla="*/ f5 1 f17"/>
                  <a:gd name="f30" fmla="*/ f7 1 f17"/>
                  <a:gd name="f31" fmla="+- f22 0 f1"/>
                  <a:gd name="f32" fmla="*/ f23 1 f16"/>
                  <a:gd name="f33" fmla="*/ f24 1 f17"/>
                  <a:gd name="f34" fmla="*/ f25 1 f16"/>
                  <a:gd name="f35" fmla="*/ f26 1 f17"/>
                  <a:gd name="f36" fmla="*/ f27 f11 1"/>
                  <a:gd name="f37" fmla="*/ f28 f11 1"/>
                  <a:gd name="f38" fmla="*/ f30 f12 1"/>
                  <a:gd name="f39" fmla="*/ f29 f12 1"/>
                  <a:gd name="f40" fmla="*/ f32 f11 1"/>
                  <a:gd name="f41" fmla="*/ f33 f12 1"/>
                  <a:gd name="f42" fmla="*/ f34 f11 1"/>
                  <a:gd name="f43" fmla="*/ f35 f12 1"/>
                </a:gdLst>
                <a:ahLst/>
                <a:cxnLst>
                  <a:cxn ang="3cd4">
                    <a:pos x="hc" y="t"/>
                  </a:cxn>
                  <a:cxn ang="0">
                    <a:pos x="r" y="vc"/>
                  </a:cxn>
                  <a:cxn ang="cd4">
                    <a:pos x="hc" y="b"/>
                  </a:cxn>
                  <a:cxn ang="cd2">
                    <a:pos x="l" y="vc"/>
                  </a:cxn>
                  <a:cxn ang="f31">
                    <a:pos x="f40" y="f41"/>
                  </a:cxn>
                  <a:cxn ang="f31">
                    <a:pos x="f42" y="f43"/>
                  </a:cxn>
                </a:cxnLst>
                <a:rect l="f36" t="f39" r="f37" b="f38"/>
                <a:pathLst>
                  <a:path w="655796" h="381190">
                    <a:moveTo>
                      <a:pt x="f5" y="f7"/>
                    </a:moveTo>
                    <a:cubicBezTo>
                      <a:pt x="f5" y="f7"/>
                      <a:pt x="f8" y="f9"/>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3" name="Freeform: Shape 31">
                <a:extLst>
                  <a:ext uri="{FF2B5EF4-FFF2-40B4-BE49-F238E27FC236}">
                    <a16:creationId xmlns:a16="http://schemas.microsoft.com/office/drawing/2014/main" id="{681F8067-1971-4E01-9976-70436F88B013}"/>
                  </a:ext>
                </a:extLst>
              </p:cNvPr>
              <p:cNvSpPr/>
              <p:nvPr/>
            </p:nvSpPr>
            <p:spPr>
              <a:xfrm>
                <a:off x="9588608" y="5460559"/>
                <a:ext cx="2590065" cy="1380497"/>
              </a:xfrm>
              <a:custGeom>
                <a:avLst/>
                <a:gdLst>
                  <a:gd name="f0" fmla="val 10800000"/>
                  <a:gd name="f1" fmla="val 5400000"/>
                  <a:gd name="f2" fmla="val 180"/>
                  <a:gd name="f3" fmla="val w"/>
                  <a:gd name="f4" fmla="val h"/>
                  <a:gd name="f5" fmla="val 0"/>
                  <a:gd name="f6" fmla="val 2907315"/>
                  <a:gd name="f7" fmla="val 1544764"/>
                  <a:gd name="f8" fmla="val 98012"/>
                  <a:gd name="f9" fmla="val 1443990"/>
                  <a:gd name="f10" fmla="val 201644"/>
                  <a:gd name="f11" fmla="val 1352550"/>
                  <a:gd name="f12" fmla="val 271272"/>
                  <a:gd name="f13" fmla="val 1291209"/>
                  <a:gd name="f14" fmla="val 343662"/>
                  <a:gd name="f15" fmla="val 1234249"/>
                  <a:gd name="f16" fmla="val 423196"/>
                  <a:gd name="f17" fmla="val 1196054"/>
                  <a:gd name="f18" fmla="val 537591"/>
                  <a:gd name="f19" fmla="val 1141095"/>
                  <a:gd name="f20" fmla="val 661226"/>
                  <a:gd name="f21" fmla="val 1127189"/>
                  <a:gd name="f22" fmla="val 782193"/>
                  <a:gd name="f23" fmla="val 1099947"/>
                  <a:gd name="f24" fmla="val 872300"/>
                  <a:gd name="f25" fmla="val 1079659"/>
                  <a:gd name="f26" fmla="val 961358"/>
                  <a:gd name="f27" fmla="val 1051370"/>
                  <a:gd name="f28" fmla="val 1052513"/>
                  <a:gd name="f29" fmla="val 1042321"/>
                  <a:gd name="f30" fmla="val 1139000"/>
                  <a:gd name="f31" fmla="val 1033653"/>
                  <a:gd name="f32" fmla="val 1225868"/>
                  <a:gd name="f33" fmla="val 1040321"/>
                  <a:gd name="f34" fmla="val 1311783"/>
                  <a:gd name="f35" fmla="val 1056037"/>
                  <a:gd name="f36" fmla="val 1369314"/>
                  <a:gd name="f37" fmla="val 1066609"/>
                  <a:gd name="f38" fmla="val 1426559"/>
                  <a:gd name="f39" fmla="val 1079373"/>
                  <a:gd name="f40" fmla="val 1484662"/>
                  <a:gd name="f41" fmla="val 1083469"/>
                  <a:gd name="f42" fmla="val 1587913"/>
                  <a:gd name="f43" fmla="val 1090803"/>
                  <a:gd name="f44" fmla="val 1690402"/>
                  <a:gd name="f45" fmla="val 1064800"/>
                  <a:gd name="f46" fmla="val 1788224"/>
                  <a:gd name="f47" fmla="val 1023080"/>
                  <a:gd name="f48" fmla="val 1956721"/>
                  <a:gd name="f49" fmla="val 951262"/>
                  <a:gd name="f50" fmla="val 2106549"/>
                  <a:gd name="f51" fmla="val 825722"/>
                  <a:gd name="f52" fmla="val 2269045"/>
                  <a:gd name="f53" fmla="val 734758"/>
                  <a:gd name="f54" fmla="val 2359438"/>
                  <a:gd name="f55" fmla="val 684181"/>
                  <a:gd name="f56" fmla="val 2452497"/>
                  <a:gd name="f57" fmla="val 640556"/>
                  <a:gd name="f58" fmla="val 2534984"/>
                  <a:gd name="f59" fmla="val 572738"/>
                  <a:gd name="f60" fmla="val 2673001"/>
                  <a:gd name="f61" fmla="val 459391"/>
                  <a:gd name="f62" fmla="val 2847023"/>
                  <a:gd name="f63" fmla="val 191453"/>
                  <a:gd name="f64" fmla="val 2907316"/>
                  <a:gd name="f65" fmla="+- 0 0 -90"/>
                  <a:gd name="f66" fmla="*/ f3 1 2907315"/>
                  <a:gd name="f67" fmla="*/ f4 1 1544764"/>
                  <a:gd name="f68" fmla="+- f7 0 f5"/>
                  <a:gd name="f69" fmla="+- f6 0 f5"/>
                  <a:gd name="f70" fmla="*/ f65 f0 1"/>
                  <a:gd name="f71" fmla="*/ f69 1 2907315"/>
                  <a:gd name="f72" fmla="*/ f68 1 1544764"/>
                  <a:gd name="f73" fmla="*/ 0 f69 1"/>
                  <a:gd name="f74" fmla="*/ 1544764 f68 1"/>
                  <a:gd name="f75" fmla="*/ 201644 f69 1"/>
                  <a:gd name="f76" fmla="*/ 1352550 f68 1"/>
                  <a:gd name="f77" fmla="*/ 423196 f69 1"/>
                  <a:gd name="f78" fmla="*/ 1196054 f68 1"/>
                  <a:gd name="f79" fmla="*/ 782193 f69 1"/>
                  <a:gd name="f80" fmla="*/ 1099947 f68 1"/>
                  <a:gd name="f81" fmla="*/ 1052513 f69 1"/>
                  <a:gd name="f82" fmla="*/ 1042321 f68 1"/>
                  <a:gd name="f83" fmla="*/ 1311783 f69 1"/>
                  <a:gd name="f84" fmla="*/ 1056037 f68 1"/>
                  <a:gd name="f85" fmla="*/ 1484662 f69 1"/>
                  <a:gd name="f86" fmla="*/ 1083469 f68 1"/>
                  <a:gd name="f87" fmla="*/ 1788224 f69 1"/>
                  <a:gd name="f88" fmla="*/ 1023080 f68 1"/>
                  <a:gd name="f89" fmla="*/ 2269045 f69 1"/>
                  <a:gd name="f90" fmla="*/ 734758 f68 1"/>
                  <a:gd name="f91" fmla="*/ 2534984 f69 1"/>
                  <a:gd name="f92" fmla="*/ 572738 f68 1"/>
                  <a:gd name="f93" fmla="*/ 2907316 f69 1"/>
                  <a:gd name="f94" fmla="*/ 0 f68 1"/>
                  <a:gd name="f95" fmla="*/ f70 1 f2"/>
                  <a:gd name="f96" fmla="*/ f73 1 2907315"/>
                  <a:gd name="f97" fmla="*/ f74 1 1544764"/>
                  <a:gd name="f98" fmla="*/ f75 1 2907315"/>
                  <a:gd name="f99" fmla="*/ f76 1 1544764"/>
                  <a:gd name="f100" fmla="*/ f77 1 2907315"/>
                  <a:gd name="f101" fmla="*/ f78 1 1544764"/>
                  <a:gd name="f102" fmla="*/ f79 1 2907315"/>
                  <a:gd name="f103" fmla="*/ f80 1 1544764"/>
                  <a:gd name="f104" fmla="*/ f81 1 2907315"/>
                  <a:gd name="f105" fmla="*/ f82 1 1544764"/>
                  <a:gd name="f106" fmla="*/ f83 1 2907315"/>
                  <a:gd name="f107" fmla="*/ f84 1 1544764"/>
                  <a:gd name="f108" fmla="*/ f85 1 2907315"/>
                  <a:gd name="f109" fmla="*/ f86 1 1544764"/>
                  <a:gd name="f110" fmla="*/ f87 1 2907315"/>
                  <a:gd name="f111" fmla="*/ f88 1 1544764"/>
                  <a:gd name="f112" fmla="*/ f89 1 2907315"/>
                  <a:gd name="f113" fmla="*/ f90 1 1544764"/>
                  <a:gd name="f114" fmla="*/ f91 1 2907315"/>
                  <a:gd name="f115" fmla="*/ f92 1 1544764"/>
                  <a:gd name="f116" fmla="*/ f93 1 2907315"/>
                  <a:gd name="f117" fmla="*/ f94 1 1544764"/>
                  <a:gd name="f118" fmla="*/ f5 1 f71"/>
                  <a:gd name="f119" fmla="*/ f6 1 f71"/>
                  <a:gd name="f120" fmla="*/ f5 1 f72"/>
                  <a:gd name="f121" fmla="*/ f7 1 f72"/>
                  <a:gd name="f122" fmla="+- f95 0 f1"/>
                  <a:gd name="f123" fmla="*/ f96 1 f71"/>
                  <a:gd name="f124" fmla="*/ f97 1 f72"/>
                  <a:gd name="f125" fmla="*/ f98 1 f71"/>
                  <a:gd name="f126" fmla="*/ f99 1 f72"/>
                  <a:gd name="f127" fmla="*/ f100 1 f71"/>
                  <a:gd name="f128" fmla="*/ f101 1 f72"/>
                  <a:gd name="f129" fmla="*/ f102 1 f71"/>
                  <a:gd name="f130" fmla="*/ f103 1 f72"/>
                  <a:gd name="f131" fmla="*/ f104 1 f71"/>
                  <a:gd name="f132" fmla="*/ f105 1 f72"/>
                  <a:gd name="f133" fmla="*/ f106 1 f71"/>
                  <a:gd name="f134" fmla="*/ f107 1 f72"/>
                  <a:gd name="f135" fmla="*/ f108 1 f71"/>
                  <a:gd name="f136" fmla="*/ f109 1 f72"/>
                  <a:gd name="f137" fmla="*/ f110 1 f71"/>
                  <a:gd name="f138" fmla="*/ f111 1 f72"/>
                  <a:gd name="f139" fmla="*/ f112 1 f71"/>
                  <a:gd name="f140" fmla="*/ f113 1 f72"/>
                  <a:gd name="f141" fmla="*/ f114 1 f71"/>
                  <a:gd name="f142" fmla="*/ f115 1 f72"/>
                  <a:gd name="f143" fmla="*/ f116 1 f71"/>
                  <a:gd name="f144" fmla="*/ f117 1 f72"/>
                  <a:gd name="f145" fmla="*/ f118 f66 1"/>
                  <a:gd name="f146" fmla="*/ f119 f66 1"/>
                  <a:gd name="f147" fmla="*/ f121 f67 1"/>
                  <a:gd name="f148" fmla="*/ f120 f67 1"/>
                  <a:gd name="f149" fmla="*/ f123 f66 1"/>
                  <a:gd name="f150" fmla="*/ f124 f67 1"/>
                  <a:gd name="f151" fmla="*/ f125 f66 1"/>
                  <a:gd name="f152" fmla="*/ f126 f67 1"/>
                  <a:gd name="f153" fmla="*/ f127 f66 1"/>
                  <a:gd name="f154" fmla="*/ f128 f67 1"/>
                  <a:gd name="f155" fmla="*/ f129 f66 1"/>
                  <a:gd name="f156" fmla="*/ f130 f67 1"/>
                  <a:gd name="f157" fmla="*/ f131 f66 1"/>
                  <a:gd name="f158" fmla="*/ f132 f67 1"/>
                  <a:gd name="f159" fmla="*/ f133 f66 1"/>
                  <a:gd name="f160" fmla="*/ f134 f67 1"/>
                  <a:gd name="f161" fmla="*/ f135 f66 1"/>
                  <a:gd name="f162" fmla="*/ f136 f67 1"/>
                  <a:gd name="f163" fmla="*/ f137 f66 1"/>
                  <a:gd name="f164" fmla="*/ f138 f67 1"/>
                  <a:gd name="f165" fmla="*/ f139 f66 1"/>
                  <a:gd name="f166" fmla="*/ f140 f67 1"/>
                  <a:gd name="f167" fmla="*/ f141 f66 1"/>
                  <a:gd name="f168" fmla="*/ f142 f67 1"/>
                  <a:gd name="f169" fmla="*/ f143 f66 1"/>
                  <a:gd name="f170" fmla="*/ f144 f67 1"/>
                </a:gdLst>
                <a:ahLst/>
                <a:cxnLst>
                  <a:cxn ang="3cd4">
                    <a:pos x="hc" y="t"/>
                  </a:cxn>
                  <a:cxn ang="0">
                    <a:pos x="r" y="vc"/>
                  </a:cxn>
                  <a:cxn ang="cd4">
                    <a:pos x="hc" y="b"/>
                  </a:cxn>
                  <a:cxn ang="cd2">
                    <a:pos x="l" y="vc"/>
                  </a:cxn>
                  <a:cxn ang="f122">
                    <a:pos x="f149" y="f150"/>
                  </a:cxn>
                  <a:cxn ang="f122">
                    <a:pos x="f151" y="f152"/>
                  </a:cxn>
                  <a:cxn ang="f122">
                    <a:pos x="f153" y="f154"/>
                  </a:cxn>
                  <a:cxn ang="f122">
                    <a:pos x="f155" y="f156"/>
                  </a:cxn>
                  <a:cxn ang="f122">
                    <a:pos x="f157" y="f158"/>
                  </a:cxn>
                  <a:cxn ang="f122">
                    <a:pos x="f159" y="f160"/>
                  </a:cxn>
                  <a:cxn ang="f122">
                    <a:pos x="f161" y="f162"/>
                  </a:cxn>
                  <a:cxn ang="f122">
                    <a:pos x="f163" y="f164"/>
                  </a:cxn>
                  <a:cxn ang="f122">
                    <a:pos x="f165" y="f166"/>
                  </a:cxn>
                  <a:cxn ang="f122">
                    <a:pos x="f167" y="f168"/>
                  </a:cxn>
                  <a:cxn ang="f122">
                    <a:pos x="f169" y="f170"/>
                  </a:cxn>
                </a:cxnLst>
                <a:rect l="f145" t="f148" r="f146" b="f147"/>
                <a:pathLst>
                  <a:path w="2907315" h="1544764">
                    <a:moveTo>
                      <a:pt x="f5" y="f7"/>
                    </a:moveTo>
                    <a:cubicBezTo>
                      <a:pt x="f5" y="f7"/>
                      <a:pt x="f8" y="f9"/>
                      <a:pt x="f10" y="f11"/>
                    </a:cubicBezTo>
                    <a:cubicBezTo>
                      <a:pt x="f12" y="f13"/>
                      <a:pt x="f14" y="f15"/>
                      <a:pt x="f16" y="f17"/>
                    </a:cubicBezTo>
                    <a:cubicBezTo>
                      <a:pt x="f18" y="f19"/>
                      <a:pt x="f20" y="f21"/>
                      <a:pt x="f22" y="f23"/>
                    </a:cubicBezTo>
                    <a:cubicBezTo>
                      <a:pt x="f24" y="f25"/>
                      <a:pt x="f26" y="f27"/>
                      <a:pt x="f28" y="f29"/>
                    </a:cubicBezTo>
                    <a:cubicBezTo>
                      <a:pt x="f30" y="f31"/>
                      <a:pt x="f32" y="f33"/>
                      <a:pt x="f34" y="f35"/>
                    </a:cubicBezTo>
                    <a:cubicBezTo>
                      <a:pt x="f36" y="f37"/>
                      <a:pt x="f38" y="f39"/>
                      <a:pt x="f40" y="f41"/>
                    </a:cubicBezTo>
                    <a:cubicBezTo>
                      <a:pt x="f42" y="f43"/>
                      <a:pt x="f44" y="f45"/>
                      <a:pt x="f46" y="f47"/>
                    </a:cubicBezTo>
                    <a:cubicBezTo>
                      <a:pt x="f48" y="f49"/>
                      <a:pt x="f50" y="f51"/>
                      <a:pt x="f52" y="f53"/>
                    </a:cubicBezTo>
                    <a:cubicBezTo>
                      <a:pt x="f54" y="f55"/>
                      <a:pt x="f56" y="f57"/>
                      <a:pt x="f58" y="f59"/>
                    </a:cubicBezTo>
                    <a:cubicBezTo>
                      <a:pt x="f60" y="f61"/>
                      <a:pt x="f62" y="f63"/>
                      <a:pt x="f64"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4" name="Freeform: Shape 32">
                <a:extLst>
                  <a:ext uri="{FF2B5EF4-FFF2-40B4-BE49-F238E27FC236}">
                    <a16:creationId xmlns:a16="http://schemas.microsoft.com/office/drawing/2014/main" id="{7D38115A-498B-45EB-8091-DB3AE11B42EC}"/>
                  </a:ext>
                </a:extLst>
              </p:cNvPr>
              <p:cNvSpPr/>
              <p:nvPr/>
            </p:nvSpPr>
            <p:spPr>
              <a:xfrm>
                <a:off x="9369335" y="5113178"/>
                <a:ext cx="2822579" cy="1744821"/>
              </a:xfrm>
              <a:custGeom>
                <a:avLst/>
                <a:gdLst>
                  <a:gd name="f0" fmla="val 10800000"/>
                  <a:gd name="f1" fmla="val 5400000"/>
                  <a:gd name="f2" fmla="val 180"/>
                  <a:gd name="f3" fmla="val w"/>
                  <a:gd name="f4" fmla="val h"/>
                  <a:gd name="f5" fmla="val 0"/>
                  <a:gd name="f6" fmla="val 3168300"/>
                  <a:gd name="f7" fmla="val 1952434"/>
                  <a:gd name="f8" fmla="val 1952435"/>
                  <a:gd name="f9" fmla="val 91059"/>
                  <a:gd name="f10" fmla="val 1796415"/>
                  <a:gd name="f11" fmla="val 202121"/>
                  <a:gd name="f12" fmla="val 1687068"/>
                  <a:gd name="f13" fmla="val 301943"/>
                  <a:gd name="f14" fmla="val 1588675"/>
                  <a:gd name="f15" fmla="val 416528"/>
                  <a:gd name="f16" fmla="val 1505617"/>
                  <a:gd name="f17" fmla="val 545116"/>
                  <a:gd name="f18" fmla="val 1450277"/>
                  <a:gd name="f19" fmla="val 659987"/>
                  <a:gd name="f20" fmla="val 1400747"/>
                  <a:gd name="f21" fmla="val 783622"/>
                  <a:gd name="f22" fmla="val 1377601"/>
                  <a:gd name="f23" fmla="val 906780"/>
                  <a:gd name="f24" fmla="val 1354455"/>
                  <a:gd name="f25" fmla="val 1048036"/>
                  <a:gd name="f26" fmla="val 1327976"/>
                  <a:gd name="f27" fmla="val 1189482"/>
                  <a:gd name="f28" fmla="val 1301972"/>
                  <a:gd name="f29" fmla="val 1332262"/>
                  <a:gd name="f30" fmla="val 1285304"/>
                  <a:gd name="f31" fmla="val 1452182"/>
                  <a:gd name="f32" fmla="val 1271302"/>
                  <a:gd name="f33" fmla="val 1573340"/>
                  <a:gd name="f34" fmla="val 1265873"/>
                  <a:gd name="f35" fmla="val 1691259"/>
                  <a:gd name="f36" fmla="val 1240060"/>
                  <a:gd name="f37" fmla="val 1800035"/>
                  <a:gd name="f38" fmla="val 1216247"/>
                  <a:gd name="f39" fmla="val 1904619"/>
                  <a:gd name="f40" fmla="val 1176718"/>
                  <a:gd name="f41" fmla="val 2010346"/>
                  <a:gd name="f42" fmla="val 1141667"/>
                  <a:gd name="f43" fmla="val 2136743"/>
                  <a:gd name="f44" fmla="val 1099661"/>
                  <a:gd name="f45" fmla="val 2265902"/>
                  <a:gd name="f46" fmla="val 1066229"/>
                  <a:gd name="f47" fmla="val 2393252"/>
                  <a:gd name="f48" fmla="val 1027271"/>
                  <a:gd name="f49" fmla="val 2457450"/>
                  <a:gd name="f50" fmla="val 1007650"/>
                  <a:gd name="f51" fmla="val 2521744"/>
                  <a:gd name="f52" fmla="val 987552"/>
                  <a:gd name="f53" fmla="val 2582037"/>
                  <a:gd name="f54" fmla="val 958120"/>
                  <a:gd name="f55" fmla="val 2648807"/>
                  <a:gd name="f56" fmla="val 925449"/>
                  <a:gd name="f57" fmla="val 2710815"/>
                  <a:gd name="f58" fmla="val 883349"/>
                  <a:gd name="f59" fmla="val 2760155"/>
                  <a:gd name="f60" fmla="val 827723"/>
                  <a:gd name="f61" fmla="val 2827496"/>
                  <a:gd name="f62" fmla="val 751904"/>
                  <a:gd name="f63" fmla="val 2867978"/>
                  <a:gd name="f64" fmla="val 657511"/>
                  <a:gd name="f65" fmla="val 2914364"/>
                  <a:gd name="f66" fmla="val 567023"/>
                  <a:gd name="f67" fmla="val 2972753"/>
                  <a:gd name="f68" fmla="val 453200"/>
                  <a:gd name="f69" fmla="val 3119152"/>
                  <a:gd name="f70" fmla="val 118015"/>
                  <a:gd name="f71" fmla="val 3168301"/>
                  <a:gd name="f72" fmla="+- 0 0 -90"/>
                  <a:gd name="f73" fmla="*/ f3 1 3168300"/>
                  <a:gd name="f74" fmla="*/ f4 1 1952434"/>
                  <a:gd name="f75" fmla="+- f7 0 f5"/>
                  <a:gd name="f76" fmla="+- f6 0 f5"/>
                  <a:gd name="f77" fmla="*/ f72 f0 1"/>
                  <a:gd name="f78" fmla="*/ f76 1 3168300"/>
                  <a:gd name="f79" fmla="*/ f75 1 1952434"/>
                  <a:gd name="f80" fmla="*/ 0 f76 1"/>
                  <a:gd name="f81" fmla="*/ 1952435 f75 1"/>
                  <a:gd name="f82" fmla="*/ 202121 f76 1"/>
                  <a:gd name="f83" fmla="*/ 1687068 f75 1"/>
                  <a:gd name="f84" fmla="*/ 545116 f76 1"/>
                  <a:gd name="f85" fmla="*/ 1450277 f75 1"/>
                  <a:gd name="f86" fmla="*/ 906780 f76 1"/>
                  <a:gd name="f87" fmla="*/ 1354455 f75 1"/>
                  <a:gd name="f88" fmla="*/ 1332262 f76 1"/>
                  <a:gd name="f89" fmla="*/ 1285304 f75 1"/>
                  <a:gd name="f90" fmla="*/ 1691259 f76 1"/>
                  <a:gd name="f91" fmla="*/ 1240060 f75 1"/>
                  <a:gd name="f92" fmla="*/ 2010346 f76 1"/>
                  <a:gd name="f93" fmla="*/ 1141667 f75 1"/>
                  <a:gd name="f94" fmla="*/ 2393252 f76 1"/>
                  <a:gd name="f95" fmla="*/ 1027271 f75 1"/>
                  <a:gd name="f96" fmla="*/ 2582037 f76 1"/>
                  <a:gd name="f97" fmla="*/ 958120 f75 1"/>
                  <a:gd name="f98" fmla="*/ 2760155 f76 1"/>
                  <a:gd name="f99" fmla="*/ 827723 f75 1"/>
                  <a:gd name="f100" fmla="*/ 2914364 f76 1"/>
                  <a:gd name="f101" fmla="*/ 567023 f75 1"/>
                  <a:gd name="f102" fmla="*/ 3168301 f76 1"/>
                  <a:gd name="f103" fmla="*/ 0 f75 1"/>
                  <a:gd name="f104" fmla="*/ f77 1 f2"/>
                  <a:gd name="f105" fmla="*/ f80 1 3168300"/>
                  <a:gd name="f106" fmla="*/ f81 1 1952434"/>
                  <a:gd name="f107" fmla="*/ f82 1 3168300"/>
                  <a:gd name="f108" fmla="*/ f83 1 1952434"/>
                  <a:gd name="f109" fmla="*/ f84 1 3168300"/>
                  <a:gd name="f110" fmla="*/ f85 1 1952434"/>
                  <a:gd name="f111" fmla="*/ f86 1 3168300"/>
                  <a:gd name="f112" fmla="*/ f87 1 1952434"/>
                  <a:gd name="f113" fmla="*/ f88 1 3168300"/>
                  <a:gd name="f114" fmla="*/ f89 1 1952434"/>
                  <a:gd name="f115" fmla="*/ f90 1 3168300"/>
                  <a:gd name="f116" fmla="*/ f91 1 1952434"/>
                  <a:gd name="f117" fmla="*/ f92 1 3168300"/>
                  <a:gd name="f118" fmla="*/ f93 1 1952434"/>
                  <a:gd name="f119" fmla="*/ f94 1 3168300"/>
                  <a:gd name="f120" fmla="*/ f95 1 1952434"/>
                  <a:gd name="f121" fmla="*/ f96 1 3168300"/>
                  <a:gd name="f122" fmla="*/ f97 1 1952434"/>
                  <a:gd name="f123" fmla="*/ f98 1 3168300"/>
                  <a:gd name="f124" fmla="*/ f99 1 1952434"/>
                  <a:gd name="f125" fmla="*/ f100 1 3168300"/>
                  <a:gd name="f126" fmla="*/ f101 1 1952434"/>
                  <a:gd name="f127" fmla="*/ f102 1 3168300"/>
                  <a:gd name="f128" fmla="*/ f103 1 1952434"/>
                  <a:gd name="f129" fmla="*/ f5 1 f78"/>
                  <a:gd name="f130" fmla="*/ f6 1 f78"/>
                  <a:gd name="f131" fmla="*/ f5 1 f79"/>
                  <a:gd name="f132" fmla="*/ f7 1 f79"/>
                  <a:gd name="f133" fmla="+- f104 0 f1"/>
                  <a:gd name="f134" fmla="*/ f105 1 f78"/>
                  <a:gd name="f135" fmla="*/ f106 1 f79"/>
                  <a:gd name="f136" fmla="*/ f107 1 f78"/>
                  <a:gd name="f137" fmla="*/ f108 1 f79"/>
                  <a:gd name="f138" fmla="*/ f109 1 f78"/>
                  <a:gd name="f139" fmla="*/ f110 1 f79"/>
                  <a:gd name="f140" fmla="*/ f111 1 f78"/>
                  <a:gd name="f141" fmla="*/ f112 1 f79"/>
                  <a:gd name="f142" fmla="*/ f113 1 f78"/>
                  <a:gd name="f143" fmla="*/ f114 1 f79"/>
                  <a:gd name="f144" fmla="*/ f115 1 f78"/>
                  <a:gd name="f145" fmla="*/ f116 1 f79"/>
                  <a:gd name="f146" fmla="*/ f117 1 f78"/>
                  <a:gd name="f147" fmla="*/ f118 1 f79"/>
                  <a:gd name="f148" fmla="*/ f119 1 f78"/>
                  <a:gd name="f149" fmla="*/ f120 1 f79"/>
                  <a:gd name="f150" fmla="*/ f121 1 f78"/>
                  <a:gd name="f151" fmla="*/ f122 1 f79"/>
                  <a:gd name="f152" fmla="*/ f123 1 f78"/>
                  <a:gd name="f153" fmla="*/ f124 1 f79"/>
                  <a:gd name="f154" fmla="*/ f125 1 f78"/>
                  <a:gd name="f155" fmla="*/ f126 1 f79"/>
                  <a:gd name="f156" fmla="*/ f127 1 f78"/>
                  <a:gd name="f157" fmla="*/ f128 1 f79"/>
                  <a:gd name="f158" fmla="*/ f129 f73 1"/>
                  <a:gd name="f159" fmla="*/ f130 f73 1"/>
                  <a:gd name="f160" fmla="*/ f132 f74 1"/>
                  <a:gd name="f161" fmla="*/ f131 f74 1"/>
                  <a:gd name="f162" fmla="*/ f134 f73 1"/>
                  <a:gd name="f163" fmla="*/ f135 f74 1"/>
                  <a:gd name="f164" fmla="*/ f136 f73 1"/>
                  <a:gd name="f165" fmla="*/ f137 f74 1"/>
                  <a:gd name="f166" fmla="*/ f138 f73 1"/>
                  <a:gd name="f167" fmla="*/ f139 f74 1"/>
                  <a:gd name="f168" fmla="*/ f140 f73 1"/>
                  <a:gd name="f169" fmla="*/ f141 f74 1"/>
                  <a:gd name="f170" fmla="*/ f142 f73 1"/>
                  <a:gd name="f171" fmla="*/ f143 f74 1"/>
                  <a:gd name="f172" fmla="*/ f144 f73 1"/>
                  <a:gd name="f173" fmla="*/ f145 f74 1"/>
                  <a:gd name="f174" fmla="*/ f146 f73 1"/>
                  <a:gd name="f175" fmla="*/ f147 f74 1"/>
                  <a:gd name="f176" fmla="*/ f148 f73 1"/>
                  <a:gd name="f177" fmla="*/ f149 f74 1"/>
                  <a:gd name="f178" fmla="*/ f150 f73 1"/>
                  <a:gd name="f179" fmla="*/ f151 f74 1"/>
                  <a:gd name="f180" fmla="*/ f152 f73 1"/>
                  <a:gd name="f181" fmla="*/ f153 f74 1"/>
                  <a:gd name="f182" fmla="*/ f154 f73 1"/>
                  <a:gd name="f183" fmla="*/ f155 f74 1"/>
                  <a:gd name="f184" fmla="*/ f156 f73 1"/>
                  <a:gd name="f185" fmla="*/ f157 f74 1"/>
                </a:gdLst>
                <a:ahLst/>
                <a:cxnLst>
                  <a:cxn ang="3cd4">
                    <a:pos x="hc" y="t"/>
                  </a:cxn>
                  <a:cxn ang="0">
                    <a:pos x="r" y="vc"/>
                  </a:cxn>
                  <a:cxn ang="cd4">
                    <a:pos x="hc" y="b"/>
                  </a:cxn>
                  <a:cxn ang="cd2">
                    <a:pos x="l" y="vc"/>
                  </a:cxn>
                  <a:cxn ang="f133">
                    <a:pos x="f162" y="f163"/>
                  </a:cxn>
                  <a:cxn ang="f133">
                    <a:pos x="f164" y="f165"/>
                  </a:cxn>
                  <a:cxn ang="f133">
                    <a:pos x="f166" y="f167"/>
                  </a:cxn>
                  <a:cxn ang="f133">
                    <a:pos x="f168" y="f169"/>
                  </a:cxn>
                  <a:cxn ang="f133">
                    <a:pos x="f170" y="f171"/>
                  </a:cxn>
                  <a:cxn ang="f133">
                    <a:pos x="f172" y="f173"/>
                  </a:cxn>
                  <a:cxn ang="f133">
                    <a:pos x="f174" y="f175"/>
                  </a:cxn>
                  <a:cxn ang="f133">
                    <a:pos x="f176" y="f177"/>
                  </a:cxn>
                  <a:cxn ang="f133">
                    <a:pos x="f178" y="f179"/>
                  </a:cxn>
                  <a:cxn ang="f133">
                    <a:pos x="f180" y="f181"/>
                  </a:cxn>
                  <a:cxn ang="f133">
                    <a:pos x="f182" y="f183"/>
                  </a:cxn>
                  <a:cxn ang="f133">
                    <a:pos x="f184" y="f185"/>
                  </a:cxn>
                </a:cxnLst>
                <a:rect l="f158" t="f161" r="f159" b="f160"/>
                <a:pathLst>
                  <a:path w="3168300" h="1952434">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35" y="f36"/>
                    </a:cubicBezTo>
                    <a:cubicBezTo>
                      <a:pt x="f37" y="f38"/>
                      <a:pt x="f39" y="f40"/>
                      <a:pt x="f41" y="f42"/>
                    </a:cubicBezTo>
                    <a:cubicBezTo>
                      <a:pt x="f43" y="f44"/>
                      <a:pt x="f45" y="f46"/>
                      <a:pt x="f47" y="f48"/>
                    </a:cubicBezTo>
                    <a:cubicBezTo>
                      <a:pt x="f49" y="f50"/>
                      <a:pt x="f51" y="f52"/>
                      <a:pt x="f53" y="f54"/>
                    </a:cubicBezTo>
                    <a:cubicBezTo>
                      <a:pt x="f55" y="f56"/>
                      <a:pt x="f57" y="f58"/>
                      <a:pt x="f59" y="f60"/>
                    </a:cubicBezTo>
                    <a:cubicBezTo>
                      <a:pt x="f61" y="f62"/>
                      <a:pt x="f63" y="f64"/>
                      <a:pt x="f65" y="f66"/>
                    </a:cubicBezTo>
                    <a:cubicBezTo>
                      <a:pt x="f67" y="f68"/>
                      <a:pt x="f69" y="f70"/>
                      <a:pt x="f71"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5" name="Freeform: Shape 33">
                <a:extLst>
                  <a:ext uri="{FF2B5EF4-FFF2-40B4-BE49-F238E27FC236}">
                    <a16:creationId xmlns:a16="http://schemas.microsoft.com/office/drawing/2014/main" id="{AA0FB59B-50B4-4F44-903F-FAE075683628}"/>
                  </a:ext>
                </a:extLst>
              </p:cNvPr>
              <p:cNvSpPr/>
              <p:nvPr/>
            </p:nvSpPr>
            <p:spPr>
              <a:xfrm>
                <a:off x="9188339" y="4664253"/>
                <a:ext cx="2990508" cy="2191277"/>
              </a:xfrm>
              <a:custGeom>
                <a:avLst/>
                <a:gdLst>
                  <a:gd name="f0" fmla="val 10800000"/>
                  <a:gd name="f1" fmla="val 5400000"/>
                  <a:gd name="f2" fmla="val 180"/>
                  <a:gd name="f3" fmla="val w"/>
                  <a:gd name="f4" fmla="val h"/>
                  <a:gd name="f5" fmla="val 0"/>
                  <a:gd name="f6" fmla="val 3356800"/>
                  <a:gd name="f7" fmla="val 2452020"/>
                  <a:gd name="f8" fmla="val 2452021"/>
                  <a:gd name="f9" fmla="val 57150"/>
                  <a:gd name="f10" fmla="val 2344198"/>
                  <a:gd name="f11" fmla="val 130874"/>
                  <a:gd name="f12" fmla="val 2247710"/>
                  <a:gd name="f13" fmla="val 218694"/>
                  <a:gd name="f14" fmla="val 2132648"/>
                  <a:gd name="f15" fmla="val 328136"/>
                  <a:gd name="f16" fmla="val 2036635"/>
                  <a:gd name="f17" fmla="val 437197"/>
                  <a:gd name="f18" fmla="val 1941195"/>
                  <a:gd name="f19" fmla="val 529304"/>
                  <a:gd name="f20" fmla="val 1860709"/>
                  <a:gd name="f21" fmla="val 623030"/>
                  <a:gd name="f22" fmla="val 1779556"/>
                  <a:gd name="f23" fmla="val 737140"/>
                  <a:gd name="f24" fmla="val 1736884"/>
                  <a:gd name="f25" fmla="val 830866"/>
                  <a:gd name="f26" fmla="val 1701736"/>
                  <a:gd name="f27" fmla="val 932021"/>
                  <a:gd name="f28" fmla="val 1695450"/>
                  <a:gd name="f29" fmla="val 1031843"/>
                  <a:gd name="f30" fmla="val 1685068"/>
                  <a:gd name="f31" fmla="val 1117092"/>
                  <a:gd name="f32" fmla="val 1676210"/>
                  <a:gd name="f33" fmla="val 1202055"/>
                  <a:gd name="f34" fmla="val 1665160"/>
                  <a:gd name="f35" fmla="val 1287304"/>
                  <a:gd name="f36" fmla="val 1655826"/>
                  <a:gd name="f37" fmla="val 1348931"/>
                  <a:gd name="f38" fmla="val 1649063"/>
                  <a:gd name="f39" fmla="val 1410653"/>
                  <a:gd name="f40" fmla="val 1643539"/>
                  <a:gd name="f41" fmla="val 1471994"/>
                  <a:gd name="f42" fmla="val 1634300"/>
                  <a:gd name="f43" fmla="val 1618679"/>
                  <a:gd name="f44" fmla="val 1612011"/>
                  <a:gd name="f45" fmla="val 1761935"/>
                  <a:gd name="f46" fmla="val 1571149"/>
                  <a:gd name="f47" fmla="val 1898237"/>
                  <a:gd name="f48" fmla="val 1512665"/>
                  <a:gd name="f49" fmla="val 2010442"/>
                  <a:gd name="f50" fmla="val 1464564"/>
                  <a:gd name="f51" fmla="val 2117503"/>
                  <a:gd name="f52" fmla="val 1405128"/>
                  <a:gd name="f53" fmla="val 2229136"/>
                  <a:gd name="f54" fmla="val 1355598"/>
                  <a:gd name="f55" fmla="val 2322481"/>
                  <a:gd name="f56" fmla="val 1314164"/>
                  <a:gd name="f57" fmla="val 2418969"/>
                  <a:gd name="f58" fmla="val 1280160"/>
                  <a:gd name="f59" fmla="val 2512314"/>
                  <a:gd name="f60" fmla="val 1238631"/>
                  <a:gd name="f61" fmla="val 2599087"/>
                  <a:gd name="f62" fmla="val 1199960"/>
                  <a:gd name="f63" fmla="val 2683193"/>
                  <a:gd name="f64" fmla="val 1154811"/>
                  <a:gd name="f65" fmla="val 2758535"/>
                  <a:gd name="f66" fmla="val 1096994"/>
                  <a:gd name="f67" fmla="val 2825020"/>
                  <a:gd name="f68" fmla="val 1046035"/>
                  <a:gd name="f69" fmla="val 2883789"/>
                  <a:gd name="f70" fmla="val 985837"/>
                  <a:gd name="f71" fmla="val 2935510"/>
                  <a:gd name="f72" fmla="val 919925"/>
                  <a:gd name="f73" fmla="val 2992184"/>
                  <a:gd name="f74" fmla="val 847725"/>
                  <a:gd name="f75" fmla="val 3039904"/>
                  <a:gd name="f76" fmla="val 769144"/>
                  <a:gd name="f77" fmla="val 3081719"/>
                  <a:gd name="f78" fmla="val 687419"/>
                  <a:gd name="f79" fmla="val 3138297"/>
                  <a:gd name="f80" fmla="val 576739"/>
                  <a:gd name="f81" fmla="val 3314129"/>
                  <a:gd name="f82" fmla="val 116776"/>
                  <a:gd name="f83" fmla="+- 0 0 -90"/>
                  <a:gd name="f84" fmla="*/ f3 1 3356800"/>
                  <a:gd name="f85" fmla="*/ f4 1 2452020"/>
                  <a:gd name="f86" fmla="+- f7 0 f5"/>
                  <a:gd name="f87" fmla="+- f6 0 f5"/>
                  <a:gd name="f88" fmla="*/ f83 f0 1"/>
                  <a:gd name="f89" fmla="*/ f87 1 3356800"/>
                  <a:gd name="f90" fmla="*/ f86 1 2452020"/>
                  <a:gd name="f91" fmla="*/ 0 f87 1"/>
                  <a:gd name="f92" fmla="*/ 2452021 f86 1"/>
                  <a:gd name="f93" fmla="*/ 130874 f87 1"/>
                  <a:gd name="f94" fmla="*/ 2247710 f86 1"/>
                  <a:gd name="f95" fmla="*/ 437197 f87 1"/>
                  <a:gd name="f96" fmla="*/ 1941195 f86 1"/>
                  <a:gd name="f97" fmla="*/ 737140 f87 1"/>
                  <a:gd name="f98" fmla="*/ 1736884 f86 1"/>
                  <a:gd name="f99" fmla="*/ 1031843 f87 1"/>
                  <a:gd name="f100" fmla="*/ 1685068 f86 1"/>
                  <a:gd name="f101" fmla="*/ 1287304 f87 1"/>
                  <a:gd name="f102" fmla="*/ 1655826 f86 1"/>
                  <a:gd name="f103" fmla="*/ 1471994 f87 1"/>
                  <a:gd name="f104" fmla="*/ 1634300 f86 1"/>
                  <a:gd name="f105" fmla="*/ 1898237 f87 1"/>
                  <a:gd name="f106" fmla="*/ 1512665 f86 1"/>
                  <a:gd name="f107" fmla="*/ 2229136 f87 1"/>
                  <a:gd name="f108" fmla="*/ 1355598 f86 1"/>
                  <a:gd name="f109" fmla="*/ 2512314 f87 1"/>
                  <a:gd name="f110" fmla="*/ 1238631 f86 1"/>
                  <a:gd name="f111" fmla="*/ 2758535 f87 1"/>
                  <a:gd name="f112" fmla="*/ 1096994 f86 1"/>
                  <a:gd name="f113" fmla="*/ 2935510 f87 1"/>
                  <a:gd name="f114" fmla="*/ 919925 f86 1"/>
                  <a:gd name="f115" fmla="*/ 3081719 f87 1"/>
                  <a:gd name="f116" fmla="*/ 687419 f86 1"/>
                  <a:gd name="f117" fmla="*/ 3356800 f87 1"/>
                  <a:gd name="f118" fmla="*/ 0 f86 1"/>
                  <a:gd name="f119" fmla="*/ f88 1 f2"/>
                  <a:gd name="f120" fmla="*/ f91 1 3356800"/>
                  <a:gd name="f121" fmla="*/ f92 1 2452020"/>
                  <a:gd name="f122" fmla="*/ f93 1 3356800"/>
                  <a:gd name="f123" fmla="*/ f94 1 2452020"/>
                  <a:gd name="f124" fmla="*/ f95 1 3356800"/>
                  <a:gd name="f125" fmla="*/ f96 1 2452020"/>
                  <a:gd name="f126" fmla="*/ f97 1 3356800"/>
                  <a:gd name="f127" fmla="*/ f98 1 2452020"/>
                  <a:gd name="f128" fmla="*/ f99 1 3356800"/>
                  <a:gd name="f129" fmla="*/ f100 1 2452020"/>
                  <a:gd name="f130" fmla="*/ f101 1 3356800"/>
                  <a:gd name="f131" fmla="*/ f102 1 2452020"/>
                  <a:gd name="f132" fmla="*/ f103 1 3356800"/>
                  <a:gd name="f133" fmla="*/ f104 1 2452020"/>
                  <a:gd name="f134" fmla="*/ f105 1 3356800"/>
                  <a:gd name="f135" fmla="*/ f106 1 2452020"/>
                  <a:gd name="f136" fmla="*/ f107 1 3356800"/>
                  <a:gd name="f137" fmla="*/ f108 1 2452020"/>
                  <a:gd name="f138" fmla="*/ f109 1 3356800"/>
                  <a:gd name="f139" fmla="*/ f110 1 2452020"/>
                  <a:gd name="f140" fmla="*/ f111 1 3356800"/>
                  <a:gd name="f141" fmla="*/ f112 1 2452020"/>
                  <a:gd name="f142" fmla="*/ f113 1 3356800"/>
                  <a:gd name="f143" fmla="*/ f114 1 2452020"/>
                  <a:gd name="f144" fmla="*/ f115 1 3356800"/>
                  <a:gd name="f145" fmla="*/ f116 1 2452020"/>
                  <a:gd name="f146" fmla="*/ f117 1 3356800"/>
                  <a:gd name="f147" fmla="*/ f118 1 2452020"/>
                  <a:gd name="f148" fmla="*/ f5 1 f89"/>
                  <a:gd name="f149" fmla="*/ f6 1 f89"/>
                  <a:gd name="f150" fmla="*/ f5 1 f90"/>
                  <a:gd name="f151" fmla="*/ f7 1 f90"/>
                  <a:gd name="f152" fmla="+- f119 0 f1"/>
                  <a:gd name="f153" fmla="*/ f120 1 f89"/>
                  <a:gd name="f154" fmla="*/ f121 1 f90"/>
                  <a:gd name="f155" fmla="*/ f122 1 f89"/>
                  <a:gd name="f156" fmla="*/ f123 1 f90"/>
                  <a:gd name="f157" fmla="*/ f124 1 f89"/>
                  <a:gd name="f158" fmla="*/ f125 1 f90"/>
                  <a:gd name="f159" fmla="*/ f126 1 f89"/>
                  <a:gd name="f160" fmla="*/ f127 1 f90"/>
                  <a:gd name="f161" fmla="*/ f128 1 f89"/>
                  <a:gd name="f162" fmla="*/ f129 1 f90"/>
                  <a:gd name="f163" fmla="*/ f130 1 f89"/>
                  <a:gd name="f164" fmla="*/ f131 1 f90"/>
                  <a:gd name="f165" fmla="*/ f132 1 f89"/>
                  <a:gd name="f166" fmla="*/ f133 1 f90"/>
                  <a:gd name="f167" fmla="*/ f134 1 f89"/>
                  <a:gd name="f168" fmla="*/ f135 1 f90"/>
                  <a:gd name="f169" fmla="*/ f136 1 f89"/>
                  <a:gd name="f170" fmla="*/ f137 1 f90"/>
                  <a:gd name="f171" fmla="*/ f138 1 f89"/>
                  <a:gd name="f172" fmla="*/ f139 1 f90"/>
                  <a:gd name="f173" fmla="*/ f140 1 f89"/>
                  <a:gd name="f174" fmla="*/ f141 1 f90"/>
                  <a:gd name="f175" fmla="*/ f142 1 f89"/>
                  <a:gd name="f176" fmla="*/ f143 1 f90"/>
                  <a:gd name="f177" fmla="*/ f144 1 f89"/>
                  <a:gd name="f178" fmla="*/ f145 1 f90"/>
                  <a:gd name="f179" fmla="*/ f146 1 f89"/>
                  <a:gd name="f180" fmla="*/ f147 1 f90"/>
                  <a:gd name="f181" fmla="*/ f148 f84 1"/>
                  <a:gd name="f182" fmla="*/ f149 f84 1"/>
                  <a:gd name="f183" fmla="*/ f151 f85 1"/>
                  <a:gd name="f184" fmla="*/ f150 f85 1"/>
                  <a:gd name="f185" fmla="*/ f153 f84 1"/>
                  <a:gd name="f186" fmla="*/ f154 f85 1"/>
                  <a:gd name="f187" fmla="*/ f155 f84 1"/>
                  <a:gd name="f188" fmla="*/ f156 f85 1"/>
                  <a:gd name="f189" fmla="*/ f157 f84 1"/>
                  <a:gd name="f190" fmla="*/ f158 f85 1"/>
                  <a:gd name="f191" fmla="*/ f159 f84 1"/>
                  <a:gd name="f192" fmla="*/ f160 f85 1"/>
                  <a:gd name="f193" fmla="*/ f161 f84 1"/>
                  <a:gd name="f194" fmla="*/ f162 f85 1"/>
                  <a:gd name="f195" fmla="*/ f163 f84 1"/>
                  <a:gd name="f196" fmla="*/ f164 f85 1"/>
                  <a:gd name="f197" fmla="*/ f165 f84 1"/>
                  <a:gd name="f198" fmla="*/ f166 f85 1"/>
                  <a:gd name="f199" fmla="*/ f167 f84 1"/>
                  <a:gd name="f200" fmla="*/ f168 f85 1"/>
                  <a:gd name="f201" fmla="*/ f169 f84 1"/>
                  <a:gd name="f202" fmla="*/ f170 f85 1"/>
                  <a:gd name="f203" fmla="*/ f171 f84 1"/>
                  <a:gd name="f204" fmla="*/ f172 f85 1"/>
                  <a:gd name="f205" fmla="*/ f173 f84 1"/>
                  <a:gd name="f206" fmla="*/ f174 f85 1"/>
                  <a:gd name="f207" fmla="*/ f175 f84 1"/>
                  <a:gd name="f208" fmla="*/ f176 f85 1"/>
                  <a:gd name="f209" fmla="*/ f177 f84 1"/>
                  <a:gd name="f210" fmla="*/ f178 f85 1"/>
                  <a:gd name="f211" fmla="*/ f179 f84 1"/>
                  <a:gd name="f212" fmla="*/ f180 f85 1"/>
                </a:gdLst>
                <a:ahLst/>
                <a:cxnLst>
                  <a:cxn ang="3cd4">
                    <a:pos x="hc" y="t"/>
                  </a:cxn>
                  <a:cxn ang="0">
                    <a:pos x="r" y="vc"/>
                  </a:cxn>
                  <a:cxn ang="cd4">
                    <a:pos x="hc" y="b"/>
                  </a:cxn>
                  <a:cxn ang="cd2">
                    <a:pos x="l" y="vc"/>
                  </a:cxn>
                  <a:cxn ang="f152">
                    <a:pos x="f185" y="f186"/>
                  </a:cxn>
                  <a:cxn ang="f152">
                    <a:pos x="f187" y="f188"/>
                  </a:cxn>
                  <a:cxn ang="f152">
                    <a:pos x="f189" y="f190"/>
                  </a:cxn>
                  <a:cxn ang="f152">
                    <a:pos x="f191" y="f192"/>
                  </a:cxn>
                  <a:cxn ang="f152">
                    <a:pos x="f193" y="f194"/>
                  </a:cxn>
                  <a:cxn ang="f152">
                    <a:pos x="f195" y="f196"/>
                  </a:cxn>
                  <a:cxn ang="f152">
                    <a:pos x="f197" y="f198"/>
                  </a:cxn>
                  <a:cxn ang="f152">
                    <a:pos x="f199" y="f200"/>
                  </a:cxn>
                  <a:cxn ang="f152">
                    <a:pos x="f201" y="f202"/>
                  </a:cxn>
                  <a:cxn ang="f152">
                    <a:pos x="f203" y="f204"/>
                  </a:cxn>
                  <a:cxn ang="f152">
                    <a:pos x="f205" y="f206"/>
                  </a:cxn>
                  <a:cxn ang="f152">
                    <a:pos x="f207" y="f208"/>
                  </a:cxn>
                  <a:cxn ang="f152">
                    <a:pos x="f209" y="f210"/>
                  </a:cxn>
                  <a:cxn ang="f152">
                    <a:pos x="f211" y="f212"/>
                  </a:cxn>
                </a:cxnLst>
                <a:rect l="f181" t="f184" r="f182" b="f183"/>
                <a:pathLst>
                  <a:path w="3356800" h="2452020">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35" y="f36"/>
                    </a:cubicBezTo>
                    <a:cubicBezTo>
                      <a:pt x="f37" y="f38"/>
                      <a:pt x="f39" y="f40"/>
                      <a:pt x="f41" y="f42"/>
                    </a:cubicBezTo>
                    <a:cubicBezTo>
                      <a:pt x="f43" y="f44"/>
                      <a:pt x="f45" y="f46"/>
                      <a:pt x="f47" y="f48"/>
                    </a:cubicBezTo>
                    <a:cubicBezTo>
                      <a:pt x="f49" y="f50"/>
                      <a:pt x="f51" y="f52"/>
                      <a:pt x="f53" y="f54"/>
                    </a:cubicBezTo>
                    <a:cubicBezTo>
                      <a:pt x="f55" y="f56"/>
                      <a:pt x="f57" y="f58"/>
                      <a:pt x="f59" y="f60"/>
                    </a:cubicBezTo>
                    <a:cubicBezTo>
                      <a:pt x="f61" y="f62"/>
                      <a:pt x="f63" y="f64"/>
                      <a:pt x="f65" y="f66"/>
                    </a:cubicBezTo>
                    <a:cubicBezTo>
                      <a:pt x="f67" y="f68"/>
                      <a:pt x="f69" y="f70"/>
                      <a:pt x="f71" y="f72"/>
                    </a:cubicBezTo>
                    <a:cubicBezTo>
                      <a:pt x="f73" y="f74"/>
                      <a:pt x="f75" y="f76"/>
                      <a:pt x="f77" y="f78"/>
                    </a:cubicBezTo>
                    <a:cubicBezTo>
                      <a:pt x="f79" y="f80"/>
                      <a:pt x="f81" y="f82"/>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sp>
          <p:nvSpPr>
            <p:cNvPr id="26" name="Freeform: Shape 26">
              <a:extLst>
                <a:ext uri="{FF2B5EF4-FFF2-40B4-BE49-F238E27FC236}">
                  <a16:creationId xmlns:a16="http://schemas.microsoft.com/office/drawing/2014/main" id="{AB8C0727-037E-4F9C-A0E6-FBA55AD336B5}"/>
                </a:ext>
              </a:extLst>
            </p:cNvPr>
            <p:cNvSpPr/>
            <p:nvPr/>
          </p:nvSpPr>
          <p:spPr>
            <a:xfrm>
              <a:off x="7980398" y="5197175"/>
              <a:ext cx="4211598" cy="1660824"/>
            </a:xfrm>
            <a:custGeom>
              <a:avLst/>
              <a:gdLst>
                <a:gd name="f0" fmla="val 10800000"/>
                <a:gd name="f1" fmla="val 5400000"/>
                <a:gd name="f2" fmla="val 180"/>
                <a:gd name="f3" fmla="val w"/>
                <a:gd name="f4" fmla="val h"/>
                <a:gd name="f5" fmla="val 0"/>
                <a:gd name="f6" fmla="val 4211600"/>
                <a:gd name="f7" fmla="val 1660822"/>
                <a:gd name="f8" fmla="val 58430"/>
                <a:gd name="f9" fmla="val 4136524"/>
                <a:gd name="f10" fmla="val 208808"/>
                <a:gd name="f11" fmla="val 4089791"/>
                <a:gd name="f12" fmla="val 287770"/>
                <a:gd name="f13" fmla="val 4030588"/>
                <a:gd name="f14" fmla="val 363780"/>
                <a:gd name="f15" fmla="val 3973354"/>
                <a:gd name="f16" fmla="val 437313"/>
                <a:gd name="f17" fmla="val 3943819"/>
                <a:gd name="f18" fmla="val 475222"/>
                <a:gd name="f19" fmla="val 3913231"/>
                <a:gd name="f20" fmla="val 514465"/>
                <a:gd name="f21" fmla="val 3884746"/>
                <a:gd name="f22" fmla="val 553613"/>
                <a:gd name="f23" fmla="val 3872801"/>
                <a:gd name="f24" fmla="val 569996"/>
                <a:gd name="f25" fmla="val 3861119"/>
                <a:gd name="f26" fmla="val 586569"/>
                <a:gd name="f27" fmla="val 3849435"/>
                <a:gd name="f28" fmla="val 603143"/>
                <a:gd name="f29" fmla="val 3796665"/>
                <a:gd name="f30" fmla="val 678009"/>
                <a:gd name="f31" fmla="val 3742187"/>
                <a:gd name="f32" fmla="val 755352"/>
                <a:gd name="f33" fmla="val 3661849"/>
                <a:gd name="f34" fmla="val 819075"/>
                <a:gd name="f35" fmla="val 3596214"/>
                <a:gd name="f36" fmla="val 871176"/>
                <a:gd name="f37" fmla="val 3509050"/>
                <a:gd name="f38" fmla="val 916230"/>
                <a:gd name="f39" fmla="val 3402589"/>
                <a:gd name="f40" fmla="val 952996"/>
                <a:gd name="f41" fmla="val 3312406"/>
                <a:gd name="f42" fmla="val 984048"/>
                <a:gd name="f43" fmla="val 3215660"/>
                <a:gd name="f44" fmla="val 1005003"/>
                <a:gd name="f45" fmla="val 3130202"/>
                <a:gd name="f46" fmla="val 1023386"/>
                <a:gd name="f47" fmla="val 3058529"/>
                <a:gd name="f48" fmla="val 1038816"/>
                <a:gd name="f49" fmla="val 2985412"/>
                <a:gd name="f50" fmla="val 1053675"/>
                <a:gd name="f51" fmla="val 2914657"/>
                <a:gd name="f52" fmla="val 1068058"/>
                <a:gd name="f53" fmla="val 2805176"/>
                <a:gd name="f54" fmla="val 1090251"/>
                <a:gd name="f55" fmla="val 2692021"/>
                <a:gd name="f56" fmla="val 1113207"/>
                <a:gd name="f57" fmla="val 2582149"/>
                <a:gd name="f58" fmla="val 1138924"/>
                <a:gd name="f59" fmla="val 2549330"/>
                <a:gd name="f60" fmla="val 1146639"/>
                <a:gd name="f61" fmla="val 2516644"/>
                <a:gd name="f62" fmla="val 1154450"/>
                <a:gd name="f63" fmla="val 2483958"/>
                <a:gd name="f64" fmla="val 1162356"/>
                <a:gd name="f65" fmla="val 2367257"/>
                <a:gd name="f66" fmla="val 1190550"/>
                <a:gd name="f67" fmla="val 2246621"/>
                <a:gd name="f68" fmla="val 1219601"/>
                <a:gd name="f69" fmla="val 2123750"/>
                <a:gd name="f70" fmla="val 1238651"/>
                <a:gd name="f71" fmla="val 2004294"/>
                <a:gd name="f72" fmla="val 1257129"/>
                <a:gd name="f73" fmla="val 1880769"/>
                <a:gd name="f74" fmla="val 1265416"/>
                <a:gd name="f75" fmla="val 1761444"/>
                <a:gd name="f76" fmla="val 1273417"/>
                <a:gd name="f77" fmla="val 1711167"/>
                <a:gd name="f78" fmla="val 1276751"/>
                <a:gd name="f79" fmla="val 1659184"/>
                <a:gd name="f80" fmla="val 1280275"/>
                <a:gd name="f81" fmla="val 1608382"/>
                <a:gd name="f82" fmla="val 1284466"/>
                <a:gd name="f83" fmla="val 1408589"/>
                <a:gd name="f84" fmla="val 1300944"/>
                <a:gd name="f85" fmla="val 1214570"/>
                <a:gd name="f86" fmla="val 1325805"/>
                <a:gd name="f87" fmla="val 999942"/>
                <a:gd name="f88" fmla="val 1354284"/>
                <a:gd name="f89" fmla="val 826403"/>
                <a:gd name="f90" fmla="val 1377240"/>
                <a:gd name="f91" fmla="val 647744"/>
                <a:gd name="f92" fmla="val 1400957"/>
                <a:gd name="f93" fmla="val 484705"/>
                <a:gd name="f94" fmla="val 1450487"/>
                <a:gd name="f95" fmla="val 355831"/>
                <a:gd name="f96" fmla="val 1489635"/>
                <a:gd name="f97" fmla="val 231387"/>
                <a:gd name="f98" fmla="val 1544374"/>
                <a:gd name="f99" fmla="val 113310"/>
                <a:gd name="f100" fmla="val 1613700"/>
                <a:gd name="f101" fmla="val 39668"/>
                <a:gd name="f102" fmla="val 96701"/>
                <a:gd name="f103" fmla="val 1598934"/>
                <a:gd name="f104" fmla="val 216635"/>
                <a:gd name="f105" fmla="val 1528533"/>
                <a:gd name="f106" fmla="val 343196"/>
                <a:gd name="f107" fmla="val 1472919"/>
                <a:gd name="f108" fmla="val 474335"/>
                <a:gd name="f109" fmla="val 1433056"/>
                <a:gd name="f110" fmla="val 639999"/>
                <a:gd name="f111" fmla="val 1382669"/>
                <a:gd name="f112" fmla="val 820102"/>
                <a:gd name="f113" fmla="val 1358856"/>
                <a:gd name="f114" fmla="val 994299"/>
                <a:gd name="f115" fmla="val 1335806"/>
                <a:gd name="f116" fmla="val 1210239"/>
                <a:gd name="f117" fmla="val 1307231"/>
                <a:gd name="f118" fmla="val 1404650"/>
                <a:gd name="f119" fmla="val 1282275"/>
                <a:gd name="f120" fmla="val 1605231"/>
                <a:gd name="f121" fmla="val 1265702"/>
                <a:gd name="f122" fmla="val 1656428"/>
                <a:gd name="f123" fmla="val 1261511"/>
                <a:gd name="f124" fmla="val 1708411"/>
                <a:gd name="f125" fmla="val 1257987"/>
                <a:gd name="f126" fmla="val 1758819"/>
                <a:gd name="f127" fmla="val 1254558"/>
                <a:gd name="f128" fmla="val 1877487"/>
                <a:gd name="f129" fmla="val 1246557"/>
                <a:gd name="f130" fmla="val 2000094"/>
                <a:gd name="f131" fmla="val 1238365"/>
                <a:gd name="f132" fmla="val 2118106"/>
                <a:gd name="f133" fmla="val 1220077"/>
                <a:gd name="f134" fmla="val 2239531"/>
                <a:gd name="f135" fmla="val 1201313"/>
                <a:gd name="f136" fmla="val 2359513"/>
                <a:gd name="f137" fmla="val 1172357"/>
                <a:gd name="f138" fmla="val 2475557"/>
                <a:gd name="f139" fmla="val 1144353"/>
                <a:gd name="f140" fmla="val 2508243"/>
                <a:gd name="f141" fmla="val 1136448"/>
                <a:gd name="f142" fmla="val 2541060"/>
                <a:gd name="f143" fmla="val 1128542"/>
                <a:gd name="f144" fmla="val 2573878"/>
                <a:gd name="f145" fmla="val 1120827"/>
                <a:gd name="f146" fmla="val 2684276"/>
                <a:gd name="f147" fmla="val 1094919"/>
                <a:gd name="f148" fmla="val 2797694"/>
                <a:gd name="f149" fmla="val 1071963"/>
                <a:gd name="f150" fmla="val 2907437"/>
                <a:gd name="f151" fmla="val 1049675"/>
                <a:gd name="f152" fmla="val 2978061"/>
                <a:gd name="f153" fmla="val 1035387"/>
                <a:gd name="f154" fmla="val 3051178"/>
                <a:gd name="f155" fmla="val 1020528"/>
                <a:gd name="f156" fmla="val 3122589"/>
                <a:gd name="f157" fmla="val 1005098"/>
                <a:gd name="f158" fmla="val 3206997"/>
                <a:gd name="f159" fmla="val 986810"/>
                <a:gd name="f160" fmla="val 3302823"/>
                <a:gd name="f161" fmla="val 966141"/>
                <a:gd name="f162" fmla="val 3391169"/>
                <a:gd name="f163" fmla="val 935756"/>
                <a:gd name="f164" fmla="val 3494479"/>
                <a:gd name="f165" fmla="val 900132"/>
                <a:gd name="f166" fmla="val 3578886"/>
                <a:gd name="f167" fmla="val 856508"/>
                <a:gd name="f168" fmla="val 3642290"/>
                <a:gd name="f169" fmla="val 806216"/>
                <a:gd name="f170" fmla="val 3720133"/>
                <a:gd name="f171" fmla="val 744303"/>
                <a:gd name="f172" fmla="val 3773953"/>
                <a:gd name="f173" fmla="val 668103"/>
                <a:gd name="f174" fmla="val 3825937"/>
                <a:gd name="f175" fmla="val 594475"/>
                <a:gd name="f176" fmla="val 3837621"/>
                <a:gd name="f177" fmla="val 577902"/>
                <a:gd name="f178" fmla="val 561233"/>
                <a:gd name="f179" fmla="val 3861381"/>
                <a:gd name="f180" fmla="val 544755"/>
                <a:gd name="f181" fmla="val 3889997"/>
                <a:gd name="f182" fmla="val 505416"/>
                <a:gd name="f183" fmla="val 3920715"/>
                <a:gd name="f184" fmla="val 465983"/>
                <a:gd name="f185" fmla="val 3950381"/>
                <a:gd name="f186" fmla="val 427978"/>
                <a:gd name="f187" fmla="val 4007353"/>
                <a:gd name="f188" fmla="val 354921"/>
                <a:gd name="f189" fmla="val 4066163"/>
                <a:gd name="f190" fmla="val 279388"/>
                <a:gd name="f191" fmla="val 4112370"/>
                <a:gd name="f192" fmla="val 201378"/>
                <a:gd name="f193" fmla="val 4144662"/>
                <a:gd name="f194" fmla="val 146800"/>
                <a:gd name="f195" fmla="val 4170785"/>
                <a:gd name="f196" fmla="val 89364"/>
                <a:gd name="f197" fmla="val 4195989"/>
                <a:gd name="f198" fmla="val 33834"/>
                <a:gd name="f199" fmla="+- 0 0 -90"/>
                <a:gd name="f200" fmla="*/ f3 1 4211600"/>
                <a:gd name="f201" fmla="*/ f4 1 1660822"/>
                <a:gd name="f202" fmla="+- f7 0 f5"/>
                <a:gd name="f203" fmla="+- f6 0 f5"/>
                <a:gd name="f204" fmla="*/ f199 f0 1"/>
                <a:gd name="f205" fmla="*/ f203 1 4211600"/>
                <a:gd name="f206" fmla="*/ f202 1 1660822"/>
                <a:gd name="f207" fmla="*/ 4211600 f203 1"/>
                <a:gd name="f208" fmla="*/ 0 f202 1"/>
                <a:gd name="f209" fmla="*/ 58430 f202 1"/>
                <a:gd name="f210" fmla="*/ 4136524 f203 1"/>
                <a:gd name="f211" fmla="*/ 208808 f202 1"/>
                <a:gd name="f212" fmla="*/ 3973354 f203 1"/>
                <a:gd name="f213" fmla="*/ 437313 f202 1"/>
                <a:gd name="f214" fmla="*/ 3884746 f203 1"/>
                <a:gd name="f215" fmla="*/ 553613 f202 1"/>
                <a:gd name="f216" fmla="*/ 3849435 f203 1"/>
                <a:gd name="f217" fmla="*/ 603143 f202 1"/>
                <a:gd name="f218" fmla="*/ 3661849 f203 1"/>
                <a:gd name="f219" fmla="*/ 819075 f202 1"/>
                <a:gd name="f220" fmla="*/ 3402589 f203 1"/>
                <a:gd name="f221" fmla="*/ 952996 f202 1"/>
                <a:gd name="f222" fmla="*/ 3130202 f203 1"/>
                <a:gd name="f223" fmla="*/ 1023386 f202 1"/>
                <a:gd name="f224" fmla="*/ 2914657 f203 1"/>
                <a:gd name="f225" fmla="*/ 1068058 f202 1"/>
                <a:gd name="f226" fmla="*/ 2582149 f203 1"/>
                <a:gd name="f227" fmla="*/ 1138924 f202 1"/>
                <a:gd name="f228" fmla="*/ 2483958 f203 1"/>
                <a:gd name="f229" fmla="*/ 1162356 f202 1"/>
                <a:gd name="f230" fmla="*/ 2123750 f203 1"/>
                <a:gd name="f231" fmla="*/ 1238651 f202 1"/>
                <a:gd name="f232" fmla="*/ 1761444 f203 1"/>
                <a:gd name="f233" fmla="*/ 1273417 f202 1"/>
                <a:gd name="f234" fmla="*/ 1608382 f203 1"/>
                <a:gd name="f235" fmla="*/ 1284466 f202 1"/>
                <a:gd name="f236" fmla="*/ 999942 f203 1"/>
                <a:gd name="f237" fmla="*/ 1354284 f202 1"/>
                <a:gd name="f238" fmla="*/ 484705 f203 1"/>
                <a:gd name="f239" fmla="*/ 1450487 f202 1"/>
                <a:gd name="f240" fmla="*/ 113310 f203 1"/>
                <a:gd name="f241" fmla="*/ 1613700 f202 1"/>
                <a:gd name="f242" fmla="*/ 39668 f203 1"/>
                <a:gd name="f243" fmla="*/ 1660822 f202 1"/>
                <a:gd name="f244" fmla="*/ 0 f203 1"/>
                <a:gd name="f245" fmla="*/ 96701 f203 1"/>
                <a:gd name="f246" fmla="*/ 1598934 f202 1"/>
                <a:gd name="f247" fmla="*/ 474335 f203 1"/>
                <a:gd name="f248" fmla="*/ 1433056 f202 1"/>
                <a:gd name="f249" fmla="*/ 994299 f203 1"/>
                <a:gd name="f250" fmla="*/ 1335806 f202 1"/>
                <a:gd name="f251" fmla="*/ 1605231 f203 1"/>
                <a:gd name="f252" fmla="*/ 1265702 f202 1"/>
                <a:gd name="f253" fmla="*/ 1758819 f203 1"/>
                <a:gd name="f254" fmla="*/ 1254558 f202 1"/>
                <a:gd name="f255" fmla="*/ 2118106 f203 1"/>
                <a:gd name="f256" fmla="*/ 1220077 f202 1"/>
                <a:gd name="f257" fmla="*/ 2475557 f203 1"/>
                <a:gd name="f258" fmla="*/ 1144353 f202 1"/>
                <a:gd name="f259" fmla="*/ 2573878 f203 1"/>
                <a:gd name="f260" fmla="*/ 1120827 f202 1"/>
                <a:gd name="f261" fmla="*/ 2907437 f203 1"/>
                <a:gd name="f262" fmla="*/ 1049675 f202 1"/>
                <a:gd name="f263" fmla="*/ 3122589 f203 1"/>
                <a:gd name="f264" fmla="*/ 1005098 f202 1"/>
                <a:gd name="f265" fmla="*/ 3391169 f203 1"/>
                <a:gd name="f266" fmla="*/ 935756 f202 1"/>
                <a:gd name="f267" fmla="*/ 3642290 f203 1"/>
                <a:gd name="f268" fmla="*/ 806216 f202 1"/>
                <a:gd name="f269" fmla="*/ 3825937 f203 1"/>
                <a:gd name="f270" fmla="*/ 594475 f202 1"/>
                <a:gd name="f271" fmla="*/ 3861381 f203 1"/>
                <a:gd name="f272" fmla="*/ 544755 f202 1"/>
                <a:gd name="f273" fmla="*/ 3950381 f203 1"/>
                <a:gd name="f274" fmla="*/ 427978 f202 1"/>
                <a:gd name="f275" fmla="*/ 4112370 f203 1"/>
                <a:gd name="f276" fmla="*/ 201378 f202 1"/>
                <a:gd name="f277" fmla="*/ 4195989 f203 1"/>
                <a:gd name="f278" fmla="*/ 33834 f202 1"/>
                <a:gd name="f279" fmla="*/ f204 1 f2"/>
                <a:gd name="f280" fmla="*/ f207 1 4211600"/>
                <a:gd name="f281" fmla="*/ f208 1 1660822"/>
                <a:gd name="f282" fmla="*/ f209 1 1660822"/>
                <a:gd name="f283" fmla="*/ f210 1 4211600"/>
                <a:gd name="f284" fmla="*/ f211 1 1660822"/>
                <a:gd name="f285" fmla="*/ f212 1 4211600"/>
                <a:gd name="f286" fmla="*/ f213 1 1660822"/>
                <a:gd name="f287" fmla="*/ f214 1 4211600"/>
                <a:gd name="f288" fmla="*/ f215 1 1660822"/>
                <a:gd name="f289" fmla="*/ f216 1 4211600"/>
                <a:gd name="f290" fmla="*/ f217 1 1660822"/>
                <a:gd name="f291" fmla="*/ f218 1 4211600"/>
                <a:gd name="f292" fmla="*/ f219 1 1660822"/>
                <a:gd name="f293" fmla="*/ f220 1 4211600"/>
                <a:gd name="f294" fmla="*/ f221 1 1660822"/>
                <a:gd name="f295" fmla="*/ f222 1 4211600"/>
                <a:gd name="f296" fmla="*/ f223 1 1660822"/>
                <a:gd name="f297" fmla="*/ f224 1 4211600"/>
                <a:gd name="f298" fmla="*/ f225 1 1660822"/>
                <a:gd name="f299" fmla="*/ f226 1 4211600"/>
                <a:gd name="f300" fmla="*/ f227 1 1660822"/>
                <a:gd name="f301" fmla="*/ f228 1 4211600"/>
                <a:gd name="f302" fmla="*/ f229 1 1660822"/>
                <a:gd name="f303" fmla="*/ f230 1 4211600"/>
                <a:gd name="f304" fmla="*/ f231 1 1660822"/>
                <a:gd name="f305" fmla="*/ f232 1 4211600"/>
                <a:gd name="f306" fmla="*/ f233 1 1660822"/>
                <a:gd name="f307" fmla="*/ f234 1 4211600"/>
                <a:gd name="f308" fmla="*/ f235 1 1660822"/>
                <a:gd name="f309" fmla="*/ f236 1 4211600"/>
                <a:gd name="f310" fmla="*/ f237 1 1660822"/>
                <a:gd name="f311" fmla="*/ f238 1 4211600"/>
                <a:gd name="f312" fmla="*/ f239 1 1660822"/>
                <a:gd name="f313" fmla="*/ f240 1 4211600"/>
                <a:gd name="f314" fmla="*/ f241 1 1660822"/>
                <a:gd name="f315" fmla="*/ f242 1 4211600"/>
                <a:gd name="f316" fmla="*/ f243 1 1660822"/>
                <a:gd name="f317" fmla="*/ f244 1 4211600"/>
                <a:gd name="f318" fmla="*/ f245 1 4211600"/>
                <a:gd name="f319" fmla="*/ f246 1 1660822"/>
                <a:gd name="f320" fmla="*/ f247 1 4211600"/>
                <a:gd name="f321" fmla="*/ f248 1 1660822"/>
                <a:gd name="f322" fmla="*/ f249 1 4211600"/>
                <a:gd name="f323" fmla="*/ f250 1 1660822"/>
                <a:gd name="f324" fmla="*/ f251 1 4211600"/>
                <a:gd name="f325" fmla="*/ f252 1 1660822"/>
                <a:gd name="f326" fmla="*/ f253 1 4211600"/>
                <a:gd name="f327" fmla="*/ f254 1 1660822"/>
                <a:gd name="f328" fmla="*/ f255 1 4211600"/>
                <a:gd name="f329" fmla="*/ f256 1 1660822"/>
                <a:gd name="f330" fmla="*/ f257 1 4211600"/>
                <a:gd name="f331" fmla="*/ f258 1 1660822"/>
                <a:gd name="f332" fmla="*/ f259 1 4211600"/>
                <a:gd name="f333" fmla="*/ f260 1 1660822"/>
                <a:gd name="f334" fmla="*/ f261 1 4211600"/>
                <a:gd name="f335" fmla="*/ f262 1 1660822"/>
                <a:gd name="f336" fmla="*/ f263 1 4211600"/>
                <a:gd name="f337" fmla="*/ f264 1 1660822"/>
                <a:gd name="f338" fmla="*/ f265 1 4211600"/>
                <a:gd name="f339" fmla="*/ f266 1 1660822"/>
                <a:gd name="f340" fmla="*/ f267 1 4211600"/>
                <a:gd name="f341" fmla="*/ f268 1 1660822"/>
                <a:gd name="f342" fmla="*/ f269 1 4211600"/>
                <a:gd name="f343" fmla="*/ f270 1 1660822"/>
                <a:gd name="f344" fmla="*/ f271 1 4211600"/>
                <a:gd name="f345" fmla="*/ f272 1 1660822"/>
                <a:gd name="f346" fmla="*/ f273 1 4211600"/>
                <a:gd name="f347" fmla="*/ f274 1 1660822"/>
                <a:gd name="f348" fmla="*/ f275 1 4211600"/>
                <a:gd name="f349" fmla="*/ f276 1 1660822"/>
                <a:gd name="f350" fmla="*/ f277 1 4211600"/>
                <a:gd name="f351" fmla="*/ f278 1 1660822"/>
                <a:gd name="f352" fmla="*/ f5 1 f205"/>
                <a:gd name="f353" fmla="*/ f6 1 f205"/>
                <a:gd name="f354" fmla="*/ f5 1 f206"/>
                <a:gd name="f355" fmla="*/ f7 1 f206"/>
                <a:gd name="f356" fmla="+- f279 0 f1"/>
                <a:gd name="f357" fmla="*/ f280 1 f205"/>
                <a:gd name="f358" fmla="*/ f281 1 f206"/>
                <a:gd name="f359" fmla="*/ f282 1 f206"/>
                <a:gd name="f360" fmla="*/ f283 1 f205"/>
                <a:gd name="f361" fmla="*/ f284 1 f206"/>
                <a:gd name="f362" fmla="*/ f285 1 f205"/>
                <a:gd name="f363" fmla="*/ f286 1 f206"/>
                <a:gd name="f364" fmla="*/ f287 1 f205"/>
                <a:gd name="f365" fmla="*/ f288 1 f206"/>
                <a:gd name="f366" fmla="*/ f289 1 f205"/>
                <a:gd name="f367" fmla="*/ f290 1 f206"/>
                <a:gd name="f368" fmla="*/ f291 1 f205"/>
                <a:gd name="f369" fmla="*/ f292 1 f206"/>
                <a:gd name="f370" fmla="*/ f293 1 f205"/>
                <a:gd name="f371" fmla="*/ f294 1 f206"/>
                <a:gd name="f372" fmla="*/ f295 1 f205"/>
                <a:gd name="f373" fmla="*/ f296 1 f206"/>
                <a:gd name="f374" fmla="*/ f297 1 f205"/>
                <a:gd name="f375" fmla="*/ f298 1 f206"/>
                <a:gd name="f376" fmla="*/ f299 1 f205"/>
                <a:gd name="f377" fmla="*/ f300 1 f206"/>
                <a:gd name="f378" fmla="*/ f301 1 f205"/>
                <a:gd name="f379" fmla="*/ f302 1 f206"/>
                <a:gd name="f380" fmla="*/ f303 1 f205"/>
                <a:gd name="f381" fmla="*/ f304 1 f206"/>
                <a:gd name="f382" fmla="*/ f305 1 f205"/>
                <a:gd name="f383" fmla="*/ f306 1 f206"/>
                <a:gd name="f384" fmla="*/ f307 1 f205"/>
                <a:gd name="f385" fmla="*/ f308 1 f206"/>
                <a:gd name="f386" fmla="*/ f309 1 f205"/>
                <a:gd name="f387" fmla="*/ f310 1 f206"/>
                <a:gd name="f388" fmla="*/ f311 1 f205"/>
                <a:gd name="f389" fmla="*/ f312 1 f206"/>
                <a:gd name="f390" fmla="*/ f313 1 f205"/>
                <a:gd name="f391" fmla="*/ f314 1 f206"/>
                <a:gd name="f392" fmla="*/ f315 1 f205"/>
                <a:gd name="f393" fmla="*/ f316 1 f206"/>
                <a:gd name="f394" fmla="*/ f317 1 f205"/>
                <a:gd name="f395" fmla="*/ f318 1 f205"/>
                <a:gd name="f396" fmla="*/ f319 1 f206"/>
                <a:gd name="f397" fmla="*/ f320 1 f205"/>
                <a:gd name="f398" fmla="*/ f321 1 f206"/>
                <a:gd name="f399" fmla="*/ f322 1 f205"/>
                <a:gd name="f400" fmla="*/ f323 1 f206"/>
                <a:gd name="f401" fmla="*/ f324 1 f205"/>
                <a:gd name="f402" fmla="*/ f325 1 f206"/>
                <a:gd name="f403" fmla="*/ f326 1 f205"/>
                <a:gd name="f404" fmla="*/ f327 1 f206"/>
                <a:gd name="f405" fmla="*/ f328 1 f205"/>
                <a:gd name="f406" fmla="*/ f329 1 f206"/>
                <a:gd name="f407" fmla="*/ f330 1 f205"/>
                <a:gd name="f408" fmla="*/ f331 1 f206"/>
                <a:gd name="f409" fmla="*/ f332 1 f205"/>
                <a:gd name="f410" fmla="*/ f333 1 f206"/>
                <a:gd name="f411" fmla="*/ f334 1 f205"/>
                <a:gd name="f412" fmla="*/ f335 1 f206"/>
                <a:gd name="f413" fmla="*/ f336 1 f205"/>
                <a:gd name="f414" fmla="*/ f337 1 f206"/>
                <a:gd name="f415" fmla="*/ f338 1 f205"/>
                <a:gd name="f416" fmla="*/ f339 1 f206"/>
                <a:gd name="f417" fmla="*/ f340 1 f205"/>
                <a:gd name="f418" fmla="*/ f341 1 f206"/>
                <a:gd name="f419" fmla="*/ f342 1 f205"/>
                <a:gd name="f420" fmla="*/ f343 1 f206"/>
                <a:gd name="f421" fmla="*/ f344 1 f205"/>
                <a:gd name="f422" fmla="*/ f345 1 f206"/>
                <a:gd name="f423" fmla="*/ f346 1 f205"/>
                <a:gd name="f424" fmla="*/ f347 1 f206"/>
                <a:gd name="f425" fmla="*/ f348 1 f205"/>
                <a:gd name="f426" fmla="*/ f349 1 f206"/>
                <a:gd name="f427" fmla="*/ f350 1 f205"/>
                <a:gd name="f428" fmla="*/ f351 1 f206"/>
                <a:gd name="f429" fmla="*/ f352 f200 1"/>
                <a:gd name="f430" fmla="*/ f353 f200 1"/>
                <a:gd name="f431" fmla="*/ f355 f201 1"/>
                <a:gd name="f432" fmla="*/ f354 f201 1"/>
                <a:gd name="f433" fmla="*/ f357 f200 1"/>
                <a:gd name="f434" fmla="*/ f358 f201 1"/>
                <a:gd name="f435" fmla="*/ f359 f201 1"/>
                <a:gd name="f436" fmla="*/ f360 f200 1"/>
                <a:gd name="f437" fmla="*/ f361 f201 1"/>
                <a:gd name="f438" fmla="*/ f362 f200 1"/>
                <a:gd name="f439" fmla="*/ f363 f201 1"/>
                <a:gd name="f440" fmla="*/ f364 f200 1"/>
                <a:gd name="f441" fmla="*/ f365 f201 1"/>
                <a:gd name="f442" fmla="*/ f366 f200 1"/>
                <a:gd name="f443" fmla="*/ f367 f201 1"/>
                <a:gd name="f444" fmla="*/ f368 f200 1"/>
                <a:gd name="f445" fmla="*/ f369 f201 1"/>
                <a:gd name="f446" fmla="*/ f370 f200 1"/>
                <a:gd name="f447" fmla="*/ f371 f201 1"/>
                <a:gd name="f448" fmla="*/ f372 f200 1"/>
                <a:gd name="f449" fmla="*/ f373 f201 1"/>
                <a:gd name="f450" fmla="*/ f374 f200 1"/>
                <a:gd name="f451" fmla="*/ f375 f201 1"/>
                <a:gd name="f452" fmla="*/ f376 f200 1"/>
                <a:gd name="f453" fmla="*/ f377 f201 1"/>
                <a:gd name="f454" fmla="*/ f378 f200 1"/>
                <a:gd name="f455" fmla="*/ f379 f201 1"/>
                <a:gd name="f456" fmla="*/ f380 f200 1"/>
                <a:gd name="f457" fmla="*/ f381 f201 1"/>
                <a:gd name="f458" fmla="*/ f382 f200 1"/>
                <a:gd name="f459" fmla="*/ f383 f201 1"/>
                <a:gd name="f460" fmla="*/ f384 f200 1"/>
                <a:gd name="f461" fmla="*/ f385 f201 1"/>
                <a:gd name="f462" fmla="*/ f386 f200 1"/>
                <a:gd name="f463" fmla="*/ f387 f201 1"/>
                <a:gd name="f464" fmla="*/ f388 f200 1"/>
                <a:gd name="f465" fmla="*/ f389 f201 1"/>
                <a:gd name="f466" fmla="*/ f390 f200 1"/>
                <a:gd name="f467" fmla="*/ f391 f201 1"/>
                <a:gd name="f468" fmla="*/ f392 f200 1"/>
                <a:gd name="f469" fmla="*/ f393 f201 1"/>
                <a:gd name="f470" fmla="*/ f394 f200 1"/>
                <a:gd name="f471" fmla="*/ f395 f200 1"/>
                <a:gd name="f472" fmla="*/ f396 f201 1"/>
                <a:gd name="f473" fmla="*/ f397 f200 1"/>
                <a:gd name="f474" fmla="*/ f398 f201 1"/>
                <a:gd name="f475" fmla="*/ f399 f200 1"/>
                <a:gd name="f476" fmla="*/ f400 f201 1"/>
                <a:gd name="f477" fmla="*/ f401 f200 1"/>
                <a:gd name="f478" fmla="*/ f402 f201 1"/>
                <a:gd name="f479" fmla="*/ f403 f200 1"/>
                <a:gd name="f480" fmla="*/ f404 f201 1"/>
                <a:gd name="f481" fmla="*/ f405 f200 1"/>
                <a:gd name="f482" fmla="*/ f406 f201 1"/>
                <a:gd name="f483" fmla="*/ f407 f200 1"/>
                <a:gd name="f484" fmla="*/ f408 f201 1"/>
                <a:gd name="f485" fmla="*/ f409 f200 1"/>
                <a:gd name="f486" fmla="*/ f410 f201 1"/>
                <a:gd name="f487" fmla="*/ f411 f200 1"/>
                <a:gd name="f488" fmla="*/ f412 f201 1"/>
                <a:gd name="f489" fmla="*/ f413 f200 1"/>
                <a:gd name="f490" fmla="*/ f414 f201 1"/>
                <a:gd name="f491" fmla="*/ f415 f200 1"/>
                <a:gd name="f492" fmla="*/ f416 f201 1"/>
                <a:gd name="f493" fmla="*/ f417 f200 1"/>
                <a:gd name="f494" fmla="*/ f418 f201 1"/>
                <a:gd name="f495" fmla="*/ f419 f200 1"/>
                <a:gd name="f496" fmla="*/ f420 f201 1"/>
                <a:gd name="f497" fmla="*/ f421 f200 1"/>
                <a:gd name="f498" fmla="*/ f422 f201 1"/>
                <a:gd name="f499" fmla="*/ f423 f200 1"/>
                <a:gd name="f500" fmla="*/ f424 f201 1"/>
                <a:gd name="f501" fmla="*/ f425 f200 1"/>
                <a:gd name="f502" fmla="*/ f426 f201 1"/>
                <a:gd name="f503" fmla="*/ f427 f200 1"/>
                <a:gd name="f504" fmla="*/ f428 f201 1"/>
              </a:gdLst>
              <a:ahLst/>
              <a:cxnLst>
                <a:cxn ang="3cd4">
                  <a:pos x="hc" y="t"/>
                </a:cxn>
                <a:cxn ang="0">
                  <a:pos x="r" y="vc"/>
                </a:cxn>
                <a:cxn ang="cd4">
                  <a:pos x="hc" y="b"/>
                </a:cxn>
                <a:cxn ang="cd2">
                  <a:pos x="l" y="vc"/>
                </a:cxn>
                <a:cxn ang="f356">
                  <a:pos x="f433" y="f434"/>
                </a:cxn>
                <a:cxn ang="f356">
                  <a:pos x="f433" y="f435"/>
                </a:cxn>
                <a:cxn ang="f356">
                  <a:pos x="f436" y="f437"/>
                </a:cxn>
                <a:cxn ang="f356">
                  <a:pos x="f438" y="f439"/>
                </a:cxn>
                <a:cxn ang="f356">
                  <a:pos x="f440" y="f441"/>
                </a:cxn>
                <a:cxn ang="f356">
                  <a:pos x="f442" y="f443"/>
                </a:cxn>
                <a:cxn ang="f356">
                  <a:pos x="f444" y="f445"/>
                </a:cxn>
                <a:cxn ang="f356">
                  <a:pos x="f446" y="f447"/>
                </a:cxn>
                <a:cxn ang="f356">
                  <a:pos x="f448" y="f449"/>
                </a:cxn>
                <a:cxn ang="f356">
                  <a:pos x="f450" y="f451"/>
                </a:cxn>
                <a:cxn ang="f356">
                  <a:pos x="f452" y="f453"/>
                </a:cxn>
                <a:cxn ang="f356">
                  <a:pos x="f454" y="f455"/>
                </a:cxn>
                <a:cxn ang="f356">
                  <a:pos x="f456" y="f457"/>
                </a:cxn>
                <a:cxn ang="f356">
                  <a:pos x="f458" y="f459"/>
                </a:cxn>
                <a:cxn ang="f356">
                  <a:pos x="f460" y="f461"/>
                </a:cxn>
                <a:cxn ang="f356">
                  <a:pos x="f462" y="f463"/>
                </a:cxn>
                <a:cxn ang="f356">
                  <a:pos x="f464" y="f465"/>
                </a:cxn>
                <a:cxn ang="f356">
                  <a:pos x="f466" y="f467"/>
                </a:cxn>
                <a:cxn ang="f356">
                  <a:pos x="f468" y="f469"/>
                </a:cxn>
                <a:cxn ang="f356">
                  <a:pos x="f470" y="f469"/>
                </a:cxn>
                <a:cxn ang="f356">
                  <a:pos x="f471" y="f472"/>
                </a:cxn>
                <a:cxn ang="f356">
                  <a:pos x="f473" y="f474"/>
                </a:cxn>
                <a:cxn ang="f356">
                  <a:pos x="f475" y="f476"/>
                </a:cxn>
                <a:cxn ang="f356">
                  <a:pos x="f477" y="f478"/>
                </a:cxn>
                <a:cxn ang="f356">
                  <a:pos x="f479" y="f480"/>
                </a:cxn>
                <a:cxn ang="f356">
                  <a:pos x="f481" y="f482"/>
                </a:cxn>
                <a:cxn ang="f356">
                  <a:pos x="f483" y="f484"/>
                </a:cxn>
                <a:cxn ang="f356">
                  <a:pos x="f485" y="f486"/>
                </a:cxn>
                <a:cxn ang="f356">
                  <a:pos x="f487" y="f488"/>
                </a:cxn>
                <a:cxn ang="f356">
                  <a:pos x="f489" y="f490"/>
                </a:cxn>
                <a:cxn ang="f356">
                  <a:pos x="f491" y="f492"/>
                </a:cxn>
                <a:cxn ang="f356">
                  <a:pos x="f493" y="f494"/>
                </a:cxn>
                <a:cxn ang="f356">
                  <a:pos x="f495" y="f496"/>
                </a:cxn>
                <a:cxn ang="f356">
                  <a:pos x="f497" y="f498"/>
                </a:cxn>
                <a:cxn ang="f356">
                  <a:pos x="f499" y="f500"/>
                </a:cxn>
                <a:cxn ang="f356">
                  <a:pos x="f501" y="f502"/>
                </a:cxn>
                <a:cxn ang="f356">
                  <a:pos x="f503" y="f504"/>
                </a:cxn>
              </a:cxnLst>
              <a:rect l="f429" t="f432" r="f430" b="f431"/>
              <a:pathLst>
                <a:path w="4211600" h="1660822">
                  <a:moveTo>
                    <a:pt x="f6" y="f5"/>
                  </a:moveTo>
                  <a:lnTo>
                    <a:pt x="f6" y="f8"/>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cubicBezTo>
                    <a:pt x="f53" y="f54"/>
                    <a:pt x="f55" y="f56"/>
                    <a:pt x="f57" y="f58"/>
                  </a:cubicBezTo>
                  <a:cubicBezTo>
                    <a:pt x="f59" y="f60"/>
                    <a:pt x="f61" y="f62"/>
                    <a:pt x="f63" y="f64"/>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lnTo>
                    <a:pt x="f101" y="f7"/>
                  </a:lnTo>
                  <a:lnTo>
                    <a:pt x="f5" y="f7"/>
                  </a:lnTo>
                  <a:lnTo>
                    <a:pt x="f102" y="f103"/>
                  </a:lnTo>
                  <a:cubicBezTo>
                    <a:pt x="f104" y="f105"/>
                    <a:pt x="f106" y="f107"/>
                    <a:pt x="f108" y="f109"/>
                  </a:cubicBezTo>
                  <a:cubicBezTo>
                    <a:pt x="f110" y="f111"/>
                    <a:pt x="f112" y="f113"/>
                    <a:pt x="f114" y="f115"/>
                  </a:cubicBezTo>
                  <a:cubicBezTo>
                    <a:pt x="f116" y="f117"/>
                    <a:pt x="f118" y="f119"/>
                    <a:pt x="f120" y="f121"/>
                  </a:cubicBezTo>
                  <a:cubicBezTo>
                    <a:pt x="f122" y="f123"/>
                    <a:pt x="f124" y="f125"/>
                    <a:pt x="f126" y="f127"/>
                  </a:cubicBezTo>
                  <a:cubicBezTo>
                    <a:pt x="f128" y="f129"/>
                    <a:pt x="f130" y="f131"/>
                    <a:pt x="f132" y="f133"/>
                  </a:cubicBezTo>
                  <a:cubicBezTo>
                    <a:pt x="f134" y="f135"/>
                    <a:pt x="f136" y="f137"/>
                    <a:pt x="f138" y="f139"/>
                  </a:cubicBezTo>
                  <a:cubicBezTo>
                    <a:pt x="f140" y="f141"/>
                    <a:pt x="f142" y="f143"/>
                    <a:pt x="f144" y="f145"/>
                  </a:cubicBezTo>
                  <a:cubicBezTo>
                    <a:pt x="f146" y="f147"/>
                    <a:pt x="f148" y="f149"/>
                    <a:pt x="f150" y="f151"/>
                  </a:cubicBezTo>
                  <a:cubicBezTo>
                    <a:pt x="f152" y="f153"/>
                    <a:pt x="f154" y="f155"/>
                    <a:pt x="f156" y="f157"/>
                  </a:cubicBezTo>
                  <a:cubicBezTo>
                    <a:pt x="f158" y="f159"/>
                    <a:pt x="f160" y="f161"/>
                    <a:pt x="f162" y="f163"/>
                  </a:cubicBezTo>
                  <a:cubicBezTo>
                    <a:pt x="f164" y="f165"/>
                    <a:pt x="f166" y="f167"/>
                    <a:pt x="f168" y="f169"/>
                  </a:cubicBezTo>
                  <a:cubicBezTo>
                    <a:pt x="f170" y="f171"/>
                    <a:pt x="f172" y="f173"/>
                    <a:pt x="f174" y="f175"/>
                  </a:cubicBezTo>
                  <a:cubicBezTo>
                    <a:pt x="f176" y="f177"/>
                    <a:pt x="f27" y="f178"/>
                    <a:pt x="f179" y="f180"/>
                  </a:cubicBezTo>
                  <a:cubicBezTo>
                    <a:pt x="f181" y="f182"/>
                    <a:pt x="f183" y="f184"/>
                    <a:pt x="f185" y="f186"/>
                  </a:cubicBezTo>
                  <a:cubicBezTo>
                    <a:pt x="f187" y="f188"/>
                    <a:pt x="f189" y="f190"/>
                    <a:pt x="f191" y="f192"/>
                  </a:cubicBezTo>
                  <a:cubicBezTo>
                    <a:pt x="f193" y="f194"/>
                    <a:pt x="f195" y="f196"/>
                    <a:pt x="f197" y="f198"/>
                  </a:cubicBezTo>
                  <a:close/>
                </a:path>
              </a:pathLst>
            </a:custGeom>
            <a:solidFill>
              <a:srgbClr val="E45221"/>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Segoe UI"/>
              </a:endParaRPr>
            </a:p>
          </p:txBody>
        </p:sp>
      </p:grpSp>
      <p:pic>
        <p:nvPicPr>
          <p:cNvPr id="28" name="Image 27">
            <a:extLst>
              <a:ext uri="{FF2B5EF4-FFF2-40B4-BE49-F238E27FC236}">
                <a16:creationId xmlns:a16="http://schemas.microsoft.com/office/drawing/2014/main" id="{5D3DE94F-6D2D-1309-A3A7-2008739601CD}"/>
              </a:ext>
            </a:extLst>
          </p:cNvPr>
          <p:cNvPicPr>
            <a:picLocks noChangeAspect="1"/>
          </p:cNvPicPr>
          <p:nvPr/>
        </p:nvPicPr>
        <p:blipFill>
          <a:blip r:embed="rId2"/>
          <a:stretch>
            <a:fillRect/>
          </a:stretch>
        </p:blipFill>
        <p:spPr>
          <a:xfrm>
            <a:off x="974709" y="5136868"/>
            <a:ext cx="11192854" cy="1728809"/>
          </a:xfrm>
          <a:prstGeom prst="rect">
            <a:avLst/>
          </a:prstGeom>
        </p:spPr>
      </p:pic>
    </p:spTree>
    <p:extLst>
      <p:ext uri="{BB962C8B-B14F-4D97-AF65-F5344CB8AC3E}">
        <p14:creationId xmlns:p14="http://schemas.microsoft.com/office/powerpoint/2010/main" val="998151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31551984-8B62-4F73-98B5-AB6F56016F34}"/>
              </a:ext>
            </a:extLst>
          </p:cNvPr>
          <p:cNvSpPr>
            <a:spLocks noMove="1" noResize="1"/>
          </p:cNvSpPr>
          <p:nvPr/>
        </p:nvSpPr>
        <p:spPr>
          <a:xfrm>
            <a:off x="0" y="0"/>
            <a:ext cx="12188952" cy="6858000"/>
          </a:xfrm>
          <a:prstGeom prst="rect">
            <a:avLst/>
          </a:prstGeom>
          <a:solidFill>
            <a:srgbClr val="FFFFFF"/>
          </a:solidFill>
          <a:ln w="12701" cap="flat">
            <a:solidFill>
              <a:srgbClr val="F2F2F2"/>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sp>
        <p:nvSpPr>
          <p:cNvPr id="3" name="Rectangle 11">
            <a:extLst>
              <a:ext uri="{FF2B5EF4-FFF2-40B4-BE49-F238E27FC236}">
                <a16:creationId xmlns:a16="http://schemas.microsoft.com/office/drawing/2014/main" id="{01E7F4DC-BE72-4FA5-830B-58549B8E76C2}"/>
              </a:ext>
            </a:extLst>
          </p:cNvPr>
          <p:cNvSpPr>
            <a:spLocks noMove="1" noResize="1"/>
          </p:cNvSpPr>
          <p:nvPr/>
        </p:nvSpPr>
        <p:spPr>
          <a:xfrm>
            <a:off x="0" y="0"/>
            <a:ext cx="12188952" cy="6858000"/>
          </a:xfrm>
          <a:prstGeom prst="rect">
            <a:avLst/>
          </a:prstGeom>
          <a:solidFill>
            <a:srgbClr val="F3F0E9"/>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grpSp>
        <p:nvGrpSpPr>
          <p:cNvPr id="4" name="Top left">
            <a:extLst>
              <a:ext uri="{FF2B5EF4-FFF2-40B4-BE49-F238E27FC236}">
                <a16:creationId xmlns:a16="http://schemas.microsoft.com/office/drawing/2014/main" id="{40019FC3-E3F0-4882-A221-65A996BB5C1D}"/>
              </a:ext>
            </a:extLst>
          </p:cNvPr>
          <p:cNvGrpSpPr/>
          <p:nvPr/>
        </p:nvGrpSpPr>
        <p:grpSpPr>
          <a:xfrm>
            <a:off x="10844" y="-3101"/>
            <a:ext cx="2198958" cy="3349530"/>
            <a:chOff x="10844" y="-3101"/>
            <a:chExt cx="2198958" cy="3349530"/>
          </a:xfrm>
        </p:grpSpPr>
        <p:sp>
          <p:nvSpPr>
            <p:cNvPr id="5" name="Freeform: Shape 14">
              <a:extLst>
                <a:ext uri="{FF2B5EF4-FFF2-40B4-BE49-F238E27FC236}">
                  <a16:creationId xmlns:a16="http://schemas.microsoft.com/office/drawing/2014/main" id="{71465EC0-C5E2-4BE4-A4B9-8998D25D5AD9}"/>
                </a:ext>
              </a:extLst>
            </p:cNvPr>
            <p:cNvSpPr/>
            <p:nvPr/>
          </p:nvSpPr>
          <p:spPr>
            <a:xfrm rot="10799991">
              <a:off x="692840" y="-3101"/>
              <a:ext cx="1326108" cy="597606"/>
            </a:xfrm>
            <a:custGeom>
              <a:avLst/>
              <a:gdLst>
                <a:gd name="f0" fmla="val 10800000"/>
                <a:gd name="f1" fmla="val 5400000"/>
                <a:gd name="f2" fmla="val 180"/>
                <a:gd name="f3" fmla="val w"/>
                <a:gd name="f4" fmla="val h"/>
                <a:gd name="f5" fmla="val 0"/>
                <a:gd name="f6" fmla="val 1482102"/>
                <a:gd name="f7" fmla="val 679363"/>
                <a:gd name="f8" fmla="val 741051"/>
                <a:gd name="f9" fmla="val 1102506"/>
                <a:gd name="f10" fmla="val 1404077"/>
                <a:gd name="f11" fmla="val 256390"/>
                <a:gd name="f12" fmla="val 1473822"/>
                <a:gd name="f13" fmla="val 597226"/>
                <a:gd name="f14" fmla="val 8280"/>
                <a:gd name="f15" fmla="val 78025"/>
                <a:gd name="f16" fmla="val 379596"/>
                <a:gd name="f17" fmla="+- 0 0 -90"/>
                <a:gd name="f18" fmla="*/ f3 1 1482102"/>
                <a:gd name="f19" fmla="*/ f4 1 679363"/>
                <a:gd name="f20" fmla="+- f7 0 f5"/>
                <a:gd name="f21" fmla="+- f6 0 f5"/>
                <a:gd name="f22" fmla="*/ f17 f0 1"/>
                <a:gd name="f23" fmla="*/ f21 1 1482102"/>
                <a:gd name="f24" fmla="*/ f20 1 679363"/>
                <a:gd name="f25" fmla="*/ 741051 f21 1"/>
                <a:gd name="f26" fmla="*/ 0 f20 1"/>
                <a:gd name="f27" fmla="*/ 1473822 f21 1"/>
                <a:gd name="f28" fmla="*/ 597226 f20 1"/>
                <a:gd name="f29" fmla="*/ 1482102 f21 1"/>
                <a:gd name="f30" fmla="*/ 679363 f20 1"/>
                <a:gd name="f31" fmla="*/ 0 f21 1"/>
                <a:gd name="f32" fmla="*/ 8280 f21 1"/>
                <a:gd name="f33" fmla="*/ f22 1 f2"/>
                <a:gd name="f34" fmla="*/ f25 1 1482102"/>
                <a:gd name="f35" fmla="*/ f26 1 679363"/>
                <a:gd name="f36" fmla="*/ f27 1 1482102"/>
                <a:gd name="f37" fmla="*/ f28 1 679363"/>
                <a:gd name="f38" fmla="*/ f29 1 1482102"/>
                <a:gd name="f39" fmla="*/ f30 1 679363"/>
                <a:gd name="f40" fmla="*/ f31 1 1482102"/>
                <a:gd name="f41" fmla="*/ f32 1 1482102"/>
                <a:gd name="f42" fmla="*/ f5 1 f23"/>
                <a:gd name="f43" fmla="*/ f6 1 f23"/>
                <a:gd name="f44" fmla="*/ f5 1 f24"/>
                <a:gd name="f45" fmla="*/ f7 1 f24"/>
                <a:gd name="f46" fmla="+- f33 0 f1"/>
                <a:gd name="f47" fmla="*/ f34 1 f23"/>
                <a:gd name="f48" fmla="*/ f35 1 f24"/>
                <a:gd name="f49" fmla="*/ f36 1 f23"/>
                <a:gd name="f50" fmla="*/ f37 1 f24"/>
                <a:gd name="f51" fmla="*/ f38 1 f23"/>
                <a:gd name="f52" fmla="*/ f39 1 f24"/>
                <a:gd name="f53" fmla="*/ f40 1 f23"/>
                <a:gd name="f54" fmla="*/ f41 1 f23"/>
                <a:gd name="f55" fmla="*/ f42 f18 1"/>
                <a:gd name="f56" fmla="*/ f43 f18 1"/>
                <a:gd name="f57" fmla="*/ f45 f19 1"/>
                <a:gd name="f58" fmla="*/ f44 f19 1"/>
                <a:gd name="f59" fmla="*/ f47 f18 1"/>
                <a:gd name="f60" fmla="*/ f48 f19 1"/>
                <a:gd name="f61" fmla="*/ f49 f18 1"/>
                <a:gd name="f62" fmla="*/ f50 f19 1"/>
                <a:gd name="f63" fmla="*/ f51 f18 1"/>
                <a:gd name="f64" fmla="*/ f52 f19 1"/>
                <a:gd name="f65" fmla="*/ f53 f18 1"/>
                <a:gd name="f66" fmla="*/ f54 f18 1"/>
              </a:gdLst>
              <a:ahLst/>
              <a:cxnLst>
                <a:cxn ang="3cd4">
                  <a:pos x="hc" y="t"/>
                </a:cxn>
                <a:cxn ang="0">
                  <a:pos x="r" y="vc"/>
                </a:cxn>
                <a:cxn ang="cd4">
                  <a:pos x="hc" y="b"/>
                </a:cxn>
                <a:cxn ang="cd2">
                  <a:pos x="l" y="vc"/>
                </a:cxn>
                <a:cxn ang="f46">
                  <a:pos x="f59" y="f60"/>
                </a:cxn>
                <a:cxn ang="f46">
                  <a:pos x="f61" y="f62"/>
                </a:cxn>
                <a:cxn ang="f46">
                  <a:pos x="f63" y="f64"/>
                </a:cxn>
                <a:cxn ang="f46">
                  <a:pos x="f65" y="f64"/>
                </a:cxn>
                <a:cxn ang="f46">
                  <a:pos x="f66" y="f62"/>
                </a:cxn>
                <a:cxn ang="f46">
                  <a:pos x="f59" y="f60"/>
                </a:cxn>
              </a:cxnLst>
              <a:rect l="f55" t="f58" r="f56" b="f57"/>
              <a:pathLst>
                <a:path w="1482102" h="679363">
                  <a:moveTo>
                    <a:pt x="f8" y="f5"/>
                  </a:moveTo>
                  <a:cubicBezTo>
                    <a:pt x="f9" y="f5"/>
                    <a:pt x="f10" y="f11"/>
                    <a:pt x="f12" y="f13"/>
                  </a:cubicBezTo>
                  <a:lnTo>
                    <a:pt x="f6" y="f7"/>
                  </a:lnTo>
                  <a:lnTo>
                    <a:pt x="f5" y="f7"/>
                  </a:lnTo>
                  <a:lnTo>
                    <a:pt x="f14" y="f13"/>
                  </a:lnTo>
                  <a:cubicBezTo>
                    <a:pt x="f15" y="f11"/>
                    <a:pt x="f16" y="f5"/>
                    <a:pt x="f8" y="f5"/>
                  </a:cubicBezTo>
                  <a:close/>
                </a:path>
              </a:pathLst>
            </a:cu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sp>
          <p:nvSpPr>
            <p:cNvPr id="6" name="Freeform: Shape 15">
              <a:extLst>
                <a:ext uri="{FF2B5EF4-FFF2-40B4-BE49-F238E27FC236}">
                  <a16:creationId xmlns:a16="http://schemas.microsoft.com/office/drawing/2014/main" id="{0C0A8AE6-3A31-417C-9D7C-BFE751A543B7}"/>
                </a:ext>
              </a:extLst>
            </p:cNvPr>
            <p:cNvSpPr/>
            <p:nvPr/>
          </p:nvSpPr>
          <p:spPr>
            <a:xfrm>
              <a:off x="19394" y="15243"/>
              <a:ext cx="2190408" cy="3331186"/>
            </a:xfrm>
            <a:custGeom>
              <a:avLst/>
              <a:gdLst>
                <a:gd name="f0" fmla="val 10800000"/>
                <a:gd name="f1" fmla="val 5400000"/>
                <a:gd name="f2" fmla="val 180"/>
                <a:gd name="f3" fmla="val w"/>
                <a:gd name="f4" fmla="val h"/>
                <a:gd name="f5" fmla="val 0"/>
                <a:gd name="f6" fmla="val 3296088"/>
                <a:gd name="f7" fmla="val 5012722"/>
                <a:gd name="f8" fmla="val 81820"/>
                <a:gd name="f9" fmla="val 4949095"/>
                <a:gd name="f10" fmla="val 163544"/>
                <a:gd name="f11" fmla="val 4885468"/>
                <a:gd name="f12" fmla="val 244031"/>
                <a:gd name="f13" fmla="val 4820222"/>
                <a:gd name="f14" fmla="val 417671"/>
                <a:gd name="f15" fmla="val 4679633"/>
                <a:gd name="f16" fmla="val 589883"/>
                <a:gd name="f17" fmla="val 4535139"/>
                <a:gd name="f18" fmla="val 729234"/>
                <a:gd name="f19" fmla="val 4360641"/>
                <a:gd name="f20" fmla="val 779431"/>
                <a:gd name="f21" fmla="val 4297776"/>
                <a:gd name="f22" fmla="val 825818"/>
                <a:gd name="f23" fmla="val 4231958"/>
                <a:gd name="f24" fmla="val 881444"/>
                <a:gd name="f25" fmla="val 4173950"/>
                <a:gd name="f26" fmla="val 959358"/>
                <a:gd name="f27" fmla="val 4092607"/>
                <a:gd name="f28" fmla="val 1054799"/>
                <a:gd name="f29" fmla="val 4031075"/>
                <a:gd name="f30" fmla="val 1151287"/>
                <a:gd name="f31" fmla="val 3972877"/>
                <a:gd name="f32" fmla="val 1263968"/>
                <a:gd name="f33" fmla="val 3904964"/>
                <a:gd name="f34" fmla="val 1379315"/>
                <a:gd name="f35" fmla="val 3841337"/>
                <a:gd name="f36" fmla="val 1498664"/>
                <a:gd name="f37" fmla="val 3786188"/>
                <a:gd name="f38" fmla="val 1573149"/>
                <a:gd name="f39" fmla="val 3751802"/>
                <a:gd name="f40" fmla="val 1649159"/>
                <a:gd name="f41" fmla="val 3720179"/>
                <a:gd name="f42" fmla="val 1716881"/>
                <a:gd name="f43" fmla="val 3674174"/>
                <a:gd name="f44" fmla="val 1794034"/>
                <a:gd name="f45" fmla="val 3621691"/>
                <a:gd name="f46" fmla="val 1856708"/>
                <a:gd name="f47" fmla="val 3551492"/>
                <a:gd name="f48" fmla="val 1913573"/>
                <a:gd name="f49" fmla="val 3477387"/>
                <a:gd name="f50" fmla="val 2016157"/>
                <a:gd name="f51" fmla="val 3343751"/>
                <a:gd name="f52" fmla="val 2099024"/>
                <a:gd name="f53" fmla="val 3196114"/>
                <a:gd name="f54" fmla="val 2167700"/>
                <a:gd name="f55" fmla="val 3042190"/>
                <a:gd name="f56" fmla="val 2206752"/>
                <a:gd name="f57" fmla="val 2954655"/>
                <a:gd name="f58" fmla="val 2241233"/>
                <a:gd name="f59" fmla="val 2865215"/>
                <a:gd name="f60" fmla="val 2273903"/>
                <a:gd name="f61" fmla="val 2775014"/>
                <a:gd name="f62" fmla="val 2328482"/>
                <a:gd name="f63" fmla="val 2624423"/>
                <a:gd name="f64" fmla="val 2379440"/>
                <a:gd name="f65" fmla="val 2471642"/>
                <a:gd name="f66" fmla="val 2463356"/>
                <a:gd name="f67" fmla="val 2335530"/>
                <a:gd name="f68" fmla="val 2542127"/>
                <a:gd name="f69" fmla="val 2207705"/>
                <a:gd name="f70" fmla="val 2647855"/>
                <a:gd name="f71" fmla="val 2099501"/>
                <a:gd name="f72" fmla="val 2741866"/>
                <a:gd name="f73" fmla="val 1982248"/>
                <a:gd name="f74" fmla="val 2830449"/>
                <a:gd name="f75" fmla="val 1871758"/>
                <a:gd name="f76" fmla="val 2908554"/>
                <a:gd name="f77" fmla="val 1753362"/>
                <a:gd name="f78" fmla="val 2985897"/>
                <a:gd name="f79" fmla="val 1634681"/>
                <a:gd name="f80" fmla="val 3071146"/>
                <a:gd name="f81" fmla="val 1503902"/>
                <a:gd name="f82" fmla="val 3156395"/>
                <a:gd name="f83" fmla="val 1372172"/>
                <a:gd name="f84" fmla="val 3212687"/>
                <a:gd name="f85" fmla="val 1226820"/>
                <a:gd name="f86" fmla="val 3246025"/>
                <a:gd name="f87" fmla="val 1140809"/>
                <a:gd name="f88" fmla="val 3268790"/>
                <a:gd name="f89" fmla="val 1051084"/>
                <a:gd name="f90" fmla="val 3281553"/>
                <a:gd name="f91" fmla="val 959644"/>
                <a:gd name="f92" fmla="val 3293555"/>
                <a:gd name="f93" fmla="val 874014"/>
                <a:gd name="f94" fmla="val 3296888"/>
                <a:gd name="f95" fmla="val 787527"/>
                <a:gd name="f96" fmla="val 3295936"/>
                <a:gd name="f97" fmla="val 701135"/>
                <a:gd name="f98" fmla="val 3294888"/>
                <a:gd name="f99" fmla="val 612172"/>
                <a:gd name="f100" fmla="val 3289268"/>
                <a:gd name="f101" fmla="val 523018"/>
                <a:gd name="f102" fmla="val 3267266"/>
                <a:gd name="f103" fmla="val 436817"/>
                <a:gd name="f104" fmla="val 3227832"/>
                <a:gd name="f105" fmla="val 282416"/>
                <a:gd name="f106" fmla="val 3105341"/>
                <a:gd name="f107" fmla="+- 0 0 -90"/>
                <a:gd name="f108" fmla="*/ f3 1 3296088"/>
                <a:gd name="f109" fmla="*/ f4 1 5012722"/>
                <a:gd name="f110" fmla="+- f7 0 f5"/>
                <a:gd name="f111" fmla="+- f6 0 f5"/>
                <a:gd name="f112" fmla="*/ f107 f0 1"/>
                <a:gd name="f113" fmla="*/ f111 1 3296088"/>
                <a:gd name="f114" fmla="*/ f110 1 5012722"/>
                <a:gd name="f115" fmla="*/ 0 f111 1"/>
                <a:gd name="f116" fmla="*/ 5012722 f110 1"/>
                <a:gd name="f117" fmla="*/ 244031 f111 1"/>
                <a:gd name="f118" fmla="*/ 4820222 f110 1"/>
                <a:gd name="f119" fmla="*/ 729234 f111 1"/>
                <a:gd name="f120" fmla="*/ 4360641 f110 1"/>
                <a:gd name="f121" fmla="*/ 881444 f111 1"/>
                <a:gd name="f122" fmla="*/ 4173950 f110 1"/>
                <a:gd name="f123" fmla="*/ 1151287 f111 1"/>
                <a:gd name="f124" fmla="*/ 3972877 f110 1"/>
                <a:gd name="f125" fmla="*/ 1498664 f111 1"/>
                <a:gd name="f126" fmla="*/ 3786188 f110 1"/>
                <a:gd name="f127" fmla="*/ 1716881 f111 1"/>
                <a:gd name="f128" fmla="*/ 3674174 f110 1"/>
                <a:gd name="f129" fmla="*/ 1913573 f111 1"/>
                <a:gd name="f130" fmla="*/ 3477387 f110 1"/>
                <a:gd name="f131" fmla="*/ 2167700 f111 1"/>
                <a:gd name="f132" fmla="*/ 3042190 f110 1"/>
                <a:gd name="f133" fmla="*/ 2273903 f111 1"/>
                <a:gd name="f134" fmla="*/ 2775014 f110 1"/>
                <a:gd name="f135" fmla="*/ 2463356 f111 1"/>
                <a:gd name="f136" fmla="*/ 2335530 f110 1"/>
                <a:gd name="f137" fmla="*/ 2741866 f111 1"/>
                <a:gd name="f138" fmla="*/ 1982248 f110 1"/>
                <a:gd name="f139" fmla="*/ 2985897 f111 1"/>
                <a:gd name="f140" fmla="*/ 1634681 f110 1"/>
                <a:gd name="f141" fmla="*/ 3212687 f111 1"/>
                <a:gd name="f142" fmla="*/ 1226820 f110 1"/>
                <a:gd name="f143" fmla="*/ 3281553 f111 1"/>
                <a:gd name="f144" fmla="*/ 959644 f110 1"/>
                <a:gd name="f145" fmla="*/ 3295936 f111 1"/>
                <a:gd name="f146" fmla="*/ 701135 f110 1"/>
                <a:gd name="f147" fmla="*/ 3267266 f111 1"/>
                <a:gd name="f148" fmla="*/ 436817 f110 1"/>
                <a:gd name="f149" fmla="*/ 3105341 f111 1"/>
                <a:gd name="f150" fmla="*/ 0 f110 1"/>
                <a:gd name="f151" fmla="*/ f112 1 f2"/>
                <a:gd name="f152" fmla="*/ f115 1 3296088"/>
                <a:gd name="f153" fmla="*/ f116 1 5012722"/>
                <a:gd name="f154" fmla="*/ f117 1 3296088"/>
                <a:gd name="f155" fmla="*/ f118 1 5012722"/>
                <a:gd name="f156" fmla="*/ f119 1 3296088"/>
                <a:gd name="f157" fmla="*/ f120 1 5012722"/>
                <a:gd name="f158" fmla="*/ f121 1 3296088"/>
                <a:gd name="f159" fmla="*/ f122 1 5012722"/>
                <a:gd name="f160" fmla="*/ f123 1 3296088"/>
                <a:gd name="f161" fmla="*/ f124 1 5012722"/>
                <a:gd name="f162" fmla="*/ f125 1 3296088"/>
                <a:gd name="f163" fmla="*/ f126 1 5012722"/>
                <a:gd name="f164" fmla="*/ f127 1 3296088"/>
                <a:gd name="f165" fmla="*/ f128 1 5012722"/>
                <a:gd name="f166" fmla="*/ f129 1 3296088"/>
                <a:gd name="f167" fmla="*/ f130 1 5012722"/>
                <a:gd name="f168" fmla="*/ f131 1 3296088"/>
                <a:gd name="f169" fmla="*/ f132 1 5012722"/>
                <a:gd name="f170" fmla="*/ f133 1 3296088"/>
                <a:gd name="f171" fmla="*/ f134 1 5012722"/>
                <a:gd name="f172" fmla="*/ f135 1 3296088"/>
                <a:gd name="f173" fmla="*/ f136 1 5012722"/>
                <a:gd name="f174" fmla="*/ f137 1 3296088"/>
                <a:gd name="f175" fmla="*/ f138 1 5012722"/>
                <a:gd name="f176" fmla="*/ f139 1 3296088"/>
                <a:gd name="f177" fmla="*/ f140 1 5012722"/>
                <a:gd name="f178" fmla="*/ f141 1 3296088"/>
                <a:gd name="f179" fmla="*/ f142 1 5012722"/>
                <a:gd name="f180" fmla="*/ f143 1 3296088"/>
                <a:gd name="f181" fmla="*/ f144 1 5012722"/>
                <a:gd name="f182" fmla="*/ f145 1 3296088"/>
                <a:gd name="f183" fmla="*/ f146 1 5012722"/>
                <a:gd name="f184" fmla="*/ f147 1 3296088"/>
                <a:gd name="f185" fmla="*/ f148 1 5012722"/>
                <a:gd name="f186" fmla="*/ f149 1 3296088"/>
                <a:gd name="f187" fmla="*/ f150 1 5012722"/>
                <a:gd name="f188" fmla="*/ f5 1 f113"/>
                <a:gd name="f189" fmla="*/ f6 1 f113"/>
                <a:gd name="f190" fmla="*/ f5 1 f114"/>
                <a:gd name="f191" fmla="*/ f7 1 f114"/>
                <a:gd name="f192" fmla="+- f151 0 f1"/>
                <a:gd name="f193" fmla="*/ f152 1 f113"/>
                <a:gd name="f194" fmla="*/ f153 1 f114"/>
                <a:gd name="f195" fmla="*/ f154 1 f113"/>
                <a:gd name="f196" fmla="*/ f155 1 f114"/>
                <a:gd name="f197" fmla="*/ f156 1 f113"/>
                <a:gd name="f198" fmla="*/ f157 1 f114"/>
                <a:gd name="f199" fmla="*/ f158 1 f113"/>
                <a:gd name="f200" fmla="*/ f159 1 f114"/>
                <a:gd name="f201" fmla="*/ f160 1 f113"/>
                <a:gd name="f202" fmla="*/ f161 1 f114"/>
                <a:gd name="f203" fmla="*/ f162 1 f113"/>
                <a:gd name="f204" fmla="*/ f163 1 f114"/>
                <a:gd name="f205" fmla="*/ f164 1 f113"/>
                <a:gd name="f206" fmla="*/ f165 1 f114"/>
                <a:gd name="f207" fmla="*/ f166 1 f113"/>
                <a:gd name="f208" fmla="*/ f167 1 f114"/>
                <a:gd name="f209" fmla="*/ f168 1 f113"/>
                <a:gd name="f210" fmla="*/ f169 1 f114"/>
                <a:gd name="f211" fmla="*/ f170 1 f113"/>
                <a:gd name="f212" fmla="*/ f171 1 f114"/>
                <a:gd name="f213" fmla="*/ f172 1 f113"/>
                <a:gd name="f214" fmla="*/ f173 1 f114"/>
                <a:gd name="f215" fmla="*/ f174 1 f113"/>
                <a:gd name="f216" fmla="*/ f175 1 f114"/>
                <a:gd name="f217" fmla="*/ f176 1 f113"/>
                <a:gd name="f218" fmla="*/ f177 1 f114"/>
                <a:gd name="f219" fmla="*/ f178 1 f113"/>
                <a:gd name="f220" fmla="*/ f179 1 f114"/>
                <a:gd name="f221" fmla="*/ f180 1 f113"/>
                <a:gd name="f222" fmla="*/ f181 1 f114"/>
                <a:gd name="f223" fmla="*/ f182 1 f113"/>
                <a:gd name="f224" fmla="*/ f183 1 f114"/>
                <a:gd name="f225" fmla="*/ f184 1 f113"/>
                <a:gd name="f226" fmla="*/ f185 1 f114"/>
                <a:gd name="f227" fmla="*/ f186 1 f113"/>
                <a:gd name="f228" fmla="*/ f187 1 f114"/>
                <a:gd name="f229" fmla="*/ f188 f108 1"/>
                <a:gd name="f230" fmla="*/ f189 f108 1"/>
                <a:gd name="f231" fmla="*/ f191 f109 1"/>
                <a:gd name="f232" fmla="*/ f190 f109 1"/>
                <a:gd name="f233" fmla="*/ f193 f108 1"/>
                <a:gd name="f234" fmla="*/ f194 f109 1"/>
                <a:gd name="f235" fmla="*/ f195 f108 1"/>
                <a:gd name="f236" fmla="*/ f196 f109 1"/>
                <a:gd name="f237" fmla="*/ f197 f108 1"/>
                <a:gd name="f238" fmla="*/ f198 f109 1"/>
                <a:gd name="f239" fmla="*/ f199 f108 1"/>
                <a:gd name="f240" fmla="*/ f200 f109 1"/>
                <a:gd name="f241" fmla="*/ f201 f108 1"/>
                <a:gd name="f242" fmla="*/ f202 f109 1"/>
                <a:gd name="f243" fmla="*/ f203 f108 1"/>
                <a:gd name="f244" fmla="*/ f204 f109 1"/>
                <a:gd name="f245" fmla="*/ f205 f108 1"/>
                <a:gd name="f246" fmla="*/ f206 f109 1"/>
                <a:gd name="f247" fmla="*/ f207 f108 1"/>
                <a:gd name="f248" fmla="*/ f208 f109 1"/>
                <a:gd name="f249" fmla="*/ f209 f108 1"/>
                <a:gd name="f250" fmla="*/ f210 f109 1"/>
                <a:gd name="f251" fmla="*/ f211 f108 1"/>
                <a:gd name="f252" fmla="*/ f212 f109 1"/>
                <a:gd name="f253" fmla="*/ f213 f108 1"/>
                <a:gd name="f254" fmla="*/ f214 f109 1"/>
                <a:gd name="f255" fmla="*/ f215 f108 1"/>
                <a:gd name="f256" fmla="*/ f216 f109 1"/>
                <a:gd name="f257" fmla="*/ f217 f108 1"/>
                <a:gd name="f258" fmla="*/ f218 f109 1"/>
                <a:gd name="f259" fmla="*/ f219 f108 1"/>
                <a:gd name="f260" fmla="*/ f220 f109 1"/>
                <a:gd name="f261" fmla="*/ f221 f108 1"/>
                <a:gd name="f262" fmla="*/ f222 f109 1"/>
                <a:gd name="f263" fmla="*/ f223 f108 1"/>
                <a:gd name="f264" fmla="*/ f224 f109 1"/>
                <a:gd name="f265" fmla="*/ f225 f108 1"/>
                <a:gd name="f266" fmla="*/ f226 f109 1"/>
                <a:gd name="f267" fmla="*/ f227 f108 1"/>
                <a:gd name="f268" fmla="*/ f228 f109 1"/>
              </a:gdLst>
              <a:ahLst/>
              <a:cxnLst>
                <a:cxn ang="3cd4">
                  <a:pos x="hc" y="t"/>
                </a:cxn>
                <a:cxn ang="0">
                  <a:pos x="r" y="vc"/>
                </a:cxn>
                <a:cxn ang="cd4">
                  <a:pos x="hc" y="b"/>
                </a:cxn>
                <a:cxn ang="cd2">
                  <a:pos x="l" y="vc"/>
                </a:cxn>
                <a:cxn ang="f192">
                  <a:pos x="f233" y="f234"/>
                </a:cxn>
                <a:cxn ang="f192">
                  <a:pos x="f235" y="f236"/>
                </a:cxn>
                <a:cxn ang="f192">
                  <a:pos x="f237" y="f238"/>
                </a:cxn>
                <a:cxn ang="f192">
                  <a:pos x="f239" y="f240"/>
                </a:cxn>
                <a:cxn ang="f192">
                  <a:pos x="f241" y="f242"/>
                </a:cxn>
                <a:cxn ang="f192">
                  <a:pos x="f243" y="f244"/>
                </a:cxn>
                <a:cxn ang="f192">
                  <a:pos x="f245" y="f246"/>
                </a:cxn>
                <a:cxn ang="f192">
                  <a:pos x="f247" y="f248"/>
                </a:cxn>
                <a:cxn ang="f192">
                  <a:pos x="f249" y="f250"/>
                </a:cxn>
                <a:cxn ang="f192">
                  <a:pos x="f251" y="f252"/>
                </a:cxn>
                <a:cxn ang="f192">
                  <a:pos x="f253" y="f254"/>
                </a:cxn>
                <a:cxn ang="f192">
                  <a:pos x="f255" y="f256"/>
                </a:cxn>
                <a:cxn ang="f192">
                  <a:pos x="f257" y="f258"/>
                </a:cxn>
                <a:cxn ang="f192">
                  <a:pos x="f259" y="f260"/>
                </a:cxn>
                <a:cxn ang="f192">
                  <a:pos x="f261" y="f262"/>
                </a:cxn>
                <a:cxn ang="f192">
                  <a:pos x="f263" y="f264"/>
                </a:cxn>
                <a:cxn ang="f192">
                  <a:pos x="f265" y="f266"/>
                </a:cxn>
                <a:cxn ang="f192">
                  <a:pos x="f267" y="f268"/>
                </a:cxn>
              </a:cxnLst>
              <a:rect l="f229" t="f232" r="f230" b="f231"/>
              <a:pathLst>
                <a:path w="3296088" h="5012722">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5"/>
                    <a:pt x="f106"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7" name="Freeform: Shape 16">
              <a:extLst>
                <a:ext uri="{FF2B5EF4-FFF2-40B4-BE49-F238E27FC236}">
                  <a16:creationId xmlns:a16="http://schemas.microsoft.com/office/drawing/2014/main" id="{4443D9E1-91D9-4079-B57B-7D5BEB48AD1F}"/>
                </a:ext>
              </a:extLst>
            </p:cNvPr>
            <p:cNvSpPr/>
            <p:nvPr/>
          </p:nvSpPr>
          <p:spPr>
            <a:xfrm>
              <a:off x="10844" y="15179"/>
              <a:ext cx="1978670" cy="3074962"/>
            </a:xfrm>
            <a:custGeom>
              <a:avLst/>
              <a:gdLst>
                <a:gd name="f0" fmla="val 10800000"/>
                <a:gd name="f1" fmla="val 5400000"/>
                <a:gd name="f2" fmla="val 180"/>
                <a:gd name="f3" fmla="val w"/>
                <a:gd name="f4" fmla="val h"/>
                <a:gd name="f5" fmla="val 0"/>
                <a:gd name="f6" fmla="val 2977477"/>
                <a:gd name="f7" fmla="val 4627149"/>
                <a:gd name="f8" fmla="val 4627150"/>
                <a:gd name="f9" fmla="val 79820"/>
                <a:gd name="f10" fmla="val 4552283"/>
                <a:gd name="f11" fmla="val 203835"/>
                <a:gd name="f12" fmla="val 4424648"/>
                <a:gd name="f13" fmla="val 275082"/>
                <a:gd name="f14" fmla="val 4341590"/>
                <a:gd name="f15" fmla="val 354711"/>
                <a:gd name="f16" fmla="val 4248722"/>
                <a:gd name="f17" fmla="val 421005"/>
                <a:gd name="f18" fmla="val 4145090"/>
                <a:gd name="f19" fmla="val 502825"/>
                <a:gd name="f20" fmla="val 4054126"/>
                <a:gd name="f21" fmla="val 554355"/>
                <a:gd name="f22" fmla="val 3996881"/>
                <a:gd name="f23" fmla="val 612362"/>
                <a:gd name="f24" fmla="val 3945827"/>
                <a:gd name="f25" fmla="val 666179"/>
                <a:gd name="f26" fmla="val 3890677"/>
                <a:gd name="f27" fmla="val 734187"/>
                <a:gd name="f28" fmla="val 3821049"/>
                <a:gd name="f29" fmla="val 796671"/>
                <a:gd name="f30" fmla="val 3746183"/>
                <a:gd name="f31" fmla="val 864203"/>
                <a:gd name="f32" fmla="val 3675983"/>
                <a:gd name="f33" fmla="val 902875"/>
                <a:gd name="f34" fmla="val 3635788"/>
                <a:gd name="f35" fmla="val 943642"/>
                <a:gd name="f36" fmla="val 3597593"/>
                <a:gd name="f37" fmla="val 982599"/>
                <a:gd name="f38" fmla="val 3557492"/>
                <a:gd name="f39" fmla="val 1053941"/>
                <a:gd name="f40" fmla="val 3484150"/>
                <a:gd name="f41" fmla="val 1121378"/>
                <a:gd name="f42" fmla="val 3407093"/>
                <a:gd name="f43" fmla="val 1188244"/>
                <a:gd name="f44" fmla="val 3329654"/>
                <a:gd name="f45" fmla="val 1240631"/>
                <a:gd name="f46" fmla="val 3268885"/>
                <a:gd name="f47" fmla="val 1293495"/>
                <a:gd name="f48" fmla="val 3208496"/>
                <a:gd name="f49" fmla="val 1344740"/>
                <a:gd name="f50" fmla="val 3146774"/>
                <a:gd name="f51" fmla="val 1388459"/>
                <a:gd name="f52" fmla="val 3094101"/>
                <a:gd name="f53" fmla="val 1431512"/>
                <a:gd name="f54" fmla="val 3040761"/>
                <a:gd name="f55" fmla="val 1470755"/>
                <a:gd name="f56" fmla="val 2984659"/>
                <a:gd name="f57" fmla="val 1540764"/>
                <a:gd name="f58" fmla="val 2884646"/>
                <a:gd name="f59" fmla="val 1598771"/>
                <a:gd name="f60" fmla="val 2777109"/>
                <a:gd name="f61" fmla="val 1657636"/>
                <a:gd name="f62" fmla="val 2670239"/>
                <a:gd name="f63" fmla="val 1693545"/>
                <a:gd name="f64" fmla="val 2605088"/>
                <a:gd name="f65" fmla="val 1728502"/>
                <a:gd name="f66" fmla="val 2539460"/>
                <a:gd name="f67" fmla="val 1762887"/>
                <a:gd name="f68" fmla="val 2473547"/>
                <a:gd name="f69" fmla="val 1795367"/>
                <a:gd name="f70" fmla="val 2411349"/>
                <a:gd name="f71" fmla="val 1826419"/>
                <a:gd name="f72" fmla="val 2348103"/>
                <a:gd name="f73" fmla="val 1866710"/>
                <a:gd name="f74" fmla="val 2290667"/>
                <a:gd name="f75" fmla="val 1934623"/>
                <a:gd name="f76" fmla="val 2193893"/>
                <a:gd name="f77" fmla="val 2022729"/>
                <a:gd name="f78" fmla="val 2114169"/>
                <a:gd name="f79" fmla="val 2106263"/>
                <a:gd name="f80" fmla="val 2030254"/>
                <a:gd name="f81" fmla="val 2163128"/>
                <a:gd name="f82" fmla="val 1973104"/>
                <a:gd name="f83" fmla="val 2218182"/>
                <a:gd name="f84" fmla="val 1914049"/>
                <a:gd name="f85" fmla="val 2277237"/>
                <a:gd name="f86" fmla="val 1859185"/>
                <a:gd name="f87" fmla="val 2350770"/>
                <a:gd name="f88" fmla="val 1790891"/>
                <a:gd name="f89" fmla="val 2430304"/>
                <a:gd name="f90" fmla="val 1728978"/>
                <a:gd name="f91" fmla="val 2499455"/>
                <a:gd name="f92" fmla="val 1656207"/>
                <a:gd name="f93" fmla="val 2576989"/>
                <a:gd name="f94" fmla="val 1574578"/>
                <a:gd name="f95" fmla="val 2641568"/>
                <a:gd name="f96" fmla="val 1481900"/>
                <a:gd name="f97" fmla="val 2707100"/>
                <a:gd name="f98" fmla="val 1390269"/>
                <a:gd name="f99" fmla="val 2744153"/>
                <a:gd name="f100" fmla="val 1338453"/>
                <a:gd name="f101" fmla="val 2781586"/>
                <a:gd name="f102" fmla="val 1286732"/>
                <a:gd name="f103" fmla="val 2812352"/>
                <a:gd name="f104" fmla="val 1230916"/>
                <a:gd name="f105" fmla="val 2846546"/>
                <a:gd name="f106" fmla="val 1168908"/>
                <a:gd name="f107" fmla="val 2872550"/>
                <a:gd name="f108" fmla="val 1102900"/>
                <a:gd name="f109" fmla="val 2898172"/>
                <a:gd name="f110" fmla="val 1036987"/>
                <a:gd name="f111" fmla="val 2922175"/>
                <a:gd name="f112" fmla="val 975455"/>
                <a:gd name="f113" fmla="val 2948273"/>
                <a:gd name="f114" fmla="val 914305"/>
                <a:gd name="f115" fmla="val 2963228"/>
                <a:gd name="f116" fmla="val 850011"/>
                <a:gd name="f117" fmla="val 2971229"/>
                <a:gd name="f118" fmla="val 815626"/>
                <a:gd name="f119" fmla="val 2976563"/>
                <a:gd name="f120" fmla="val 780764"/>
                <a:gd name="f121" fmla="val 2977325"/>
                <a:gd name="f122" fmla="val 745427"/>
                <a:gd name="f123" fmla="val 2979230"/>
                <a:gd name="f124" fmla="val 654844"/>
                <a:gd name="f125" fmla="val 2963323"/>
                <a:gd name="f126" fmla="val 564261"/>
                <a:gd name="f127" fmla="val 2929509"/>
                <a:gd name="f128" fmla="val 480155"/>
                <a:gd name="f129" fmla="val 2851309"/>
                <a:gd name="f130" fmla="val 285655"/>
                <a:gd name="f131" fmla="val 2563082"/>
                <a:gd name="f132" fmla="+- 0 0 -90"/>
                <a:gd name="f133" fmla="*/ f3 1 2977477"/>
                <a:gd name="f134" fmla="*/ f4 1 4627149"/>
                <a:gd name="f135" fmla="+- f7 0 f5"/>
                <a:gd name="f136" fmla="+- f6 0 f5"/>
                <a:gd name="f137" fmla="*/ f132 f0 1"/>
                <a:gd name="f138" fmla="*/ f136 1 2977477"/>
                <a:gd name="f139" fmla="*/ f135 1 4627149"/>
                <a:gd name="f140" fmla="*/ 0 f136 1"/>
                <a:gd name="f141" fmla="*/ 4627150 f135 1"/>
                <a:gd name="f142" fmla="*/ 275082 f136 1"/>
                <a:gd name="f143" fmla="*/ 4341590 f135 1"/>
                <a:gd name="f144" fmla="*/ 502825 f136 1"/>
                <a:gd name="f145" fmla="*/ 4054126 f135 1"/>
                <a:gd name="f146" fmla="*/ 666179 f136 1"/>
                <a:gd name="f147" fmla="*/ 3890677 f135 1"/>
                <a:gd name="f148" fmla="*/ 864203 f136 1"/>
                <a:gd name="f149" fmla="*/ 3675983 f135 1"/>
                <a:gd name="f150" fmla="*/ 982599 f136 1"/>
                <a:gd name="f151" fmla="*/ 3557492 f135 1"/>
                <a:gd name="f152" fmla="*/ 1188244 f136 1"/>
                <a:gd name="f153" fmla="*/ 3329654 f135 1"/>
                <a:gd name="f154" fmla="*/ 1344740 f136 1"/>
                <a:gd name="f155" fmla="*/ 3146774 f135 1"/>
                <a:gd name="f156" fmla="*/ 1470755 f136 1"/>
                <a:gd name="f157" fmla="*/ 2984659 f135 1"/>
                <a:gd name="f158" fmla="*/ 1657636 f136 1"/>
                <a:gd name="f159" fmla="*/ 2670239 f135 1"/>
                <a:gd name="f160" fmla="*/ 1762887 f136 1"/>
                <a:gd name="f161" fmla="*/ 2473547 f135 1"/>
                <a:gd name="f162" fmla="*/ 1866710 f136 1"/>
                <a:gd name="f163" fmla="*/ 2290667 f135 1"/>
                <a:gd name="f164" fmla="*/ 2106263 f136 1"/>
                <a:gd name="f165" fmla="*/ 2030254 f135 1"/>
                <a:gd name="f166" fmla="*/ 2277237 f136 1"/>
                <a:gd name="f167" fmla="*/ 1859185 f135 1"/>
                <a:gd name="f168" fmla="*/ 2499455 f136 1"/>
                <a:gd name="f169" fmla="*/ 1656207 f135 1"/>
                <a:gd name="f170" fmla="*/ 2707100 f136 1"/>
                <a:gd name="f171" fmla="*/ 1390269 f135 1"/>
                <a:gd name="f172" fmla="*/ 2812352 f136 1"/>
                <a:gd name="f173" fmla="*/ 1230916 f135 1"/>
                <a:gd name="f174" fmla="*/ 2898172 f136 1"/>
                <a:gd name="f175" fmla="*/ 1036987 f135 1"/>
                <a:gd name="f176" fmla="*/ 2963228 f136 1"/>
                <a:gd name="f177" fmla="*/ 850011 f135 1"/>
                <a:gd name="f178" fmla="*/ 2977325 f136 1"/>
                <a:gd name="f179" fmla="*/ 745427 f135 1"/>
                <a:gd name="f180" fmla="*/ 2929509 f136 1"/>
                <a:gd name="f181" fmla="*/ 480155 f135 1"/>
                <a:gd name="f182" fmla="*/ 2563082 f136 1"/>
                <a:gd name="f183" fmla="*/ 0 f135 1"/>
                <a:gd name="f184" fmla="*/ f137 1 f2"/>
                <a:gd name="f185" fmla="*/ f140 1 2977477"/>
                <a:gd name="f186" fmla="*/ f141 1 4627149"/>
                <a:gd name="f187" fmla="*/ f142 1 2977477"/>
                <a:gd name="f188" fmla="*/ f143 1 4627149"/>
                <a:gd name="f189" fmla="*/ f144 1 2977477"/>
                <a:gd name="f190" fmla="*/ f145 1 4627149"/>
                <a:gd name="f191" fmla="*/ f146 1 2977477"/>
                <a:gd name="f192" fmla="*/ f147 1 4627149"/>
                <a:gd name="f193" fmla="*/ f148 1 2977477"/>
                <a:gd name="f194" fmla="*/ f149 1 4627149"/>
                <a:gd name="f195" fmla="*/ f150 1 2977477"/>
                <a:gd name="f196" fmla="*/ f151 1 4627149"/>
                <a:gd name="f197" fmla="*/ f152 1 2977477"/>
                <a:gd name="f198" fmla="*/ f153 1 4627149"/>
                <a:gd name="f199" fmla="*/ f154 1 2977477"/>
                <a:gd name="f200" fmla="*/ f155 1 4627149"/>
                <a:gd name="f201" fmla="*/ f156 1 2977477"/>
                <a:gd name="f202" fmla="*/ f157 1 4627149"/>
                <a:gd name="f203" fmla="*/ f158 1 2977477"/>
                <a:gd name="f204" fmla="*/ f159 1 4627149"/>
                <a:gd name="f205" fmla="*/ f160 1 2977477"/>
                <a:gd name="f206" fmla="*/ f161 1 4627149"/>
                <a:gd name="f207" fmla="*/ f162 1 2977477"/>
                <a:gd name="f208" fmla="*/ f163 1 4627149"/>
                <a:gd name="f209" fmla="*/ f164 1 2977477"/>
                <a:gd name="f210" fmla="*/ f165 1 4627149"/>
                <a:gd name="f211" fmla="*/ f166 1 2977477"/>
                <a:gd name="f212" fmla="*/ f167 1 4627149"/>
                <a:gd name="f213" fmla="*/ f168 1 2977477"/>
                <a:gd name="f214" fmla="*/ f169 1 4627149"/>
                <a:gd name="f215" fmla="*/ f170 1 2977477"/>
                <a:gd name="f216" fmla="*/ f171 1 4627149"/>
                <a:gd name="f217" fmla="*/ f172 1 2977477"/>
                <a:gd name="f218" fmla="*/ f173 1 4627149"/>
                <a:gd name="f219" fmla="*/ f174 1 2977477"/>
                <a:gd name="f220" fmla="*/ f175 1 4627149"/>
                <a:gd name="f221" fmla="*/ f176 1 2977477"/>
                <a:gd name="f222" fmla="*/ f177 1 4627149"/>
                <a:gd name="f223" fmla="*/ f178 1 2977477"/>
                <a:gd name="f224" fmla="*/ f179 1 4627149"/>
                <a:gd name="f225" fmla="*/ f180 1 2977477"/>
                <a:gd name="f226" fmla="*/ f181 1 4627149"/>
                <a:gd name="f227" fmla="*/ f182 1 2977477"/>
                <a:gd name="f228" fmla="*/ f183 1 4627149"/>
                <a:gd name="f229" fmla="*/ f5 1 f138"/>
                <a:gd name="f230" fmla="*/ f6 1 f138"/>
                <a:gd name="f231" fmla="*/ f5 1 f139"/>
                <a:gd name="f232" fmla="*/ f7 1 f139"/>
                <a:gd name="f233" fmla="+- f184 0 f1"/>
                <a:gd name="f234" fmla="*/ f185 1 f138"/>
                <a:gd name="f235" fmla="*/ f186 1 f139"/>
                <a:gd name="f236" fmla="*/ f187 1 f138"/>
                <a:gd name="f237" fmla="*/ f188 1 f139"/>
                <a:gd name="f238" fmla="*/ f189 1 f138"/>
                <a:gd name="f239" fmla="*/ f190 1 f139"/>
                <a:gd name="f240" fmla="*/ f191 1 f138"/>
                <a:gd name="f241" fmla="*/ f192 1 f139"/>
                <a:gd name="f242" fmla="*/ f193 1 f138"/>
                <a:gd name="f243" fmla="*/ f194 1 f139"/>
                <a:gd name="f244" fmla="*/ f195 1 f138"/>
                <a:gd name="f245" fmla="*/ f196 1 f139"/>
                <a:gd name="f246" fmla="*/ f197 1 f138"/>
                <a:gd name="f247" fmla="*/ f198 1 f139"/>
                <a:gd name="f248" fmla="*/ f199 1 f138"/>
                <a:gd name="f249" fmla="*/ f200 1 f139"/>
                <a:gd name="f250" fmla="*/ f201 1 f138"/>
                <a:gd name="f251" fmla="*/ f202 1 f139"/>
                <a:gd name="f252" fmla="*/ f203 1 f138"/>
                <a:gd name="f253" fmla="*/ f204 1 f139"/>
                <a:gd name="f254" fmla="*/ f205 1 f138"/>
                <a:gd name="f255" fmla="*/ f206 1 f139"/>
                <a:gd name="f256" fmla="*/ f207 1 f138"/>
                <a:gd name="f257" fmla="*/ f208 1 f139"/>
                <a:gd name="f258" fmla="*/ f209 1 f138"/>
                <a:gd name="f259" fmla="*/ f210 1 f139"/>
                <a:gd name="f260" fmla="*/ f211 1 f138"/>
                <a:gd name="f261" fmla="*/ f212 1 f139"/>
                <a:gd name="f262" fmla="*/ f213 1 f138"/>
                <a:gd name="f263" fmla="*/ f214 1 f139"/>
                <a:gd name="f264" fmla="*/ f215 1 f138"/>
                <a:gd name="f265" fmla="*/ f216 1 f139"/>
                <a:gd name="f266" fmla="*/ f217 1 f138"/>
                <a:gd name="f267" fmla="*/ f218 1 f139"/>
                <a:gd name="f268" fmla="*/ f219 1 f138"/>
                <a:gd name="f269" fmla="*/ f220 1 f139"/>
                <a:gd name="f270" fmla="*/ f221 1 f138"/>
                <a:gd name="f271" fmla="*/ f222 1 f139"/>
                <a:gd name="f272" fmla="*/ f223 1 f138"/>
                <a:gd name="f273" fmla="*/ f224 1 f139"/>
                <a:gd name="f274" fmla="*/ f225 1 f138"/>
                <a:gd name="f275" fmla="*/ f226 1 f139"/>
                <a:gd name="f276" fmla="*/ f227 1 f138"/>
                <a:gd name="f277" fmla="*/ f228 1 f139"/>
                <a:gd name="f278" fmla="*/ f229 f133 1"/>
                <a:gd name="f279" fmla="*/ f230 f133 1"/>
                <a:gd name="f280" fmla="*/ f232 f134 1"/>
                <a:gd name="f281" fmla="*/ f231 f134 1"/>
                <a:gd name="f282" fmla="*/ f234 f133 1"/>
                <a:gd name="f283" fmla="*/ f235 f134 1"/>
                <a:gd name="f284" fmla="*/ f236 f133 1"/>
                <a:gd name="f285" fmla="*/ f237 f134 1"/>
                <a:gd name="f286" fmla="*/ f238 f133 1"/>
                <a:gd name="f287" fmla="*/ f239 f134 1"/>
                <a:gd name="f288" fmla="*/ f240 f133 1"/>
                <a:gd name="f289" fmla="*/ f241 f134 1"/>
                <a:gd name="f290" fmla="*/ f242 f133 1"/>
                <a:gd name="f291" fmla="*/ f243 f134 1"/>
                <a:gd name="f292" fmla="*/ f244 f133 1"/>
                <a:gd name="f293" fmla="*/ f245 f134 1"/>
                <a:gd name="f294" fmla="*/ f246 f133 1"/>
                <a:gd name="f295" fmla="*/ f247 f134 1"/>
                <a:gd name="f296" fmla="*/ f248 f133 1"/>
                <a:gd name="f297" fmla="*/ f249 f134 1"/>
                <a:gd name="f298" fmla="*/ f250 f133 1"/>
                <a:gd name="f299" fmla="*/ f251 f134 1"/>
                <a:gd name="f300" fmla="*/ f252 f133 1"/>
                <a:gd name="f301" fmla="*/ f253 f134 1"/>
                <a:gd name="f302" fmla="*/ f254 f133 1"/>
                <a:gd name="f303" fmla="*/ f255 f134 1"/>
                <a:gd name="f304" fmla="*/ f256 f133 1"/>
                <a:gd name="f305" fmla="*/ f257 f134 1"/>
                <a:gd name="f306" fmla="*/ f258 f133 1"/>
                <a:gd name="f307" fmla="*/ f259 f134 1"/>
                <a:gd name="f308" fmla="*/ f260 f133 1"/>
                <a:gd name="f309" fmla="*/ f261 f134 1"/>
                <a:gd name="f310" fmla="*/ f262 f133 1"/>
                <a:gd name="f311" fmla="*/ f263 f134 1"/>
                <a:gd name="f312" fmla="*/ f264 f133 1"/>
                <a:gd name="f313" fmla="*/ f265 f134 1"/>
                <a:gd name="f314" fmla="*/ f266 f133 1"/>
                <a:gd name="f315" fmla="*/ f267 f134 1"/>
                <a:gd name="f316" fmla="*/ f268 f133 1"/>
                <a:gd name="f317" fmla="*/ f269 f134 1"/>
                <a:gd name="f318" fmla="*/ f270 f133 1"/>
                <a:gd name="f319" fmla="*/ f271 f134 1"/>
                <a:gd name="f320" fmla="*/ f272 f133 1"/>
                <a:gd name="f321" fmla="*/ f273 f134 1"/>
                <a:gd name="f322" fmla="*/ f274 f133 1"/>
                <a:gd name="f323" fmla="*/ f275 f134 1"/>
                <a:gd name="f324" fmla="*/ f276 f133 1"/>
                <a:gd name="f325" fmla="*/ f277 f134 1"/>
              </a:gdLst>
              <a:ahLst/>
              <a:cxnLst>
                <a:cxn ang="3cd4">
                  <a:pos x="hc" y="t"/>
                </a:cxn>
                <a:cxn ang="0">
                  <a:pos x="r" y="vc"/>
                </a:cxn>
                <a:cxn ang="cd4">
                  <a:pos x="hc" y="b"/>
                </a:cxn>
                <a:cxn ang="cd2">
                  <a:pos x="l" y="vc"/>
                </a:cxn>
                <a:cxn ang="f233">
                  <a:pos x="f282" y="f283"/>
                </a:cxn>
                <a:cxn ang="f233">
                  <a:pos x="f284" y="f285"/>
                </a:cxn>
                <a:cxn ang="f233">
                  <a:pos x="f286" y="f287"/>
                </a:cxn>
                <a:cxn ang="f233">
                  <a:pos x="f288" y="f289"/>
                </a:cxn>
                <a:cxn ang="f233">
                  <a:pos x="f290" y="f291"/>
                </a:cxn>
                <a:cxn ang="f233">
                  <a:pos x="f292" y="f293"/>
                </a:cxn>
                <a:cxn ang="f233">
                  <a:pos x="f294" y="f295"/>
                </a:cxn>
                <a:cxn ang="f233">
                  <a:pos x="f296" y="f297"/>
                </a:cxn>
                <a:cxn ang="f233">
                  <a:pos x="f298" y="f299"/>
                </a:cxn>
                <a:cxn ang="f233">
                  <a:pos x="f300" y="f301"/>
                </a:cxn>
                <a:cxn ang="f233">
                  <a:pos x="f302" y="f303"/>
                </a:cxn>
                <a:cxn ang="f233">
                  <a:pos x="f304" y="f305"/>
                </a:cxn>
                <a:cxn ang="f233">
                  <a:pos x="f306" y="f307"/>
                </a:cxn>
                <a:cxn ang="f233">
                  <a:pos x="f308" y="f309"/>
                </a:cxn>
                <a:cxn ang="f233">
                  <a:pos x="f310" y="f311"/>
                </a:cxn>
                <a:cxn ang="f233">
                  <a:pos x="f312" y="f313"/>
                </a:cxn>
                <a:cxn ang="f233">
                  <a:pos x="f314" y="f315"/>
                </a:cxn>
                <a:cxn ang="f233">
                  <a:pos x="f316" y="f317"/>
                </a:cxn>
                <a:cxn ang="f233">
                  <a:pos x="f318" y="f319"/>
                </a:cxn>
                <a:cxn ang="f233">
                  <a:pos x="f320" y="f321"/>
                </a:cxn>
                <a:cxn ang="f233">
                  <a:pos x="f322" y="f323"/>
                </a:cxn>
                <a:cxn ang="f233">
                  <a:pos x="f324" y="f325"/>
                </a:cxn>
              </a:cxnLst>
              <a:rect l="f278" t="f281" r="f279" b="f280"/>
              <a:pathLst>
                <a:path w="2977477" h="4627149">
                  <a:moveTo>
                    <a:pt x="f5" y="f8"/>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cubicBezTo>
                    <a:pt x="f63" y="f64"/>
                    <a:pt x="f65" y="f66"/>
                    <a:pt x="f67" y="f68"/>
                  </a:cubicBezTo>
                  <a:cubicBezTo>
                    <a:pt x="f69" y="f70"/>
                    <a:pt x="f71" y="f72"/>
                    <a:pt x="f73" y="f74"/>
                  </a:cubicBezTo>
                  <a:cubicBezTo>
                    <a:pt x="f75" y="f76"/>
                    <a:pt x="f77" y="f78"/>
                    <a:pt x="f79" y="f80"/>
                  </a:cubicBezTo>
                  <a:cubicBezTo>
                    <a:pt x="f81" y="f82"/>
                    <a:pt x="f83" y="f84"/>
                    <a:pt x="f85" y="f86"/>
                  </a:cubicBezTo>
                  <a:cubicBezTo>
                    <a:pt x="f87" y="f88"/>
                    <a:pt x="f89" y="f90"/>
                    <a:pt x="f91" y="f92"/>
                  </a:cubicBezTo>
                  <a:cubicBezTo>
                    <a:pt x="f93" y="f94"/>
                    <a:pt x="f95" y="f96"/>
                    <a:pt x="f97" y="f98"/>
                  </a:cubicBezTo>
                  <a:cubicBezTo>
                    <a:pt x="f99" y="f100"/>
                    <a:pt x="f101" y="f102"/>
                    <a:pt x="f103" y="f104"/>
                  </a:cubicBezTo>
                  <a:cubicBezTo>
                    <a:pt x="f105" y="f106"/>
                    <a:pt x="f107" y="f108"/>
                    <a:pt x="f109" y="f110"/>
                  </a:cubicBezTo>
                  <a:cubicBezTo>
                    <a:pt x="f111" y="f112"/>
                    <a:pt x="f113" y="f114"/>
                    <a:pt x="f115" y="f116"/>
                  </a:cubicBezTo>
                  <a:cubicBezTo>
                    <a:pt x="f117" y="f118"/>
                    <a:pt x="f119" y="f120"/>
                    <a:pt x="f121" y="f122"/>
                  </a:cubicBezTo>
                  <a:cubicBezTo>
                    <a:pt x="f123" y="f124"/>
                    <a:pt x="f125" y="f126"/>
                    <a:pt x="f127" y="f128"/>
                  </a:cubicBezTo>
                  <a:cubicBezTo>
                    <a:pt x="f129" y="f130"/>
                    <a:pt x="f131" y="f5"/>
                    <a:pt x="f131"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8" name="Freeform: Shape 17">
              <a:extLst>
                <a:ext uri="{FF2B5EF4-FFF2-40B4-BE49-F238E27FC236}">
                  <a16:creationId xmlns:a16="http://schemas.microsoft.com/office/drawing/2014/main" id="{6EA3F317-E673-46ED-BD82-1D5A9EF185F0}"/>
                </a:ext>
              </a:extLst>
            </p:cNvPr>
            <p:cNvSpPr/>
            <p:nvPr/>
          </p:nvSpPr>
          <p:spPr>
            <a:xfrm>
              <a:off x="25091" y="15179"/>
              <a:ext cx="1566147" cy="2737265"/>
            </a:xfrm>
            <a:custGeom>
              <a:avLst/>
              <a:gdLst>
                <a:gd name="f0" fmla="val 10800000"/>
                <a:gd name="f1" fmla="val 5400000"/>
                <a:gd name="f2" fmla="val 180"/>
                <a:gd name="f3" fmla="val w"/>
                <a:gd name="f4" fmla="val h"/>
                <a:gd name="f5" fmla="val 0"/>
                <a:gd name="f6" fmla="val 2356712"/>
                <a:gd name="f7" fmla="val 4118991"/>
                <a:gd name="f8" fmla="val 1707071"/>
                <a:gd name="f9" fmla="val 1715357"/>
                <a:gd name="f10" fmla="val 22098"/>
                <a:gd name="f11" fmla="val 1812608"/>
                <a:gd name="f12" fmla="val 224409"/>
                <a:gd name="f13" fmla="val 1824514"/>
                <a:gd name="f14" fmla="val 244697"/>
                <a:gd name="f15" fmla="val 1844802"/>
                <a:gd name="f16" fmla="val 279273"/>
                <a:gd name="f17" fmla="val 1876996"/>
                <a:gd name="f18" fmla="val 304324"/>
                <a:gd name="f19" fmla="val 1908715"/>
                <a:gd name="f20" fmla="val 328994"/>
                <a:gd name="f21" fmla="val 2019967"/>
                <a:gd name="f22" fmla="val 415195"/>
                <a:gd name="f23" fmla="val 2137886"/>
                <a:gd name="f24" fmla="val 494633"/>
                <a:gd name="f25" fmla="val 2226469"/>
                <a:gd name="f26" fmla="val 603695"/>
                <a:gd name="f27" fmla="val 2296287"/>
                <a:gd name="f28" fmla="val 689610"/>
                <a:gd name="f29" fmla="val 2347817"/>
                <a:gd name="f30" fmla="val 790480"/>
                <a:gd name="f31" fmla="val 2355628"/>
                <a:gd name="f32" fmla="val 900494"/>
                <a:gd name="f33" fmla="val 2363248"/>
                <a:gd name="f34" fmla="val 1007078"/>
                <a:gd name="f35" fmla="val 2329910"/>
                <a:gd name="f36" fmla="val 1111187"/>
                <a:gd name="f37" fmla="val 2281428"/>
                <a:gd name="f38" fmla="val 1206913"/>
                <a:gd name="f39" fmla="val 2233422"/>
                <a:gd name="f40" fmla="val 1301877"/>
                <a:gd name="f41" fmla="val 2170938"/>
                <a:gd name="f42" fmla="val 1388936"/>
                <a:gd name="f43" fmla="val 2092452"/>
                <a:gd name="f44" fmla="val 1460659"/>
                <a:gd name="f45" fmla="val 2016538"/>
                <a:gd name="f46" fmla="val 1530001"/>
                <a:gd name="f47" fmla="val 1927765"/>
                <a:gd name="f48" fmla="val 1583436"/>
                <a:gd name="f49" fmla="val 1834039"/>
                <a:gd name="f50" fmla="val 1625822"/>
                <a:gd name="f51" fmla="val 1743075"/>
                <a:gd name="f52" fmla="val 1666970"/>
                <a:gd name="f53" fmla="val 1647730"/>
                <a:gd name="f54" fmla="val 1697736"/>
                <a:gd name="f55" fmla="val 1558862"/>
                <a:gd name="f56" fmla="val 1494758"/>
                <a:gd name="f57" fmla="val 1775841"/>
                <a:gd name="f58" fmla="val 1434275"/>
                <a:gd name="f59" fmla="val 1816132"/>
                <a:gd name="f60" fmla="val 1386554"/>
                <a:gd name="f61" fmla="val 1869948"/>
                <a:gd name="f62" fmla="val 1334548"/>
                <a:gd name="f63" fmla="val 1928622"/>
                <a:gd name="f64" fmla="val 1300544"/>
                <a:gd name="f65" fmla="val 2000345"/>
                <a:gd name="f66" fmla="val 1271683"/>
                <a:gd name="f67" fmla="val 2073402"/>
                <a:gd name="f68" fmla="val 1235202"/>
                <a:gd name="f69" fmla="val 2165699"/>
                <a:gd name="f70" fmla="val 1206722"/>
                <a:gd name="f71" fmla="val 2260759"/>
                <a:gd name="f72" fmla="val 1178338"/>
                <a:gd name="f73" fmla="val 2355914"/>
                <a:gd name="f74" fmla="val 1156240"/>
                <a:gd name="f75" fmla="val 2429923"/>
                <a:gd name="f76" fmla="val 1134237"/>
                <a:gd name="f77" fmla="val 2504028"/>
                <a:gd name="f78" fmla="val 1113758"/>
                <a:gd name="f79" fmla="val 2578513"/>
                <a:gd name="f80" fmla="val 1090041"/>
                <a:gd name="f81" fmla="val 2664714"/>
                <a:gd name="f82" fmla="val 1068134"/>
                <a:gd name="f83" fmla="val 2751678"/>
                <a:gd name="f84" fmla="val 1034796"/>
                <a:gd name="f85" fmla="val 2834640"/>
                <a:gd name="f86" fmla="val 1000125"/>
                <a:gd name="f87" fmla="val 2920841"/>
                <a:gd name="f88" fmla="val 953643"/>
                <a:gd name="f89" fmla="val 3001613"/>
                <a:gd name="f90" fmla="val 905637"/>
                <a:gd name="f91" fmla="val 3081242"/>
                <a:gd name="f92" fmla="val 869442"/>
                <a:gd name="f93" fmla="val 3141155"/>
                <a:gd name="f94" fmla="val 832295"/>
                <a:gd name="f95" fmla="val 3200400"/>
                <a:gd name="f96" fmla="val 793147"/>
                <a:gd name="f97" fmla="val 3258407"/>
                <a:gd name="f98" fmla="val 718661"/>
                <a:gd name="f99" fmla="val 3368802"/>
                <a:gd name="f100" fmla="val 637223"/>
                <a:gd name="f101" fmla="val 3474434"/>
                <a:gd name="f102" fmla="val 546735"/>
                <a:gd name="f103" fmla="val 3571970"/>
                <a:gd name="f104" fmla="val 482632"/>
                <a:gd name="f105" fmla="val 3641027"/>
                <a:gd name="f106" fmla="val 414147"/>
                <a:gd name="f107" fmla="val 3705797"/>
                <a:gd name="f108" fmla="val 346996"/>
                <a:gd name="f109" fmla="val 3771900"/>
                <a:gd name="f110" fmla="val 288989"/>
                <a:gd name="f111" fmla="val 3828764"/>
                <a:gd name="f112" fmla="val 232029"/>
                <a:gd name="f113" fmla="val 3886676"/>
                <a:gd name="f114" fmla="val 174689"/>
                <a:gd name="f115" fmla="val 3944207"/>
                <a:gd name="f116" fmla="val 116586"/>
                <a:gd name="f117" fmla="val 4002596"/>
                <a:gd name="f118" fmla="val 58293"/>
                <a:gd name="f119" fmla="val 4060698"/>
                <a:gd name="f120" fmla="+- 0 0 -90"/>
                <a:gd name="f121" fmla="*/ f3 1 2356712"/>
                <a:gd name="f122" fmla="*/ f4 1 4118991"/>
                <a:gd name="f123" fmla="+- f7 0 f5"/>
                <a:gd name="f124" fmla="+- f6 0 f5"/>
                <a:gd name="f125" fmla="*/ f120 f0 1"/>
                <a:gd name="f126" fmla="*/ f124 1 2356712"/>
                <a:gd name="f127" fmla="*/ f123 1 4118991"/>
                <a:gd name="f128" fmla="*/ 1707071 f124 1"/>
                <a:gd name="f129" fmla="*/ 0 f123 1"/>
                <a:gd name="f130" fmla="*/ 1824514 f124 1"/>
                <a:gd name="f131" fmla="*/ 244697 f123 1"/>
                <a:gd name="f132" fmla="*/ 1908715 f124 1"/>
                <a:gd name="f133" fmla="*/ 328994 f123 1"/>
                <a:gd name="f134" fmla="*/ 2226469 f124 1"/>
                <a:gd name="f135" fmla="*/ 603695 f123 1"/>
                <a:gd name="f136" fmla="*/ 2355628 f124 1"/>
                <a:gd name="f137" fmla="*/ 900494 f123 1"/>
                <a:gd name="f138" fmla="*/ 2281428 f124 1"/>
                <a:gd name="f139" fmla="*/ 1206913 f123 1"/>
                <a:gd name="f140" fmla="*/ 2092452 f124 1"/>
                <a:gd name="f141" fmla="*/ 1460659 f123 1"/>
                <a:gd name="f142" fmla="*/ 1834039 f124 1"/>
                <a:gd name="f143" fmla="*/ 1625822 f123 1"/>
                <a:gd name="f144" fmla="*/ 1558862 f124 1"/>
                <a:gd name="f145" fmla="*/ 1743075 f123 1"/>
                <a:gd name="f146" fmla="*/ 1386554 f124 1"/>
                <a:gd name="f147" fmla="*/ 1869948 f123 1"/>
                <a:gd name="f148" fmla="*/ 1271683 f124 1"/>
                <a:gd name="f149" fmla="*/ 2073402 f123 1"/>
                <a:gd name="f150" fmla="*/ 1178338 f124 1"/>
                <a:gd name="f151" fmla="*/ 2355914 f123 1"/>
                <a:gd name="f152" fmla="*/ 1113758 f124 1"/>
                <a:gd name="f153" fmla="*/ 2578513 f123 1"/>
                <a:gd name="f154" fmla="*/ 1034796 f124 1"/>
                <a:gd name="f155" fmla="*/ 2834640 f123 1"/>
                <a:gd name="f156" fmla="*/ 905637 f124 1"/>
                <a:gd name="f157" fmla="*/ 3081242 f123 1"/>
                <a:gd name="f158" fmla="*/ 793147 f124 1"/>
                <a:gd name="f159" fmla="*/ 3258407 f123 1"/>
                <a:gd name="f160" fmla="*/ 546735 f124 1"/>
                <a:gd name="f161" fmla="*/ 3571970 f123 1"/>
                <a:gd name="f162" fmla="*/ 346996 f124 1"/>
                <a:gd name="f163" fmla="*/ 3771900 f123 1"/>
                <a:gd name="f164" fmla="*/ 174689 f124 1"/>
                <a:gd name="f165" fmla="*/ 3944207 f123 1"/>
                <a:gd name="f166" fmla="*/ 0 f124 1"/>
                <a:gd name="f167" fmla="*/ 4118991 f123 1"/>
                <a:gd name="f168" fmla="*/ f125 1 f2"/>
                <a:gd name="f169" fmla="*/ f128 1 2356712"/>
                <a:gd name="f170" fmla="*/ f129 1 4118991"/>
                <a:gd name="f171" fmla="*/ f130 1 2356712"/>
                <a:gd name="f172" fmla="*/ f131 1 4118991"/>
                <a:gd name="f173" fmla="*/ f132 1 2356712"/>
                <a:gd name="f174" fmla="*/ f133 1 4118991"/>
                <a:gd name="f175" fmla="*/ f134 1 2356712"/>
                <a:gd name="f176" fmla="*/ f135 1 4118991"/>
                <a:gd name="f177" fmla="*/ f136 1 2356712"/>
                <a:gd name="f178" fmla="*/ f137 1 4118991"/>
                <a:gd name="f179" fmla="*/ f138 1 2356712"/>
                <a:gd name="f180" fmla="*/ f139 1 4118991"/>
                <a:gd name="f181" fmla="*/ f140 1 2356712"/>
                <a:gd name="f182" fmla="*/ f141 1 4118991"/>
                <a:gd name="f183" fmla="*/ f142 1 2356712"/>
                <a:gd name="f184" fmla="*/ f143 1 4118991"/>
                <a:gd name="f185" fmla="*/ f144 1 2356712"/>
                <a:gd name="f186" fmla="*/ f145 1 4118991"/>
                <a:gd name="f187" fmla="*/ f146 1 2356712"/>
                <a:gd name="f188" fmla="*/ f147 1 4118991"/>
                <a:gd name="f189" fmla="*/ f148 1 2356712"/>
                <a:gd name="f190" fmla="*/ f149 1 4118991"/>
                <a:gd name="f191" fmla="*/ f150 1 2356712"/>
                <a:gd name="f192" fmla="*/ f151 1 4118991"/>
                <a:gd name="f193" fmla="*/ f152 1 2356712"/>
                <a:gd name="f194" fmla="*/ f153 1 4118991"/>
                <a:gd name="f195" fmla="*/ f154 1 2356712"/>
                <a:gd name="f196" fmla="*/ f155 1 4118991"/>
                <a:gd name="f197" fmla="*/ f156 1 2356712"/>
                <a:gd name="f198" fmla="*/ f157 1 4118991"/>
                <a:gd name="f199" fmla="*/ f158 1 2356712"/>
                <a:gd name="f200" fmla="*/ f159 1 4118991"/>
                <a:gd name="f201" fmla="*/ f160 1 2356712"/>
                <a:gd name="f202" fmla="*/ f161 1 4118991"/>
                <a:gd name="f203" fmla="*/ f162 1 2356712"/>
                <a:gd name="f204" fmla="*/ f163 1 4118991"/>
                <a:gd name="f205" fmla="*/ f164 1 2356712"/>
                <a:gd name="f206" fmla="*/ f165 1 4118991"/>
                <a:gd name="f207" fmla="*/ f166 1 2356712"/>
                <a:gd name="f208" fmla="*/ f167 1 4118991"/>
                <a:gd name="f209" fmla="*/ f5 1 f126"/>
                <a:gd name="f210" fmla="*/ f6 1 f126"/>
                <a:gd name="f211" fmla="*/ f5 1 f127"/>
                <a:gd name="f212" fmla="*/ f7 1 f127"/>
                <a:gd name="f213" fmla="+- f168 0 f1"/>
                <a:gd name="f214" fmla="*/ f169 1 f126"/>
                <a:gd name="f215" fmla="*/ f170 1 f127"/>
                <a:gd name="f216" fmla="*/ f171 1 f126"/>
                <a:gd name="f217" fmla="*/ f172 1 f127"/>
                <a:gd name="f218" fmla="*/ f173 1 f126"/>
                <a:gd name="f219" fmla="*/ f174 1 f127"/>
                <a:gd name="f220" fmla="*/ f175 1 f126"/>
                <a:gd name="f221" fmla="*/ f176 1 f127"/>
                <a:gd name="f222" fmla="*/ f177 1 f126"/>
                <a:gd name="f223" fmla="*/ f178 1 f127"/>
                <a:gd name="f224" fmla="*/ f179 1 f126"/>
                <a:gd name="f225" fmla="*/ f180 1 f127"/>
                <a:gd name="f226" fmla="*/ f181 1 f126"/>
                <a:gd name="f227" fmla="*/ f182 1 f127"/>
                <a:gd name="f228" fmla="*/ f183 1 f126"/>
                <a:gd name="f229" fmla="*/ f184 1 f127"/>
                <a:gd name="f230" fmla="*/ f185 1 f126"/>
                <a:gd name="f231" fmla="*/ f186 1 f127"/>
                <a:gd name="f232" fmla="*/ f187 1 f126"/>
                <a:gd name="f233" fmla="*/ f188 1 f127"/>
                <a:gd name="f234" fmla="*/ f189 1 f126"/>
                <a:gd name="f235" fmla="*/ f190 1 f127"/>
                <a:gd name="f236" fmla="*/ f191 1 f126"/>
                <a:gd name="f237" fmla="*/ f192 1 f127"/>
                <a:gd name="f238" fmla="*/ f193 1 f126"/>
                <a:gd name="f239" fmla="*/ f194 1 f127"/>
                <a:gd name="f240" fmla="*/ f195 1 f126"/>
                <a:gd name="f241" fmla="*/ f196 1 f127"/>
                <a:gd name="f242" fmla="*/ f197 1 f126"/>
                <a:gd name="f243" fmla="*/ f198 1 f127"/>
                <a:gd name="f244" fmla="*/ f199 1 f126"/>
                <a:gd name="f245" fmla="*/ f200 1 f127"/>
                <a:gd name="f246" fmla="*/ f201 1 f126"/>
                <a:gd name="f247" fmla="*/ f202 1 f127"/>
                <a:gd name="f248" fmla="*/ f203 1 f126"/>
                <a:gd name="f249" fmla="*/ f204 1 f127"/>
                <a:gd name="f250" fmla="*/ f205 1 f126"/>
                <a:gd name="f251" fmla="*/ f206 1 f127"/>
                <a:gd name="f252" fmla="*/ f207 1 f126"/>
                <a:gd name="f253" fmla="*/ f208 1 f127"/>
                <a:gd name="f254" fmla="*/ f209 f121 1"/>
                <a:gd name="f255" fmla="*/ f210 f121 1"/>
                <a:gd name="f256" fmla="*/ f212 f122 1"/>
                <a:gd name="f257" fmla="*/ f211 f122 1"/>
                <a:gd name="f258" fmla="*/ f214 f121 1"/>
                <a:gd name="f259" fmla="*/ f215 f122 1"/>
                <a:gd name="f260" fmla="*/ f216 f121 1"/>
                <a:gd name="f261" fmla="*/ f217 f122 1"/>
                <a:gd name="f262" fmla="*/ f218 f121 1"/>
                <a:gd name="f263" fmla="*/ f219 f122 1"/>
                <a:gd name="f264" fmla="*/ f220 f121 1"/>
                <a:gd name="f265" fmla="*/ f221 f122 1"/>
                <a:gd name="f266" fmla="*/ f222 f121 1"/>
                <a:gd name="f267" fmla="*/ f223 f122 1"/>
                <a:gd name="f268" fmla="*/ f224 f121 1"/>
                <a:gd name="f269" fmla="*/ f225 f122 1"/>
                <a:gd name="f270" fmla="*/ f226 f121 1"/>
                <a:gd name="f271" fmla="*/ f227 f122 1"/>
                <a:gd name="f272" fmla="*/ f228 f121 1"/>
                <a:gd name="f273" fmla="*/ f229 f122 1"/>
                <a:gd name="f274" fmla="*/ f230 f121 1"/>
                <a:gd name="f275" fmla="*/ f231 f122 1"/>
                <a:gd name="f276" fmla="*/ f232 f121 1"/>
                <a:gd name="f277" fmla="*/ f233 f122 1"/>
                <a:gd name="f278" fmla="*/ f234 f121 1"/>
                <a:gd name="f279" fmla="*/ f235 f122 1"/>
                <a:gd name="f280" fmla="*/ f236 f121 1"/>
                <a:gd name="f281" fmla="*/ f237 f122 1"/>
                <a:gd name="f282" fmla="*/ f238 f121 1"/>
                <a:gd name="f283" fmla="*/ f239 f122 1"/>
                <a:gd name="f284" fmla="*/ f240 f121 1"/>
                <a:gd name="f285" fmla="*/ f241 f122 1"/>
                <a:gd name="f286" fmla="*/ f242 f121 1"/>
                <a:gd name="f287" fmla="*/ f243 f122 1"/>
                <a:gd name="f288" fmla="*/ f244 f121 1"/>
                <a:gd name="f289" fmla="*/ f245 f122 1"/>
                <a:gd name="f290" fmla="*/ f246 f121 1"/>
                <a:gd name="f291" fmla="*/ f247 f122 1"/>
                <a:gd name="f292" fmla="*/ f248 f121 1"/>
                <a:gd name="f293" fmla="*/ f249 f122 1"/>
                <a:gd name="f294" fmla="*/ f250 f121 1"/>
                <a:gd name="f295" fmla="*/ f251 f122 1"/>
                <a:gd name="f296" fmla="*/ f252 f121 1"/>
                <a:gd name="f297" fmla="*/ f253 f122 1"/>
              </a:gdLst>
              <a:ahLst/>
              <a:cxnLst>
                <a:cxn ang="3cd4">
                  <a:pos x="hc" y="t"/>
                </a:cxn>
                <a:cxn ang="0">
                  <a:pos x="r" y="vc"/>
                </a:cxn>
                <a:cxn ang="cd4">
                  <a:pos x="hc" y="b"/>
                </a:cxn>
                <a:cxn ang="cd2">
                  <a:pos x="l" y="vc"/>
                </a:cxn>
                <a:cxn ang="f213">
                  <a:pos x="f258" y="f259"/>
                </a:cxn>
                <a:cxn ang="f213">
                  <a:pos x="f260" y="f261"/>
                </a:cxn>
                <a:cxn ang="f213">
                  <a:pos x="f262" y="f263"/>
                </a:cxn>
                <a:cxn ang="f213">
                  <a:pos x="f264" y="f265"/>
                </a:cxn>
                <a:cxn ang="f213">
                  <a:pos x="f266" y="f267"/>
                </a:cxn>
                <a:cxn ang="f213">
                  <a:pos x="f268" y="f269"/>
                </a:cxn>
                <a:cxn ang="f213">
                  <a:pos x="f270" y="f271"/>
                </a:cxn>
                <a:cxn ang="f213">
                  <a:pos x="f272" y="f273"/>
                </a:cxn>
                <a:cxn ang="f213">
                  <a:pos x="f274" y="f275"/>
                </a:cxn>
                <a:cxn ang="f213">
                  <a:pos x="f276" y="f277"/>
                </a:cxn>
                <a:cxn ang="f213">
                  <a:pos x="f278" y="f279"/>
                </a:cxn>
                <a:cxn ang="f213">
                  <a:pos x="f280" y="f281"/>
                </a:cxn>
                <a:cxn ang="f213">
                  <a:pos x="f282" y="f283"/>
                </a:cxn>
                <a:cxn ang="f213">
                  <a:pos x="f284" y="f285"/>
                </a:cxn>
                <a:cxn ang="f213">
                  <a:pos x="f286" y="f287"/>
                </a:cxn>
                <a:cxn ang="f213">
                  <a:pos x="f288" y="f289"/>
                </a:cxn>
                <a:cxn ang="f213">
                  <a:pos x="f290" y="f291"/>
                </a:cxn>
                <a:cxn ang="f213">
                  <a:pos x="f292" y="f293"/>
                </a:cxn>
                <a:cxn ang="f213">
                  <a:pos x="f294" y="f295"/>
                </a:cxn>
                <a:cxn ang="f213">
                  <a:pos x="f296" y="f297"/>
                </a:cxn>
              </a:cxnLst>
              <a:rect l="f254" t="f257" r="f255" b="f256"/>
              <a:pathLst>
                <a:path w="2356712" h="4118991">
                  <a:moveTo>
                    <a:pt x="f8" y="f5"/>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1"/>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107"/>
                    <a:pt x="f108" y="f109"/>
                  </a:cubicBezTo>
                  <a:cubicBezTo>
                    <a:pt x="f110" y="f111"/>
                    <a:pt x="f112" y="f113"/>
                    <a:pt x="f114" y="f115"/>
                  </a:cubicBezTo>
                  <a:cubicBezTo>
                    <a:pt x="f116" y="f117"/>
                    <a:pt x="f118" y="f119"/>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9" name="Freeform: Shape 18">
              <a:extLst>
                <a:ext uri="{FF2B5EF4-FFF2-40B4-BE49-F238E27FC236}">
                  <a16:creationId xmlns:a16="http://schemas.microsoft.com/office/drawing/2014/main" id="{497181D6-AB14-4DA0-9755-A4C83139D027}"/>
                </a:ext>
              </a:extLst>
            </p:cNvPr>
            <p:cNvSpPr/>
            <p:nvPr/>
          </p:nvSpPr>
          <p:spPr>
            <a:xfrm>
              <a:off x="10844" y="15179"/>
              <a:ext cx="1368427" cy="2644975"/>
            </a:xfrm>
            <a:custGeom>
              <a:avLst/>
              <a:gdLst>
                <a:gd name="f0" fmla="val 10800000"/>
                <a:gd name="f1" fmla="val 5400000"/>
                <a:gd name="f2" fmla="val 180"/>
                <a:gd name="f3" fmla="val w"/>
                <a:gd name="f4" fmla="val h"/>
                <a:gd name="f5" fmla="val 0"/>
                <a:gd name="f6" fmla="val 2059193"/>
                <a:gd name="f7" fmla="val 3980116"/>
                <a:gd name="f8" fmla="val 91345"/>
                <a:gd name="f9" fmla="val 3889534"/>
                <a:gd name="f10" fmla="val 382715"/>
                <a:gd name="f11" fmla="val 3608737"/>
                <a:gd name="f12" fmla="val 471583"/>
                <a:gd name="f13" fmla="val 3515678"/>
                <a:gd name="f14" fmla="val 576358"/>
                <a:gd name="f15" fmla="val 3405949"/>
                <a:gd name="f16" fmla="val 675989"/>
                <a:gd name="f17" fmla="val 3290983"/>
                <a:gd name="f18" fmla="val 758666"/>
                <a:gd name="f19" fmla="val 3163824"/>
                <a:gd name="f20" fmla="val 836105"/>
                <a:gd name="f21" fmla="val 3044857"/>
                <a:gd name="f22" fmla="val 897445"/>
                <a:gd name="f23" fmla="val 2916079"/>
                <a:gd name="f24" fmla="val 940499"/>
                <a:gd name="f25" fmla="val 2780824"/>
                <a:gd name="f26" fmla="val 996315"/>
                <a:gd name="f27" fmla="val 2605754"/>
                <a:gd name="f28" fmla="val 1020985"/>
                <a:gd name="f29" fmla="val 2422874"/>
                <a:gd name="f30" fmla="val 1055370"/>
                <a:gd name="f31" fmla="val 2242185"/>
                <a:gd name="f32" fmla="val 1078611"/>
                <a:gd name="f33" fmla="val 2120075"/>
                <a:gd name="f34" fmla="val 1107472"/>
                <a:gd name="f35" fmla="val 1999107"/>
                <a:gd name="f36" fmla="val 1136714"/>
                <a:gd name="f37" fmla="val 1878330"/>
                <a:gd name="f38" fmla="val 1163098"/>
                <a:gd name="f39" fmla="val 1769174"/>
                <a:gd name="f40" fmla="val 1189482"/>
                <a:gd name="f41" fmla="val 1658588"/>
                <a:gd name="f42" fmla="val 1246727"/>
                <a:gd name="f43" fmla="val 1562386"/>
                <a:gd name="f44" fmla="val 1279208"/>
                <a:gd name="f45" fmla="val 1507808"/>
                <a:gd name="f46" fmla="val 1321689"/>
                <a:gd name="f47" fmla="val 1459039"/>
                <a:gd name="f48" fmla="val 1378363"/>
                <a:gd name="f49" fmla="val 1430750"/>
                <a:gd name="f50" fmla="val 1473327"/>
                <a:gd name="f51" fmla="val 1383221"/>
                <a:gd name="f52" fmla="val 1584865"/>
                <a:gd name="f53" fmla="val 1402652"/>
                <a:gd name="f54" fmla="val 1691831"/>
                <a:gd name="f55" fmla="val 1394841"/>
                <a:gd name="f56" fmla="val 1771079"/>
                <a:gd name="f57" fmla="val 1389031"/>
                <a:gd name="f58" fmla="val 1849279"/>
                <a:gd name="f59" fmla="val 1368266"/>
                <a:gd name="f60" fmla="val 1914335"/>
                <a:gd name="f61" fmla="val 1323023"/>
                <a:gd name="f62" fmla="val 1989963"/>
                <a:gd name="f63" fmla="val 1270445"/>
                <a:gd name="f64" fmla="val 2041493"/>
                <a:gd name="f65" fmla="val 1189101"/>
                <a:gd name="f66" fmla="val 2055495"/>
                <a:gd name="f67" fmla="val 1098042"/>
                <a:gd name="f68" fmla="val 2064258"/>
                <a:gd name="f69" fmla="val 1041178"/>
                <a:gd name="f70" fmla="val 2057591"/>
                <a:gd name="f71" fmla="val 982980"/>
                <a:gd name="f72" fmla="val 2033969"/>
                <a:gd name="f73" fmla="val 930497"/>
                <a:gd name="f74" fmla="val 2002727"/>
                <a:gd name="f75" fmla="val 861060"/>
                <a:gd name="f76" fmla="val 1945958"/>
                <a:gd name="f77" fmla="val 807625"/>
                <a:gd name="f78" fmla="val 1885664"/>
                <a:gd name="f79" fmla="val 760571"/>
                <a:gd name="f80" fmla="val 1809179"/>
                <a:gd name="f81" fmla="val 700945"/>
                <a:gd name="f82" fmla="val 1725549"/>
                <a:gd name="f83" fmla="val 651415"/>
                <a:gd name="f84" fmla="val 1636871"/>
                <a:gd name="f85" fmla="val 612172"/>
                <a:gd name="f86" fmla="val 1532763"/>
                <a:gd name="f87" fmla="val 566071"/>
                <a:gd name="f88" fmla="val 1421606"/>
                <a:gd name="f89" fmla="val 532543"/>
                <a:gd name="f90" fmla="val 1335405"/>
                <a:gd name="f91" fmla="val 459010"/>
                <a:gd name="f92" fmla="val 1277969"/>
                <a:gd name="f93" fmla="val 409956"/>
                <a:gd name="f94" fmla="val 1232059"/>
                <a:gd name="f95" fmla="val 344615"/>
                <a:gd name="f96" fmla="val 1234916"/>
                <a:gd name="f97" fmla="val 269939"/>
                <a:gd name="f98" fmla="val 1237012"/>
                <a:gd name="f99" fmla="val 211741"/>
                <a:gd name="f100" fmla="val 1386935"/>
                <a:gd name="f101" fmla="+- 0 0 -90"/>
                <a:gd name="f102" fmla="*/ f3 1 2059193"/>
                <a:gd name="f103" fmla="*/ f4 1 3980116"/>
                <a:gd name="f104" fmla="+- f7 0 f5"/>
                <a:gd name="f105" fmla="+- f6 0 f5"/>
                <a:gd name="f106" fmla="*/ f101 f0 1"/>
                <a:gd name="f107" fmla="*/ f105 1 2059193"/>
                <a:gd name="f108" fmla="*/ f104 1 3980116"/>
                <a:gd name="f109" fmla="*/ 0 f105 1"/>
                <a:gd name="f110" fmla="*/ 3980116 f104 1"/>
                <a:gd name="f111" fmla="*/ 471583 f105 1"/>
                <a:gd name="f112" fmla="*/ 3515678 f104 1"/>
                <a:gd name="f113" fmla="*/ 758666 f105 1"/>
                <a:gd name="f114" fmla="*/ 3163824 f104 1"/>
                <a:gd name="f115" fmla="*/ 940499 f105 1"/>
                <a:gd name="f116" fmla="*/ 2780824 f104 1"/>
                <a:gd name="f117" fmla="*/ 1055370 f105 1"/>
                <a:gd name="f118" fmla="*/ 2242185 f104 1"/>
                <a:gd name="f119" fmla="*/ 1136714 f105 1"/>
                <a:gd name="f120" fmla="*/ 1878330 f104 1"/>
                <a:gd name="f121" fmla="*/ 1246727 f105 1"/>
                <a:gd name="f122" fmla="*/ 1562386 f104 1"/>
                <a:gd name="f123" fmla="*/ 1378363 f105 1"/>
                <a:gd name="f124" fmla="*/ 1430750 f104 1"/>
                <a:gd name="f125" fmla="*/ 1691831 f105 1"/>
                <a:gd name="f126" fmla="*/ 1394841 f104 1"/>
                <a:gd name="f127" fmla="*/ 1914335 f105 1"/>
                <a:gd name="f128" fmla="*/ 1323023 f104 1"/>
                <a:gd name="f129" fmla="*/ 2055495 f105 1"/>
                <a:gd name="f130" fmla="*/ 1098042 f104 1"/>
                <a:gd name="f131" fmla="*/ 2033969 f105 1"/>
                <a:gd name="f132" fmla="*/ 930497 f104 1"/>
                <a:gd name="f133" fmla="*/ 1885664 f105 1"/>
                <a:gd name="f134" fmla="*/ 760571 f104 1"/>
                <a:gd name="f135" fmla="*/ 1636871 f105 1"/>
                <a:gd name="f136" fmla="*/ 612172 f104 1"/>
                <a:gd name="f137" fmla="*/ 1335405 f105 1"/>
                <a:gd name="f138" fmla="*/ 459010 f104 1"/>
                <a:gd name="f139" fmla="*/ 1234916 f105 1"/>
                <a:gd name="f140" fmla="*/ 269939 f104 1"/>
                <a:gd name="f141" fmla="*/ 1386935 f105 1"/>
                <a:gd name="f142" fmla="*/ 0 f104 1"/>
                <a:gd name="f143" fmla="*/ f106 1 f2"/>
                <a:gd name="f144" fmla="*/ f109 1 2059193"/>
                <a:gd name="f145" fmla="*/ f110 1 3980116"/>
                <a:gd name="f146" fmla="*/ f111 1 2059193"/>
                <a:gd name="f147" fmla="*/ f112 1 3980116"/>
                <a:gd name="f148" fmla="*/ f113 1 2059193"/>
                <a:gd name="f149" fmla="*/ f114 1 3980116"/>
                <a:gd name="f150" fmla="*/ f115 1 2059193"/>
                <a:gd name="f151" fmla="*/ f116 1 3980116"/>
                <a:gd name="f152" fmla="*/ f117 1 2059193"/>
                <a:gd name="f153" fmla="*/ f118 1 3980116"/>
                <a:gd name="f154" fmla="*/ f119 1 2059193"/>
                <a:gd name="f155" fmla="*/ f120 1 3980116"/>
                <a:gd name="f156" fmla="*/ f121 1 2059193"/>
                <a:gd name="f157" fmla="*/ f122 1 3980116"/>
                <a:gd name="f158" fmla="*/ f123 1 2059193"/>
                <a:gd name="f159" fmla="*/ f124 1 3980116"/>
                <a:gd name="f160" fmla="*/ f125 1 2059193"/>
                <a:gd name="f161" fmla="*/ f126 1 3980116"/>
                <a:gd name="f162" fmla="*/ f127 1 2059193"/>
                <a:gd name="f163" fmla="*/ f128 1 3980116"/>
                <a:gd name="f164" fmla="*/ f129 1 2059193"/>
                <a:gd name="f165" fmla="*/ f130 1 3980116"/>
                <a:gd name="f166" fmla="*/ f131 1 2059193"/>
                <a:gd name="f167" fmla="*/ f132 1 3980116"/>
                <a:gd name="f168" fmla="*/ f133 1 2059193"/>
                <a:gd name="f169" fmla="*/ f134 1 3980116"/>
                <a:gd name="f170" fmla="*/ f135 1 2059193"/>
                <a:gd name="f171" fmla="*/ f136 1 3980116"/>
                <a:gd name="f172" fmla="*/ f137 1 2059193"/>
                <a:gd name="f173" fmla="*/ f138 1 3980116"/>
                <a:gd name="f174" fmla="*/ f139 1 2059193"/>
                <a:gd name="f175" fmla="*/ f140 1 3980116"/>
                <a:gd name="f176" fmla="*/ f141 1 2059193"/>
                <a:gd name="f177" fmla="*/ f142 1 3980116"/>
                <a:gd name="f178" fmla="*/ f5 1 f107"/>
                <a:gd name="f179" fmla="*/ f6 1 f107"/>
                <a:gd name="f180" fmla="*/ f5 1 f108"/>
                <a:gd name="f181" fmla="*/ f7 1 f108"/>
                <a:gd name="f182" fmla="+- f143 0 f1"/>
                <a:gd name="f183" fmla="*/ f144 1 f107"/>
                <a:gd name="f184" fmla="*/ f145 1 f108"/>
                <a:gd name="f185" fmla="*/ f146 1 f107"/>
                <a:gd name="f186" fmla="*/ f147 1 f108"/>
                <a:gd name="f187" fmla="*/ f148 1 f107"/>
                <a:gd name="f188" fmla="*/ f149 1 f108"/>
                <a:gd name="f189" fmla="*/ f150 1 f107"/>
                <a:gd name="f190" fmla="*/ f151 1 f108"/>
                <a:gd name="f191" fmla="*/ f152 1 f107"/>
                <a:gd name="f192" fmla="*/ f153 1 f108"/>
                <a:gd name="f193" fmla="*/ f154 1 f107"/>
                <a:gd name="f194" fmla="*/ f155 1 f108"/>
                <a:gd name="f195" fmla="*/ f156 1 f107"/>
                <a:gd name="f196" fmla="*/ f157 1 f108"/>
                <a:gd name="f197" fmla="*/ f158 1 f107"/>
                <a:gd name="f198" fmla="*/ f159 1 f108"/>
                <a:gd name="f199" fmla="*/ f160 1 f107"/>
                <a:gd name="f200" fmla="*/ f161 1 f108"/>
                <a:gd name="f201" fmla="*/ f162 1 f107"/>
                <a:gd name="f202" fmla="*/ f163 1 f108"/>
                <a:gd name="f203" fmla="*/ f164 1 f107"/>
                <a:gd name="f204" fmla="*/ f165 1 f108"/>
                <a:gd name="f205" fmla="*/ f166 1 f107"/>
                <a:gd name="f206" fmla="*/ f167 1 f108"/>
                <a:gd name="f207" fmla="*/ f168 1 f107"/>
                <a:gd name="f208" fmla="*/ f169 1 f108"/>
                <a:gd name="f209" fmla="*/ f170 1 f107"/>
                <a:gd name="f210" fmla="*/ f171 1 f108"/>
                <a:gd name="f211" fmla="*/ f172 1 f107"/>
                <a:gd name="f212" fmla="*/ f173 1 f108"/>
                <a:gd name="f213" fmla="*/ f174 1 f107"/>
                <a:gd name="f214" fmla="*/ f175 1 f108"/>
                <a:gd name="f215" fmla="*/ f176 1 f107"/>
                <a:gd name="f216" fmla="*/ f177 1 f108"/>
                <a:gd name="f217" fmla="*/ f178 f102 1"/>
                <a:gd name="f218" fmla="*/ f179 f102 1"/>
                <a:gd name="f219" fmla="*/ f181 f103 1"/>
                <a:gd name="f220" fmla="*/ f180 f103 1"/>
                <a:gd name="f221" fmla="*/ f183 f102 1"/>
                <a:gd name="f222" fmla="*/ f184 f103 1"/>
                <a:gd name="f223" fmla="*/ f185 f102 1"/>
                <a:gd name="f224" fmla="*/ f186 f103 1"/>
                <a:gd name="f225" fmla="*/ f187 f102 1"/>
                <a:gd name="f226" fmla="*/ f188 f103 1"/>
                <a:gd name="f227" fmla="*/ f189 f102 1"/>
                <a:gd name="f228" fmla="*/ f190 f103 1"/>
                <a:gd name="f229" fmla="*/ f191 f102 1"/>
                <a:gd name="f230" fmla="*/ f192 f103 1"/>
                <a:gd name="f231" fmla="*/ f193 f102 1"/>
                <a:gd name="f232" fmla="*/ f194 f103 1"/>
                <a:gd name="f233" fmla="*/ f195 f102 1"/>
                <a:gd name="f234" fmla="*/ f196 f103 1"/>
                <a:gd name="f235" fmla="*/ f197 f102 1"/>
                <a:gd name="f236" fmla="*/ f198 f103 1"/>
                <a:gd name="f237" fmla="*/ f199 f102 1"/>
                <a:gd name="f238" fmla="*/ f200 f103 1"/>
                <a:gd name="f239" fmla="*/ f201 f102 1"/>
                <a:gd name="f240" fmla="*/ f202 f103 1"/>
                <a:gd name="f241" fmla="*/ f203 f102 1"/>
                <a:gd name="f242" fmla="*/ f204 f103 1"/>
                <a:gd name="f243" fmla="*/ f205 f102 1"/>
                <a:gd name="f244" fmla="*/ f206 f103 1"/>
                <a:gd name="f245" fmla="*/ f207 f102 1"/>
                <a:gd name="f246" fmla="*/ f208 f103 1"/>
                <a:gd name="f247" fmla="*/ f209 f102 1"/>
                <a:gd name="f248" fmla="*/ f210 f103 1"/>
                <a:gd name="f249" fmla="*/ f211 f102 1"/>
                <a:gd name="f250" fmla="*/ f212 f103 1"/>
                <a:gd name="f251" fmla="*/ f213 f102 1"/>
                <a:gd name="f252" fmla="*/ f214 f103 1"/>
                <a:gd name="f253" fmla="*/ f215 f102 1"/>
                <a:gd name="f254" fmla="*/ f216 f103 1"/>
              </a:gdLst>
              <a:ahLst/>
              <a:cxnLst>
                <a:cxn ang="3cd4">
                  <a:pos x="hc" y="t"/>
                </a:cxn>
                <a:cxn ang="0">
                  <a:pos x="r" y="vc"/>
                </a:cxn>
                <a:cxn ang="cd4">
                  <a:pos x="hc" y="b"/>
                </a:cxn>
                <a:cxn ang="cd2">
                  <a:pos x="l" y="vc"/>
                </a:cxn>
                <a:cxn ang="f182">
                  <a:pos x="f221" y="f222"/>
                </a:cxn>
                <a:cxn ang="f182">
                  <a:pos x="f223" y="f224"/>
                </a:cxn>
                <a:cxn ang="f182">
                  <a:pos x="f225" y="f226"/>
                </a:cxn>
                <a:cxn ang="f182">
                  <a:pos x="f227" y="f228"/>
                </a:cxn>
                <a:cxn ang="f182">
                  <a:pos x="f229" y="f230"/>
                </a:cxn>
                <a:cxn ang="f182">
                  <a:pos x="f231" y="f232"/>
                </a:cxn>
                <a:cxn ang="f182">
                  <a:pos x="f233" y="f234"/>
                </a:cxn>
                <a:cxn ang="f182">
                  <a:pos x="f235" y="f236"/>
                </a:cxn>
                <a:cxn ang="f182">
                  <a:pos x="f237" y="f238"/>
                </a:cxn>
                <a:cxn ang="f182">
                  <a:pos x="f239" y="f240"/>
                </a:cxn>
                <a:cxn ang="f182">
                  <a:pos x="f241" y="f242"/>
                </a:cxn>
                <a:cxn ang="f182">
                  <a:pos x="f243" y="f244"/>
                </a:cxn>
                <a:cxn ang="f182">
                  <a:pos x="f245" y="f246"/>
                </a:cxn>
                <a:cxn ang="f182">
                  <a:pos x="f247" y="f248"/>
                </a:cxn>
                <a:cxn ang="f182">
                  <a:pos x="f249" y="f250"/>
                </a:cxn>
                <a:cxn ang="f182">
                  <a:pos x="f251" y="f252"/>
                </a:cxn>
                <a:cxn ang="f182">
                  <a:pos x="f253" y="f254"/>
                </a:cxn>
              </a:cxnLst>
              <a:rect l="f217" t="f220" r="f218" b="f219"/>
              <a:pathLst>
                <a:path w="2059193" h="3980116">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5"/>
                    <a:pt x="f100"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0" name="Freeform: Shape 19">
              <a:extLst>
                <a:ext uri="{FF2B5EF4-FFF2-40B4-BE49-F238E27FC236}">
                  <a16:creationId xmlns:a16="http://schemas.microsoft.com/office/drawing/2014/main" id="{FB795374-0EA4-4E06-B62C-51A06B075503}"/>
                </a:ext>
              </a:extLst>
            </p:cNvPr>
            <p:cNvSpPr/>
            <p:nvPr/>
          </p:nvSpPr>
          <p:spPr>
            <a:xfrm>
              <a:off x="18827" y="543784"/>
              <a:ext cx="494288" cy="1905591"/>
            </a:xfrm>
            <a:custGeom>
              <a:avLst/>
              <a:gdLst>
                <a:gd name="f0" fmla="val 10800000"/>
                <a:gd name="f1" fmla="val 5400000"/>
                <a:gd name="f2" fmla="val 180"/>
                <a:gd name="f3" fmla="val w"/>
                <a:gd name="f4" fmla="val h"/>
                <a:gd name="f5" fmla="val 0"/>
                <a:gd name="f6" fmla="val 743796"/>
                <a:gd name="f7" fmla="val 2867501"/>
                <a:gd name="f8" fmla="val 11144"/>
                <a:gd name="f9" fmla="val 101060"/>
                <a:gd name="f10" fmla="val 2953"/>
                <a:gd name="f11" fmla="val 268796"/>
                <a:gd name="f12" fmla="val 25146"/>
                <a:gd name="f13" fmla="val 353663"/>
                <a:gd name="f14" fmla="val 55245"/>
                <a:gd name="f15" fmla="val 433483"/>
                <a:gd name="f16" fmla="val 83534"/>
                <a:gd name="f17" fmla="val 510635"/>
                <a:gd name="f18" fmla="val 120967"/>
                <a:gd name="f19" fmla="val 571405"/>
                <a:gd name="f20" fmla="val 179737"/>
                <a:gd name="f21" fmla="val 625412"/>
                <a:gd name="f22" fmla="val 231934"/>
                <a:gd name="f23" fmla="val 663607"/>
                <a:gd name="f24" fmla="val 297942"/>
                <a:gd name="f25" fmla="val 688658"/>
                <a:gd name="f26" fmla="val 368808"/>
                <a:gd name="f27" fmla="val 716375"/>
                <a:gd name="f28" fmla="val 447103"/>
                <a:gd name="f29" fmla="val 727996"/>
                <a:gd name="f30" fmla="val 529876"/>
                <a:gd name="f31" fmla="val 731711"/>
                <a:gd name="f32" fmla="val 612934"/>
                <a:gd name="f33" fmla="val 737426"/>
                <a:gd name="f34" fmla="val 740474"/>
                <a:gd name="f35" fmla="val 724948"/>
                <a:gd name="f36" fmla="val 867918"/>
                <a:gd name="f37" fmla="val 725233"/>
                <a:gd name="f38" fmla="val 995648"/>
                <a:gd name="f39" fmla="val 725710"/>
                <a:gd name="f40" fmla="val 1163765"/>
                <a:gd name="f41" fmla="val 748665"/>
                <a:gd name="f42" fmla="val 1331309"/>
                <a:gd name="f43" fmla="val 742855"/>
                <a:gd name="f44" fmla="val 1499330"/>
                <a:gd name="f45" fmla="val 739426"/>
                <a:gd name="f46" fmla="val 1598009"/>
                <a:gd name="f47" fmla="val 725996"/>
                <a:gd name="f48" fmla="val 1696022"/>
                <a:gd name="f49" fmla="val 707898"/>
                <a:gd name="f50" fmla="val 1793081"/>
                <a:gd name="f51" fmla="val 690086"/>
                <a:gd name="f52" fmla="val 1888426"/>
                <a:gd name="f53" fmla="val 666845"/>
                <a:gd name="f54" fmla="val 1982724"/>
                <a:gd name="f55" fmla="val 633222"/>
                <a:gd name="f56" fmla="val 2073592"/>
                <a:gd name="f57" fmla="val 579692"/>
                <a:gd name="f58" fmla="val 2218182"/>
                <a:gd name="f59" fmla="val 499682"/>
                <a:gd name="f60" fmla="val 2351056"/>
                <a:gd name="f61" fmla="val 404527"/>
                <a:gd name="f62" fmla="val 2472404"/>
                <a:gd name="f63" fmla="val 266033"/>
                <a:gd name="f64" fmla="val 2648902"/>
                <a:gd name="f65" fmla="val 179642"/>
                <a:gd name="f66" fmla="val 2732818"/>
                <a:gd name="f67" fmla="+- 0 0 -90"/>
                <a:gd name="f68" fmla="*/ f3 1 743796"/>
                <a:gd name="f69" fmla="*/ f4 1 2867501"/>
                <a:gd name="f70" fmla="+- f7 0 f5"/>
                <a:gd name="f71" fmla="+- f6 0 f5"/>
                <a:gd name="f72" fmla="*/ f67 f0 1"/>
                <a:gd name="f73" fmla="*/ f71 1 743796"/>
                <a:gd name="f74" fmla="*/ f70 1 2867501"/>
                <a:gd name="f75" fmla="*/ 11144 f71 1"/>
                <a:gd name="f76" fmla="*/ 0 f70 1"/>
                <a:gd name="f77" fmla="*/ 353663 f71 1"/>
                <a:gd name="f78" fmla="*/ 55245 f70 1"/>
                <a:gd name="f79" fmla="*/ 571405 f71 1"/>
                <a:gd name="f80" fmla="*/ 179737 f70 1"/>
                <a:gd name="f81" fmla="*/ 688658 f71 1"/>
                <a:gd name="f82" fmla="*/ 368808 f70 1"/>
                <a:gd name="f83" fmla="*/ 731711 f71 1"/>
                <a:gd name="f84" fmla="*/ 612934 f70 1"/>
                <a:gd name="f85" fmla="*/ 725233 f71 1"/>
                <a:gd name="f86" fmla="*/ 995648 f70 1"/>
                <a:gd name="f87" fmla="*/ 742855 f71 1"/>
                <a:gd name="f88" fmla="*/ 1499330 f70 1"/>
                <a:gd name="f89" fmla="*/ 707898 f71 1"/>
                <a:gd name="f90" fmla="*/ 1793081 f70 1"/>
                <a:gd name="f91" fmla="*/ 633222 f71 1"/>
                <a:gd name="f92" fmla="*/ 2073592 f70 1"/>
                <a:gd name="f93" fmla="*/ 404527 f71 1"/>
                <a:gd name="f94" fmla="*/ 2472404 f70 1"/>
                <a:gd name="f95" fmla="*/ 0 f71 1"/>
                <a:gd name="f96" fmla="*/ 2867501 f70 1"/>
                <a:gd name="f97" fmla="*/ f72 1 f2"/>
                <a:gd name="f98" fmla="*/ f75 1 743796"/>
                <a:gd name="f99" fmla="*/ f76 1 2867501"/>
                <a:gd name="f100" fmla="*/ f77 1 743796"/>
                <a:gd name="f101" fmla="*/ f78 1 2867501"/>
                <a:gd name="f102" fmla="*/ f79 1 743796"/>
                <a:gd name="f103" fmla="*/ f80 1 2867501"/>
                <a:gd name="f104" fmla="*/ f81 1 743796"/>
                <a:gd name="f105" fmla="*/ f82 1 2867501"/>
                <a:gd name="f106" fmla="*/ f83 1 743796"/>
                <a:gd name="f107" fmla="*/ f84 1 2867501"/>
                <a:gd name="f108" fmla="*/ f85 1 743796"/>
                <a:gd name="f109" fmla="*/ f86 1 2867501"/>
                <a:gd name="f110" fmla="*/ f87 1 743796"/>
                <a:gd name="f111" fmla="*/ f88 1 2867501"/>
                <a:gd name="f112" fmla="*/ f89 1 743796"/>
                <a:gd name="f113" fmla="*/ f90 1 2867501"/>
                <a:gd name="f114" fmla="*/ f91 1 743796"/>
                <a:gd name="f115" fmla="*/ f92 1 2867501"/>
                <a:gd name="f116" fmla="*/ f93 1 743796"/>
                <a:gd name="f117" fmla="*/ f94 1 2867501"/>
                <a:gd name="f118" fmla="*/ f95 1 743796"/>
                <a:gd name="f119" fmla="*/ f96 1 2867501"/>
                <a:gd name="f120" fmla="*/ f5 1 f73"/>
                <a:gd name="f121" fmla="*/ f6 1 f73"/>
                <a:gd name="f122" fmla="*/ f5 1 f74"/>
                <a:gd name="f123" fmla="*/ f7 1 f74"/>
                <a:gd name="f124" fmla="+- f97 0 f1"/>
                <a:gd name="f125" fmla="*/ f98 1 f73"/>
                <a:gd name="f126" fmla="*/ f99 1 f74"/>
                <a:gd name="f127" fmla="*/ f100 1 f73"/>
                <a:gd name="f128" fmla="*/ f101 1 f74"/>
                <a:gd name="f129" fmla="*/ f102 1 f73"/>
                <a:gd name="f130" fmla="*/ f103 1 f74"/>
                <a:gd name="f131" fmla="*/ f104 1 f73"/>
                <a:gd name="f132" fmla="*/ f105 1 f74"/>
                <a:gd name="f133" fmla="*/ f106 1 f73"/>
                <a:gd name="f134" fmla="*/ f107 1 f74"/>
                <a:gd name="f135" fmla="*/ f108 1 f73"/>
                <a:gd name="f136" fmla="*/ f109 1 f74"/>
                <a:gd name="f137" fmla="*/ f110 1 f73"/>
                <a:gd name="f138" fmla="*/ f111 1 f74"/>
                <a:gd name="f139" fmla="*/ f112 1 f73"/>
                <a:gd name="f140" fmla="*/ f113 1 f74"/>
                <a:gd name="f141" fmla="*/ f114 1 f73"/>
                <a:gd name="f142" fmla="*/ f115 1 f74"/>
                <a:gd name="f143" fmla="*/ f116 1 f73"/>
                <a:gd name="f144" fmla="*/ f117 1 f74"/>
                <a:gd name="f145" fmla="*/ f118 1 f73"/>
                <a:gd name="f146" fmla="*/ f119 1 f74"/>
                <a:gd name="f147" fmla="*/ f120 f68 1"/>
                <a:gd name="f148" fmla="*/ f121 f68 1"/>
                <a:gd name="f149" fmla="*/ f123 f69 1"/>
                <a:gd name="f150" fmla="*/ f122 f69 1"/>
                <a:gd name="f151" fmla="*/ f125 f68 1"/>
                <a:gd name="f152" fmla="*/ f126 f69 1"/>
                <a:gd name="f153" fmla="*/ f127 f68 1"/>
                <a:gd name="f154" fmla="*/ f128 f69 1"/>
                <a:gd name="f155" fmla="*/ f129 f68 1"/>
                <a:gd name="f156" fmla="*/ f130 f69 1"/>
                <a:gd name="f157" fmla="*/ f131 f68 1"/>
                <a:gd name="f158" fmla="*/ f132 f69 1"/>
                <a:gd name="f159" fmla="*/ f133 f68 1"/>
                <a:gd name="f160" fmla="*/ f134 f69 1"/>
                <a:gd name="f161" fmla="*/ f135 f68 1"/>
                <a:gd name="f162" fmla="*/ f136 f69 1"/>
                <a:gd name="f163" fmla="*/ f137 f68 1"/>
                <a:gd name="f164" fmla="*/ f138 f69 1"/>
                <a:gd name="f165" fmla="*/ f139 f68 1"/>
                <a:gd name="f166" fmla="*/ f140 f69 1"/>
                <a:gd name="f167" fmla="*/ f141 f68 1"/>
                <a:gd name="f168" fmla="*/ f142 f69 1"/>
                <a:gd name="f169" fmla="*/ f143 f68 1"/>
                <a:gd name="f170" fmla="*/ f144 f69 1"/>
                <a:gd name="f171" fmla="*/ f145 f68 1"/>
                <a:gd name="f172" fmla="*/ f146 f69 1"/>
              </a:gdLst>
              <a:ahLst/>
              <a:cxnLst>
                <a:cxn ang="3cd4">
                  <a:pos x="hc" y="t"/>
                </a:cxn>
                <a:cxn ang="0">
                  <a:pos x="r" y="vc"/>
                </a:cxn>
                <a:cxn ang="cd4">
                  <a:pos x="hc" y="b"/>
                </a:cxn>
                <a:cxn ang="cd2">
                  <a:pos x="l" y="vc"/>
                </a:cxn>
                <a:cxn ang="f124">
                  <a:pos x="f151" y="f152"/>
                </a:cxn>
                <a:cxn ang="f124">
                  <a:pos x="f153" y="f154"/>
                </a:cxn>
                <a:cxn ang="f124">
                  <a:pos x="f155" y="f156"/>
                </a:cxn>
                <a:cxn ang="f124">
                  <a:pos x="f157" y="f158"/>
                </a:cxn>
                <a:cxn ang="f124">
                  <a:pos x="f159" y="f160"/>
                </a:cxn>
                <a:cxn ang="f124">
                  <a:pos x="f161" y="f162"/>
                </a:cxn>
                <a:cxn ang="f124">
                  <a:pos x="f163" y="f164"/>
                </a:cxn>
                <a:cxn ang="f124">
                  <a:pos x="f165" y="f166"/>
                </a:cxn>
                <a:cxn ang="f124">
                  <a:pos x="f167" y="f168"/>
                </a:cxn>
                <a:cxn ang="f124">
                  <a:pos x="f169" y="f170"/>
                </a:cxn>
                <a:cxn ang="f124">
                  <a:pos x="f171" y="f172"/>
                </a:cxn>
              </a:cxnLst>
              <a:rect l="f147" t="f150" r="f148" b="f149"/>
              <a:pathLst>
                <a:path w="743796" h="2867501">
                  <a:moveTo>
                    <a:pt x="f8" y="f5"/>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cubicBezTo>
                    <a:pt x="f63" y="f64"/>
                    <a:pt x="f65" y="f66"/>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1" name="Freeform: Shape 20">
              <a:extLst>
                <a:ext uri="{FF2B5EF4-FFF2-40B4-BE49-F238E27FC236}">
                  <a16:creationId xmlns:a16="http://schemas.microsoft.com/office/drawing/2014/main" id="{D8045985-836C-44CA-AFE7-4E6FBB11E509}"/>
                </a:ext>
              </a:extLst>
            </p:cNvPr>
            <p:cNvSpPr/>
            <p:nvPr/>
          </p:nvSpPr>
          <p:spPr>
            <a:xfrm>
              <a:off x="10844" y="672285"/>
              <a:ext cx="396931" cy="1690304"/>
            </a:xfrm>
            <a:custGeom>
              <a:avLst/>
              <a:gdLst>
                <a:gd name="f0" fmla="val 10800000"/>
                <a:gd name="f1" fmla="val 5400000"/>
                <a:gd name="f2" fmla="val 180"/>
                <a:gd name="f3" fmla="val w"/>
                <a:gd name="f4" fmla="val h"/>
                <a:gd name="f5" fmla="val 0"/>
                <a:gd name="f6" fmla="val 597294"/>
                <a:gd name="f7" fmla="val 2543540"/>
                <a:gd name="f8" fmla="val 16478"/>
                <a:gd name="f9" fmla="val 2079"/>
                <a:gd name="f10" fmla="val 101441"/>
                <a:gd name="f11" fmla="+- 0 0 6684"/>
                <a:gd name="f12" fmla="val 224885"/>
                <a:gd name="f13" fmla="val 12557"/>
                <a:gd name="f14" fmla="val 299847"/>
                <a:gd name="f15" fmla="val 53991"/>
                <a:gd name="f16" fmla="val 394240"/>
                <a:gd name="f17" fmla="val 106092"/>
                <a:gd name="f18" fmla="val 468440"/>
                <a:gd name="f19" fmla="val 189341"/>
                <a:gd name="f20" fmla="val 503206"/>
                <a:gd name="f21" fmla="val 291354"/>
                <a:gd name="f22" fmla="val 550069"/>
                <a:gd name="f23" fmla="val 429085"/>
                <a:gd name="f24" fmla="val 520827"/>
                <a:gd name="f25" fmla="val 577770"/>
                <a:gd name="f26" fmla="val 525113"/>
                <a:gd name="f27" fmla="val 724265"/>
                <a:gd name="f28" fmla="val 529019"/>
                <a:gd name="f29" fmla="val 856472"/>
                <a:gd name="f30" fmla="val 561118"/>
                <a:gd name="f31" fmla="val 986012"/>
                <a:gd name="f32" fmla="val 578930"/>
                <a:gd name="f33" fmla="val 1117267"/>
                <a:gd name="f34" fmla="val 595122"/>
                <a:gd name="f35" fmla="val 1236234"/>
                <a:gd name="f36" fmla="val 602742"/>
                <a:gd name="f37" fmla="val 1356630"/>
                <a:gd name="f38" fmla="val 592931"/>
                <a:gd name="f39" fmla="val 1476359"/>
                <a:gd name="f40" fmla="val 582073"/>
                <a:gd name="f41" fmla="val 1607709"/>
                <a:gd name="f42" fmla="val 549783"/>
                <a:gd name="f43" fmla="val 1736011"/>
                <a:gd name="f44" fmla="val 1859359"/>
                <a:gd name="f45" fmla="val 450628"/>
                <a:gd name="f46" fmla="val 1998710"/>
                <a:gd name="f47" fmla="val 383857"/>
                <a:gd name="f48" fmla="val 2133298"/>
                <a:gd name="f49" fmla="val 291846"/>
                <a:gd name="f50" fmla="val 2250361"/>
                <a:gd name="f51" fmla="val 231553"/>
                <a:gd name="f52" fmla="val 2327132"/>
                <a:gd name="f53" fmla="val 73819"/>
                <a:gd name="f54" fmla="val 2479532"/>
                <a:gd name="f55" fmla="+- 0 0 -90"/>
                <a:gd name="f56" fmla="*/ f3 1 597294"/>
                <a:gd name="f57" fmla="*/ f4 1 2543540"/>
                <a:gd name="f58" fmla="+- f7 0 f5"/>
                <a:gd name="f59" fmla="+- f6 0 f5"/>
                <a:gd name="f60" fmla="*/ f55 f0 1"/>
                <a:gd name="f61" fmla="*/ f59 1 597294"/>
                <a:gd name="f62" fmla="*/ f58 1 2543540"/>
                <a:gd name="f63" fmla="*/ 16478 f59 1"/>
                <a:gd name="f64" fmla="*/ 2079 f58 1"/>
                <a:gd name="f65" fmla="*/ 299847 f59 1"/>
                <a:gd name="f66" fmla="*/ 53991 f58 1"/>
                <a:gd name="f67" fmla="*/ 503206 f59 1"/>
                <a:gd name="f68" fmla="*/ 291354 f58 1"/>
                <a:gd name="f69" fmla="*/ 525113 f59 1"/>
                <a:gd name="f70" fmla="*/ 724265 f58 1"/>
                <a:gd name="f71" fmla="*/ 578930 f59 1"/>
                <a:gd name="f72" fmla="*/ 1117267 f58 1"/>
                <a:gd name="f73" fmla="*/ 592931 f59 1"/>
                <a:gd name="f74" fmla="*/ 1476359 f58 1"/>
                <a:gd name="f75" fmla="*/ 1859359 f58 1"/>
                <a:gd name="f76" fmla="*/ 291846 f59 1"/>
                <a:gd name="f77" fmla="*/ 2250361 f58 1"/>
                <a:gd name="f78" fmla="*/ 0 f59 1"/>
                <a:gd name="f79" fmla="*/ 2543540 f58 1"/>
                <a:gd name="f80" fmla="*/ f60 1 f2"/>
                <a:gd name="f81" fmla="*/ f63 1 597294"/>
                <a:gd name="f82" fmla="*/ f64 1 2543540"/>
                <a:gd name="f83" fmla="*/ f65 1 597294"/>
                <a:gd name="f84" fmla="*/ f66 1 2543540"/>
                <a:gd name="f85" fmla="*/ f67 1 597294"/>
                <a:gd name="f86" fmla="*/ f68 1 2543540"/>
                <a:gd name="f87" fmla="*/ f69 1 597294"/>
                <a:gd name="f88" fmla="*/ f70 1 2543540"/>
                <a:gd name="f89" fmla="*/ f71 1 597294"/>
                <a:gd name="f90" fmla="*/ f72 1 2543540"/>
                <a:gd name="f91" fmla="*/ f73 1 597294"/>
                <a:gd name="f92" fmla="*/ f74 1 2543540"/>
                <a:gd name="f93" fmla="*/ f75 1 2543540"/>
                <a:gd name="f94" fmla="*/ f76 1 597294"/>
                <a:gd name="f95" fmla="*/ f77 1 2543540"/>
                <a:gd name="f96" fmla="*/ f78 1 597294"/>
                <a:gd name="f97" fmla="*/ f79 1 2543540"/>
                <a:gd name="f98" fmla="*/ f5 1 f61"/>
                <a:gd name="f99" fmla="*/ f6 1 f61"/>
                <a:gd name="f100" fmla="*/ f5 1 f62"/>
                <a:gd name="f101" fmla="*/ f7 1 f62"/>
                <a:gd name="f102" fmla="+- f80 0 f1"/>
                <a:gd name="f103" fmla="*/ f81 1 f61"/>
                <a:gd name="f104" fmla="*/ f82 1 f62"/>
                <a:gd name="f105" fmla="*/ f83 1 f61"/>
                <a:gd name="f106" fmla="*/ f84 1 f62"/>
                <a:gd name="f107" fmla="*/ f85 1 f61"/>
                <a:gd name="f108" fmla="*/ f86 1 f62"/>
                <a:gd name="f109" fmla="*/ f87 1 f61"/>
                <a:gd name="f110" fmla="*/ f88 1 f62"/>
                <a:gd name="f111" fmla="*/ f89 1 f61"/>
                <a:gd name="f112" fmla="*/ f90 1 f62"/>
                <a:gd name="f113" fmla="*/ f91 1 f61"/>
                <a:gd name="f114" fmla="*/ f92 1 f62"/>
                <a:gd name="f115" fmla="*/ f93 1 f62"/>
                <a:gd name="f116" fmla="*/ f94 1 f61"/>
                <a:gd name="f117" fmla="*/ f95 1 f62"/>
                <a:gd name="f118" fmla="*/ f96 1 f61"/>
                <a:gd name="f119" fmla="*/ f97 1 f62"/>
                <a:gd name="f120" fmla="*/ f98 f56 1"/>
                <a:gd name="f121" fmla="*/ f99 f56 1"/>
                <a:gd name="f122" fmla="*/ f101 f57 1"/>
                <a:gd name="f123" fmla="*/ f100 f57 1"/>
                <a:gd name="f124" fmla="*/ f103 f56 1"/>
                <a:gd name="f125" fmla="*/ f104 f57 1"/>
                <a:gd name="f126" fmla="*/ f105 f56 1"/>
                <a:gd name="f127" fmla="*/ f106 f57 1"/>
                <a:gd name="f128" fmla="*/ f107 f56 1"/>
                <a:gd name="f129" fmla="*/ f108 f57 1"/>
                <a:gd name="f130" fmla="*/ f109 f56 1"/>
                <a:gd name="f131" fmla="*/ f110 f57 1"/>
                <a:gd name="f132" fmla="*/ f111 f56 1"/>
                <a:gd name="f133" fmla="*/ f112 f57 1"/>
                <a:gd name="f134" fmla="*/ f113 f56 1"/>
                <a:gd name="f135" fmla="*/ f114 f57 1"/>
                <a:gd name="f136" fmla="*/ f115 f57 1"/>
                <a:gd name="f137" fmla="*/ f116 f56 1"/>
                <a:gd name="f138" fmla="*/ f117 f57 1"/>
                <a:gd name="f139" fmla="*/ f118 f56 1"/>
                <a:gd name="f140" fmla="*/ f119 f57 1"/>
              </a:gdLst>
              <a:ahLst/>
              <a:cxnLst>
                <a:cxn ang="3cd4">
                  <a:pos x="hc" y="t"/>
                </a:cxn>
                <a:cxn ang="0">
                  <a:pos x="r" y="vc"/>
                </a:cxn>
                <a:cxn ang="cd4">
                  <a:pos x="hc" y="b"/>
                </a:cxn>
                <a:cxn ang="cd2">
                  <a:pos x="l" y="vc"/>
                </a:cxn>
                <a:cxn ang="f102">
                  <a:pos x="f124" y="f125"/>
                </a:cxn>
                <a:cxn ang="f102">
                  <a:pos x="f126" y="f127"/>
                </a:cxn>
                <a:cxn ang="f102">
                  <a:pos x="f128" y="f129"/>
                </a:cxn>
                <a:cxn ang="f102">
                  <a:pos x="f130" y="f131"/>
                </a:cxn>
                <a:cxn ang="f102">
                  <a:pos x="f132" y="f133"/>
                </a:cxn>
                <a:cxn ang="f102">
                  <a:pos x="f134" y="f135"/>
                </a:cxn>
                <a:cxn ang="f102">
                  <a:pos x="f128" y="f136"/>
                </a:cxn>
                <a:cxn ang="f102">
                  <a:pos x="f137" y="f138"/>
                </a:cxn>
                <a:cxn ang="f102">
                  <a:pos x="f139" y="f140"/>
                </a:cxn>
              </a:cxnLst>
              <a:rect l="f120" t="f123" r="f121" b="f122"/>
              <a:pathLst>
                <a:path w="597294" h="2543540">
                  <a:moveTo>
                    <a:pt x="f8" y="f9"/>
                  </a:moveTo>
                  <a:cubicBezTo>
                    <a:pt x="f10" y="f11"/>
                    <a:pt x="f12" y="f13"/>
                    <a:pt x="f14" y="f15"/>
                  </a:cubicBezTo>
                  <a:cubicBezTo>
                    <a:pt x="f16" y="f17"/>
                    <a:pt x="f18" y="f19"/>
                    <a:pt x="f20" y="f21"/>
                  </a:cubicBezTo>
                  <a:cubicBezTo>
                    <a:pt x="f22" y="f23"/>
                    <a:pt x="f24" y="f25"/>
                    <a:pt x="f26" y="f27"/>
                  </a:cubicBezTo>
                  <a:cubicBezTo>
                    <a:pt x="f28" y="f29"/>
                    <a:pt x="f30" y="f31"/>
                    <a:pt x="f32" y="f33"/>
                  </a:cubicBezTo>
                  <a:cubicBezTo>
                    <a:pt x="f34" y="f35"/>
                    <a:pt x="f36" y="f37"/>
                    <a:pt x="f38" y="f39"/>
                  </a:cubicBezTo>
                  <a:cubicBezTo>
                    <a:pt x="f40" y="f41"/>
                    <a:pt x="f42" y="f43"/>
                    <a:pt x="f20" y="f44"/>
                  </a:cubicBezTo>
                  <a:cubicBezTo>
                    <a:pt x="f45" y="f46"/>
                    <a:pt x="f47" y="f48"/>
                    <a:pt x="f49" y="f50"/>
                  </a:cubicBezTo>
                  <a:cubicBezTo>
                    <a:pt x="f51" y="f52"/>
                    <a:pt x="f53" y="f54"/>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2" name="Freeform: Shape 21">
              <a:extLst>
                <a:ext uri="{FF2B5EF4-FFF2-40B4-BE49-F238E27FC236}">
                  <a16:creationId xmlns:a16="http://schemas.microsoft.com/office/drawing/2014/main" id="{B4703B55-C6AC-433F-88C9-DA4B5B79C5C6}"/>
                </a:ext>
              </a:extLst>
            </p:cNvPr>
            <p:cNvSpPr/>
            <p:nvPr/>
          </p:nvSpPr>
          <p:spPr>
            <a:xfrm>
              <a:off x="23006" y="881262"/>
              <a:ext cx="258793" cy="1336560"/>
            </a:xfrm>
            <a:custGeom>
              <a:avLst/>
              <a:gdLst>
                <a:gd name="f0" fmla="val 10800000"/>
                <a:gd name="f1" fmla="val 5400000"/>
                <a:gd name="f2" fmla="val 180"/>
                <a:gd name="f3" fmla="val w"/>
                <a:gd name="f4" fmla="val h"/>
                <a:gd name="f5" fmla="val 0"/>
                <a:gd name="f6" fmla="val 389425"/>
                <a:gd name="f7" fmla="val 2011236"/>
                <a:gd name="f8" fmla="val 33"/>
                <a:gd name="f9" fmla="val 57912"/>
                <a:gd name="f10" fmla="+- 0 0 824"/>
                <a:gd name="f11" fmla="val 136112"/>
                <a:gd name="f12" fmla="val 14892"/>
                <a:gd name="f13" fmla="val 171260"/>
                <a:gd name="f14" fmla="val 60326"/>
                <a:gd name="f15" fmla="val 205645"/>
                <a:gd name="f16" fmla="val 104903"/>
                <a:gd name="f17" fmla="val 207740"/>
                <a:gd name="f18" fmla="val 164244"/>
                <a:gd name="f19" fmla="val 211455"/>
                <a:gd name="f20" fmla="val 221204"/>
                <a:gd name="f21" fmla="val 216408"/>
                <a:gd name="f22" fmla="val 297594"/>
                <a:gd name="f23" fmla="val 225838"/>
                <a:gd name="f24" fmla="val 373604"/>
                <a:gd name="f25" fmla="val 243078"/>
                <a:gd name="f26" fmla="val 448089"/>
                <a:gd name="f27" fmla="val 269939"/>
                <a:gd name="f28" fmla="val 564199"/>
                <a:gd name="f29" fmla="val 319183"/>
                <a:gd name="f30" fmla="val 673927"/>
                <a:gd name="f31" fmla="val 346424"/>
                <a:gd name="f32" fmla="val 789941"/>
                <a:gd name="f33" fmla="val 358235"/>
                <a:gd name="f34" fmla="val 840043"/>
                <a:gd name="f35" fmla="val 365951"/>
                <a:gd name="f36" fmla="val 891097"/>
                <a:gd name="f37" fmla="val 372237"/>
                <a:gd name="f38" fmla="val 942151"/>
                <a:gd name="f39" fmla="val 385858"/>
                <a:gd name="f40" fmla="val 1051784"/>
                <a:gd name="f41" fmla="val 394049"/>
                <a:gd name="f42" fmla="val 1162274"/>
                <a:gd name="f43" fmla="val 386620"/>
                <a:gd name="f44" fmla="val 1272478"/>
                <a:gd name="f45" fmla="val 377476"/>
                <a:gd name="f46" fmla="val 1407828"/>
                <a:gd name="f47" fmla="val 344996"/>
                <a:gd name="f48" fmla="val 1541178"/>
                <a:gd name="f49" fmla="val 280416"/>
                <a:gd name="f50" fmla="val 1660241"/>
                <a:gd name="f51" fmla="val 244602"/>
                <a:gd name="f52" fmla="val 1726249"/>
                <a:gd name="f53" fmla="val 199358"/>
                <a:gd name="f54" fmla="val 1786352"/>
                <a:gd name="f55" fmla="val 151257"/>
                <a:gd name="f56" fmla="val 1844073"/>
                <a:gd name="f57" fmla="val 79534"/>
                <a:gd name="f58" fmla="val 1930084"/>
                <a:gd name="f59" fmla="val 89345"/>
                <a:gd name="f60" fmla="val 1941419"/>
                <a:gd name="f61" fmla="val 1905"/>
                <a:gd name="f62" fmla="val 2011237"/>
                <a:gd name="f63" fmla="+- 0 0 -90"/>
                <a:gd name="f64" fmla="*/ f3 1 389425"/>
                <a:gd name="f65" fmla="*/ f4 1 2011236"/>
                <a:gd name="f66" fmla="+- f7 0 f5"/>
                <a:gd name="f67" fmla="+- f6 0 f5"/>
                <a:gd name="f68" fmla="*/ f63 f0 1"/>
                <a:gd name="f69" fmla="*/ f67 1 389425"/>
                <a:gd name="f70" fmla="*/ f66 1 2011236"/>
                <a:gd name="f71" fmla="*/ 0 f67 1"/>
                <a:gd name="f72" fmla="*/ 33 f66 1"/>
                <a:gd name="f73" fmla="*/ 171260 f67 1"/>
                <a:gd name="f74" fmla="*/ 60326 f66 1"/>
                <a:gd name="f75" fmla="*/ 211455 f67 1"/>
                <a:gd name="f76" fmla="*/ 221204 f66 1"/>
                <a:gd name="f77" fmla="*/ 243078 f67 1"/>
                <a:gd name="f78" fmla="*/ 448089 f66 1"/>
                <a:gd name="f79" fmla="*/ 346424 f67 1"/>
                <a:gd name="f80" fmla="*/ 789941 f66 1"/>
                <a:gd name="f81" fmla="*/ 372237 f67 1"/>
                <a:gd name="f82" fmla="*/ 942151 f66 1"/>
                <a:gd name="f83" fmla="*/ 386620 f67 1"/>
                <a:gd name="f84" fmla="*/ 1272478 f66 1"/>
                <a:gd name="f85" fmla="*/ 280416 f67 1"/>
                <a:gd name="f86" fmla="*/ 1660241 f66 1"/>
                <a:gd name="f87" fmla="*/ 151257 f67 1"/>
                <a:gd name="f88" fmla="*/ 1844073 f66 1"/>
                <a:gd name="f89" fmla="*/ 1905 f67 1"/>
                <a:gd name="f90" fmla="*/ 2011237 f66 1"/>
                <a:gd name="f91" fmla="*/ f68 1 f2"/>
                <a:gd name="f92" fmla="*/ f71 1 389425"/>
                <a:gd name="f93" fmla="*/ f72 1 2011236"/>
                <a:gd name="f94" fmla="*/ f73 1 389425"/>
                <a:gd name="f95" fmla="*/ f74 1 2011236"/>
                <a:gd name="f96" fmla="*/ f75 1 389425"/>
                <a:gd name="f97" fmla="*/ f76 1 2011236"/>
                <a:gd name="f98" fmla="*/ f77 1 389425"/>
                <a:gd name="f99" fmla="*/ f78 1 2011236"/>
                <a:gd name="f100" fmla="*/ f79 1 389425"/>
                <a:gd name="f101" fmla="*/ f80 1 2011236"/>
                <a:gd name="f102" fmla="*/ f81 1 389425"/>
                <a:gd name="f103" fmla="*/ f82 1 2011236"/>
                <a:gd name="f104" fmla="*/ f83 1 389425"/>
                <a:gd name="f105" fmla="*/ f84 1 2011236"/>
                <a:gd name="f106" fmla="*/ f85 1 389425"/>
                <a:gd name="f107" fmla="*/ f86 1 2011236"/>
                <a:gd name="f108" fmla="*/ f87 1 389425"/>
                <a:gd name="f109" fmla="*/ f88 1 2011236"/>
                <a:gd name="f110" fmla="*/ f89 1 389425"/>
                <a:gd name="f111" fmla="*/ f90 1 2011236"/>
                <a:gd name="f112" fmla="*/ f5 1 f69"/>
                <a:gd name="f113" fmla="*/ f6 1 f69"/>
                <a:gd name="f114" fmla="*/ f5 1 f70"/>
                <a:gd name="f115" fmla="*/ f7 1 f70"/>
                <a:gd name="f116" fmla="+- f91 0 f1"/>
                <a:gd name="f117" fmla="*/ f92 1 f69"/>
                <a:gd name="f118" fmla="*/ f93 1 f70"/>
                <a:gd name="f119" fmla="*/ f94 1 f69"/>
                <a:gd name="f120" fmla="*/ f95 1 f70"/>
                <a:gd name="f121" fmla="*/ f96 1 f69"/>
                <a:gd name="f122" fmla="*/ f97 1 f70"/>
                <a:gd name="f123" fmla="*/ f98 1 f69"/>
                <a:gd name="f124" fmla="*/ f99 1 f70"/>
                <a:gd name="f125" fmla="*/ f100 1 f69"/>
                <a:gd name="f126" fmla="*/ f101 1 f70"/>
                <a:gd name="f127" fmla="*/ f102 1 f69"/>
                <a:gd name="f128" fmla="*/ f103 1 f70"/>
                <a:gd name="f129" fmla="*/ f104 1 f69"/>
                <a:gd name="f130" fmla="*/ f105 1 f70"/>
                <a:gd name="f131" fmla="*/ f106 1 f69"/>
                <a:gd name="f132" fmla="*/ f107 1 f70"/>
                <a:gd name="f133" fmla="*/ f108 1 f69"/>
                <a:gd name="f134" fmla="*/ f109 1 f70"/>
                <a:gd name="f135" fmla="*/ f110 1 f69"/>
                <a:gd name="f136" fmla="*/ f111 1 f70"/>
                <a:gd name="f137" fmla="*/ f112 f64 1"/>
                <a:gd name="f138" fmla="*/ f113 f64 1"/>
                <a:gd name="f139" fmla="*/ f115 f65 1"/>
                <a:gd name="f140" fmla="*/ f114 f65 1"/>
                <a:gd name="f141" fmla="*/ f117 f64 1"/>
                <a:gd name="f142" fmla="*/ f118 f65 1"/>
                <a:gd name="f143" fmla="*/ f119 f64 1"/>
                <a:gd name="f144" fmla="*/ f120 f65 1"/>
                <a:gd name="f145" fmla="*/ f121 f64 1"/>
                <a:gd name="f146" fmla="*/ f122 f65 1"/>
                <a:gd name="f147" fmla="*/ f123 f64 1"/>
                <a:gd name="f148" fmla="*/ f124 f65 1"/>
                <a:gd name="f149" fmla="*/ f125 f64 1"/>
                <a:gd name="f150" fmla="*/ f126 f65 1"/>
                <a:gd name="f151" fmla="*/ f127 f64 1"/>
                <a:gd name="f152" fmla="*/ f128 f65 1"/>
                <a:gd name="f153" fmla="*/ f129 f64 1"/>
                <a:gd name="f154" fmla="*/ f130 f65 1"/>
                <a:gd name="f155" fmla="*/ f131 f64 1"/>
                <a:gd name="f156" fmla="*/ f132 f65 1"/>
                <a:gd name="f157" fmla="*/ f133 f64 1"/>
                <a:gd name="f158" fmla="*/ f134 f65 1"/>
                <a:gd name="f159" fmla="*/ f135 f64 1"/>
                <a:gd name="f160" fmla="*/ f136 f65 1"/>
              </a:gdLst>
              <a:ahLst/>
              <a:cxnLst>
                <a:cxn ang="3cd4">
                  <a:pos x="hc" y="t"/>
                </a:cxn>
                <a:cxn ang="0">
                  <a:pos x="r" y="vc"/>
                </a:cxn>
                <a:cxn ang="cd4">
                  <a:pos x="hc" y="b"/>
                </a:cxn>
                <a:cxn ang="cd2">
                  <a:pos x="l" y="vc"/>
                </a:cxn>
                <a:cxn ang="f116">
                  <a:pos x="f141" y="f142"/>
                </a:cxn>
                <a:cxn ang="f116">
                  <a:pos x="f143" y="f144"/>
                </a:cxn>
                <a:cxn ang="f116">
                  <a:pos x="f145" y="f146"/>
                </a:cxn>
                <a:cxn ang="f116">
                  <a:pos x="f147" y="f148"/>
                </a:cxn>
                <a:cxn ang="f116">
                  <a:pos x="f149" y="f150"/>
                </a:cxn>
                <a:cxn ang="f116">
                  <a:pos x="f151" y="f152"/>
                </a:cxn>
                <a:cxn ang="f116">
                  <a:pos x="f153" y="f154"/>
                </a:cxn>
                <a:cxn ang="f116">
                  <a:pos x="f155" y="f156"/>
                </a:cxn>
                <a:cxn ang="f116">
                  <a:pos x="f157" y="f158"/>
                </a:cxn>
                <a:cxn ang="f116">
                  <a:pos x="f159" y="f160"/>
                </a:cxn>
              </a:cxnLst>
              <a:rect l="f137" t="f140" r="f138" b="f139"/>
              <a:pathLst>
                <a:path w="389425" h="2011236">
                  <a:moveTo>
                    <a:pt x="f5" y="f8"/>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sp>
        <p:nvSpPr>
          <p:cNvPr id="13" name="Titre 1">
            <a:extLst>
              <a:ext uri="{FF2B5EF4-FFF2-40B4-BE49-F238E27FC236}">
                <a16:creationId xmlns:a16="http://schemas.microsoft.com/office/drawing/2014/main" id="{CABE233B-0C31-444A-8EC4-CCBB06D4919F}"/>
              </a:ext>
            </a:extLst>
          </p:cNvPr>
          <p:cNvSpPr txBox="1">
            <a:spLocks noGrp="1"/>
          </p:cNvSpPr>
          <p:nvPr>
            <p:ph type="title"/>
          </p:nvPr>
        </p:nvSpPr>
        <p:spPr>
          <a:xfrm>
            <a:off x="114912" y="113797"/>
            <a:ext cx="11974968" cy="1539485"/>
          </a:xfrm>
        </p:spPr>
        <p:txBody>
          <a:bodyPr>
            <a:normAutofit fontScale="90000"/>
          </a:bodyPr>
          <a:lstStyle/>
          <a:p>
            <a:pPr lvl="0"/>
            <a:r>
              <a:rPr lang="fr-FR" sz="3700" dirty="0"/>
              <a:t>Flow “Poser une question sur les parfums que nous </a:t>
            </a:r>
            <a:r>
              <a:rPr lang="fr-FR" sz="3700" dirty="0" err="1"/>
              <a:t>vendont</a:t>
            </a:r>
            <a:r>
              <a:rPr lang="fr-FR" sz="3700" dirty="0"/>
              <a:t> ;Explorer les ingrédients et les notes des parfums”</a:t>
            </a:r>
          </a:p>
        </p:txBody>
      </p:sp>
      <p:sp>
        <p:nvSpPr>
          <p:cNvPr id="14" name="Espace réservé du contenu 2">
            <a:extLst>
              <a:ext uri="{FF2B5EF4-FFF2-40B4-BE49-F238E27FC236}">
                <a16:creationId xmlns:a16="http://schemas.microsoft.com/office/drawing/2014/main" id="{1100247C-2DA0-47FB-9B0D-DEBB7F198D2E}"/>
              </a:ext>
            </a:extLst>
          </p:cNvPr>
          <p:cNvSpPr txBox="1">
            <a:spLocks noGrp="1"/>
          </p:cNvSpPr>
          <p:nvPr>
            <p:ph idx="1"/>
          </p:nvPr>
        </p:nvSpPr>
        <p:spPr>
          <a:xfrm>
            <a:off x="10844" y="1475288"/>
            <a:ext cx="11312640" cy="4299015"/>
          </a:xfrm>
        </p:spPr>
        <p:txBody>
          <a:bodyPr>
            <a:noAutofit/>
          </a:bodyPr>
          <a:lstStyle/>
          <a:p>
            <a:r>
              <a:rPr lang="fr-FR" sz="1050" dirty="0"/>
              <a:t>Le troisième flux du bot est dédié aux questions libres posées par l’utilisateur.</a:t>
            </a:r>
            <a:br>
              <a:rPr lang="fr-FR" sz="1050" dirty="0"/>
            </a:br>
            <a:r>
              <a:rPr lang="fr-FR" sz="1050" dirty="0"/>
              <a:t>C’est un flux essentiel, car il transforme le bot en véritable assistant capable de répondre à des questions variées.</a:t>
            </a:r>
          </a:p>
          <a:p>
            <a:r>
              <a:rPr lang="fr-FR" sz="1050" dirty="0"/>
              <a:t>Pour y arriver, j’ai construit une base de connaissances composée de cinq tables distinctes :</a:t>
            </a:r>
          </a:p>
          <a:p>
            <a:pPr>
              <a:buFont typeface="+mj-lt"/>
              <a:buAutoNum type="arabicPeriod"/>
            </a:pPr>
            <a:r>
              <a:rPr lang="fr-FR" sz="1050" dirty="0"/>
              <a:t>Une table catalogue : prix, quantités, catégories.</a:t>
            </a:r>
          </a:p>
          <a:p>
            <a:pPr>
              <a:buFont typeface="+mj-lt"/>
              <a:buAutoNum type="arabicPeriod"/>
            </a:pPr>
            <a:r>
              <a:rPr lang="fr-FR" sz="1050" dirty="0"/>
              <a:t>Une table de compositions : les notes olfactives de chaque parfum , des notes comme patchouli, ambre, vanille, musc, etc.</a:t>
            </a:r>
          </a:p>
          <a:p>
            <a:pPr>
              <a:buFont typeface="+mj-lt"/>
              <a:buAutoNum type="arabicPeriod"/>
            </a:pPr>
            <a:r>
              <a:rPr lang="fr-FR" sz="1050" dirty="0"/>
              <a:t>Une table sur la gestion de la boutique : délai de préparation, modalités de commande, livraison.</a:t>
            </a:r>
          </a:p>
          <a:p>
            <a:pPr>
              <a:buFont typeface="+mj-lt"/>
              <a:buAutoNum type="arabicPeriod"/>
            </a:pPr>
            <a:r>
              <a:rPr lang="fr-FR" sz="1050" dirty="0"/>
              <a:t>Une table encyclopédique : définitions </a:t>
            </a:r>
            <a:r>
              <a:rPr lang="fr-FR" sz="1050" dirty="0" err="1"/>
              <a:t>generale</a:t>
            </a:r>
            <a:r>
              <a:rPr lang="fr-FR" sz="1050" dirty="0"/>
              <a:t>.</a:t>
            </a:r>
          </a:p>
          <a:p>
            <a:pPr>
              <a:buFont typeface="+mj-lt"/>
              <a:buAutoNum type="arabicPeriod"/>
            </a:pPr>
            <a:r>
              <a:rPr lang="fr-FR" sz="1050" dirty="0"/>
              <a:t>Une table informative sur chaque parfum: </a:t>
            </a:r>
            <a:r>
              <a:rPr lang="fr-FR" sz="1050" dirty="0" err="1"/>
              <a:t>categorie</a:t>
            </a:r>
            <a:r>
              <a:rPr lang="fr-FR" sz="1050" dirty="0"/>
              <a:t> ; Description , notes de cœur ; notes de fond , note de tête  .</a:t>
            </a:r>
          </a:p>
          <a:p>
            <a:r>
              <a:rPr lang="fr-FR" sz="1050" dirty="0"/>
              <a:t>Lorsque l’utilisateur pose une question, </a:t>
            </a:r>
            <a:r>
              <a:rPr lang="fr-FR" sz="1050" dirty="0" err="1"/>
              <a:t>Botpress</a:t>
            </a:r>
            <a:r>
              <a:rPr lang="fr-FR" sz="1050" dirty="0"/>
              <a:t> déclenche une carte “</a:t>
            </a:r>
            <a:r>
              <a:rPr lang="fr-FR" sz="1050" dirty="0" err="1"/>
              <a:t>Query</a:t>
            </a:r>
            <a:r>
              <a:rPr lang="fr-FR" sz="1050" dirty="0"/>
              <a:t> </a:t>
            </a:r>
            <a:r>
              <a:rPr lang="fr-FR" sz="1050" dirty="0" err="1"/>
              <a:t>Knowledge</a:t>
            </a:r>
            <a:r>
              <a:rPr lang="fr-FR" sz="1050" dirty="0"/>
              <a:t> Base”.</a:t>
            </a:r>
            <a:br>
              <a:rPr lang="fr-FR" sz="1050" dirty="0"/>
            </a:br>
            <a:r>
              <a:rPr lang="fr-FR" sz="1050" dirty="0"/>
              <a:t>Le bot cherche la meilleure correspondance dans les cinq bases de données en utilisant la recherche hybride (</a:t>
            </a:r>
            <a:r>
              <a:rPr lang="fr-FR" sz="1050" dirty="0" err="1"/>
              <a:t>semantic</a:t>
            </a:r>
            <a:r>
              <a:rPr lang="fr-FR" sz="1050" dirty="0"/>
              <a:t> + keyword).</a:t>
            </a:r>
            <a:br>
              <a:rPr lang="fr-FR" sz="1050" dirty="0"/>
            </a:br>
            <a:r>
              <a:rPr lang="fr-FR" sz="1050" dirty="0"/>
              <a:t>Une réponse pertinente est ensuite renvoyée automatiquement au client.</a:t>
            </a:r>
          </a:p>
          <a:p>
            <a:r>
              <a:rPr lang="fr-FR" sz="1050" dirty="0"/>
              <a:t>Ce flux permet au bot de :</a:t>
            </a:r>
            <a:br>
              <a:rPr lang="fr-FR" sz="1050" dirty="0"/>
            </a:br>
            <a:r>
              <a:rPr lang="fr-FR" sz="1050" dirty="0"/>
              <a:t>– expliquer ce qu’est un accord olfactif</a:t>
            </a:r>
            <a:br>
              <a:rPr lang="fr-FR" sz="1050" dirty="0"/>
            </a:br>
            <a:r>
              <a:rPr lang="fr-FR" sz="1050" dirty="0"/>
              <a:t>– donner le prix d’un parfum précis</a:t>
            </a:r>
            <a:br>
              <a:rPr lang="fr-FR" sz="1050" dirty="0"/>
            </a:br>
            <a:r>
              <a:rPr lang="fr-FR" sz="1050" dirty="0"/>
              <a:t>– dire combien de temps dure la préparation d’une commande</a:t>
            </a:r>
            <a:br>
              <a:rPr lang="fr-FR" sz="1050" dirty="0"/>
            </a:br>
            <a:r>
              <a:rPr lang="fr-FR" sz="1050" dirty="0"/>
              <a:t>– répondre à des questions sur les notes, les familles olfactives ou les usages</a:t>
            </a:r>
          </a:p>
          <a:p>
            <a:r>
              <a:rPr lang="fr-FR" sz="1050" dirty="0"/>
              <a:t>Ainsi, le bot peut gérer une large partie du support client sans aucune intervention humaine. </a:t>
            </a:r>
          </a:p>
          <a:p>
            <a:pPr lvl="0">
              <a:lnSpc>
                <a:spcPct val="100000"/>
              </a:lnSpc>
            </a:pPr>
            <a:endParaRPr lang="fr-FR" sz="1050" dirty="0"/>
          </a:p>
        </p:txBody>
      </p:sp>
      <p:grpSp>
        <p:nvGrpSpPr>
          <p:cNvPr id="16" name="Bottom Right">
            <a:extLst>
              <a:ext uri="{FF2B5EF4-FFF2-40B4-BE49-F238E27FC236}">
                <a16:creationId xmlns:a16="http://schemas.microsoft.com/office/drawing/2014/main" id="{22383550-DF08-40C0-8533-30A5635C489C}"/>
              </a:ext>
            </a:extLst>
          </p:cNvPr>
          <p:cNvGrpSpPr/>
          <p:nvPr/>
        </p:nvGrpSpPr>
        <p:grpSpPr>
          <a:xfrm>
            <a:off x="7980398" y="3276596"/>
            <a:ext cx="4211598" cy="3581403"/>
            <a:chOff x="7980398" y="3276596"/>
            <a:chExt cx="4211598" cy="3581403"/>
          </a:xfrm>
        </p:grpSpPr>
        <p:sp>
          <p:nvSpPr>
            <p:cNvPr id="17" name="Freeform: Shape 24">
              <a:extLst>
                <a:ext uri="{FF2B5EF4-FFF2-40B4-BE49-F238E27FC236}">
                  <a16:creationId xmlns:a16="http://schemas.microsoft.com/office/drawing/2014/main" id="{51C68973-78CE-47CA-A6FB-31F20DF54EBA}"/>
                </a:ext>
              </a:extLst>
            </p:cNvPr>
            <p:cNvSpPr/>
            <p:nvPr/>
          </p:nvSpPr>
          <p:spPr>
            <a:xfrm>
              <a:off x="10439256" y="6178637"/>
              <a:ext cx="1482105" cy="679362"/>
            </a:xfrm>
            <a:custGeom>
              <a:avLst/>
              <a:gdLst>
                <a:gd name="f0" fmla="val 10800000"/>
                <a:gd name="f1" fmla="val 5400000"/>
                <a:gd name="f2" fmla="val 180"/>
                <a:gd name="f3" fmla="val w"/>
                <a:gd name="f4" fmla="val h"/>
                <a:gd name="f5" fmla="val 0"/>
                <a:gd name="f6" fmla="val 1482102"/>
                <a:gd name="f7" fmla="val 679363"/>
                <a:gd name="f8" fmla="val 741051"/>
                <a:gd name="f9" fmla="val 1102506"/>
                <a:gd name="f10" fmla="val 1404077"/>
                <a:gd name="f11" fmla="val 256390"/>
                <a:gd name="f12" fmla="val 1473822"/>
                <a:gd name="f13" fmla="val 597226"/>
                <a:gd name="f14" fmla="val 8280"/>
                <a:gd name="f15" fmla="val 78025"/>
                <a:gd name="f16" fmla="val 379596"/>
                <a:gd name="f17" fmla="+- 0 0 -90"/>
                <a:gd name="f18" fmla="*/ f3 1 1482102"/>
                <a:gd name="f19" fmla="*/ f4 1 679363"/>
                <a:gd name="f20" fmla="+- f7 0 f5"/>
                <a:gd name="f21" fmla="+- f6 0 f5"/>
                <a:gd name="f22" fmla="*/ f17 f0 1"/>
                <a:gd name="f23" fmla="*/ f21 1 1482102"/>
                <a:gd name="f24" fmla="*/ f20 1 679363"/>
                <a:gd name="f25" fmla="*/ 741051 f21 1"/>
                <a:gd name="f26" fmla="*/ 0 f20 1"/>
                <a:gd name="f27" fmla="*/ 1473822 f21 1"/>
                <a:gd name="f28" fmla="*/ 597226 f20 1"/>
                <a:gd name="f29" fmla="*/ 1482102 f21 1"/>
                <a:gd name="f30" fmla="*/ 679363 f20 1"/>
                <a:gd name="f31" fmla="*/ 0 f21 1"/>
                <a:gd name="f32" fmla="*/ 8280 f21 1"/>
                <a:gd name="f33" fmla="*/ f22 1 f2"/>
                <a:gd name="f34" fmla="*/ f25 1 1482102"/>
                <a:gd name="f35" fmla="*/ f26 1 679363"/>
                <a:gd name="f36" fmla="*/ f27 1 1482102"/>
                <a:gd name="f37" fmla="*/ f28 1 679363"/>
                <a:gd name="f38" fmla="*/ f29 1 1482102"/>
                <a:gd name="f39" fmla="*/ f30 1 679363"/>
                <a:gd name="f40" fmla="*/ f31 1 1482102"/>
                <a:gd name="f41" fmla="*/ f32 1 1482102"/>
                <a:gd name="f42" fmla="*/ f5 1 f23"/>
                <a:gd name="f43" fmla="*/ f6 1 f23"/>
                <a:gd name="f44" fmla="*/ f5 1 f24"/>
                <a:gd name="f45" fmla="*/ f7 1 f24"/>
                <a:gd name="f46" fmla="+- f33 0 f1"/>
                <a:gd name="f47" fmla="*/ f34 1 f23"/>
                <a:gd name="f48" fmla="*/ f35 1 f24"/>
                <a:gd name="f49" fmla="*/ f36 1 f23"/>
                <a:gd name="f50" fmla="*/ f37 1 f24"/>
                <a:gd name="f51" fmla="*/ f38 1 f23"/>
                <a:gd name="f52" fmla="*/ f39 1 f24"/>
                <a:gd name="f53" fmla="*/ f40 1 f23"/>
                <a:gd name="f54" fmla="*/ f41 1 f23"/>
                <a:gd name="f55" fmla="*/ f42 f18 1"/>
                <a:gd name="f56" fmla="*/ f43 f18 1"/>
                <a:gd name="f57" fmla="*/ f45 f19 1"/>
                <a:gd name="f58" fmla="*/ f44 f19 1"/>
                <a:gd name="f59" fmla="*/ f47 f18 1"/>
                <a:gd name="f60" fmla="*/ f48 f19 1"/>
                <a:gd name="f61" fmla="*/ f49 f18 1"/>
                <a:gd name="f62" fmla="*/ f50 f19 1"/>
                <a:gd name="f63" fmla="*/ f51 f18 1"/>
                <a:gd name="f64" fmla="*/ f52 f19 1"/>
                <a:gd name="f65" fmla="*/ f53 f18 1"/>
                <a:gd name="f66" fmla="*/ f54 f18 1"/>
              </a:gdLst>
              <a:ahLst/>
              <a:cxnLst>
                <a:cxn ang="3cd4">
                  <a:pos x="hc" y="t"/>
                </a:cxn>
                <a:cxn ang="0">
                  <a:pos x="r" y="vc"/>
                </a:cxn>
                <a:cxn ang="cd4">
                  <a:pos x="hc" y="b"/>
                </a:cxn>
                <a:cxn ang="cd2">
                  <a:pos x="l" y="vc"/>
                </a:cxn>
                <a:cxn ang="f46">
                  <a:pos x="f59" y="f60"/>
                </a:cxn>
                <a:cxn ang="f46">
                  <a:pos x="f61" y="f62"/>
                </a:cxn>
                <a:cxn ang="f46">
                  <a:pos x="f63" y="f64"/>
                </a:cxn>
                <a:cxn ang="f46">
                  <a:pos x="f65" y="f64"/>
                </a:cxn>
                <a:cxn ang="f46">
                  <a:pos x="f66" y="f62"/>
                </a:cxn>
                <a:cxn ang="f46">
                  <a:pos x="f59" y="f60"/>
                </a:cxn>
              </a:cxnLst>
              <a:rect l="f55" t="f58" r="f56" b="f57"/>
              <a:pathLst>
                <a:path w="1482102" h="679363">
                  <a:moveTo>
                    <a:pt x="f8" y="f5"/>
                  </a:moveTo>
                  <a:cubicBezTo>
                    <a:pt x="f9" y="f5"/>
                    <a:pt x="f10" y="f11"/>
                    <a:pt x="f12" y="f13"/>
                  </a:cubicBezTo>
                  <a:lnTo>
                    <a:pt x="f6" y="f7"/>
                  </a:lnTo>
                  <a:lnTo>
                    <a:pt x="f5" y="f7"/>
                  </a:lnTo>
                  <a:lnTo>
                    <a:pt x="f14" y="f13"/>
                  </a:lnTo>
                  <a:cubicBezTo>
                    <a:pt x="f15" y="f11"/>
                    <a:pt x="f16" y="f5"/>
                    <a:pt x="f8" y="f5"/>
                  </a:cubicBezTo>
                  <a:close/>
                </a:path>
              </a:pathLst>
            </a:cu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grpSp>
          <p:nvGrpSpPr>
            <p:cNvPr id="18" name="Graphic 157">
              <a:extLst>
                <a:ext uri="{FF2B5EF4-FFF2-40B4-BE49-F238E27FC236}">
                  <a16:creationId xmlns:a16="http://schemas.microsoft.com/office/drawing/2014/main" id="{3984BE9E-5DCF-4239-B4D9-930B8F814F22}"/>
                </a:ext>
              </a:extLst>
            </p:cNvPr>
            <p:cNvGrpSpPr/>
            <p:nvPr/>
          </p:nvGrpSpPr>
          <p:grpSpPr>
            <a:xfrm>
              <a:off x="8662742" y="3276596"/>
              <a:ext cx="3529254" cy="3581403"/>
              <a:chOff x="8662742" y="3276596"/>
              <a:chExt cx="3529254" cy="3581403"/>
            </a:xfrm>
          </p:grpSpPr>
          <p:sp>
            <p:nvSpPr>
              <p:cNvPr id="19" name="Freeform: Shape 27">
                <a:extLst>
                  <a:ext uri="{FF2B5EF4-FFF2-40B4-BE49-F238E27FC236}">
                    <a16:creationId xmlns:a16="http://schemas.microsoft.com/office/drawing/2014/main" id="{2431CAA5-D1BE-4C2F-8385-C3BF149178DF}"/>
                  </a:ext>
                </a:extLst>
              </p:cNvPr>
              <p:cNvSpPr/>
              <p:nvPr/>
            </p:nvSpPr>
            <p:spPr>
              <a:xfrm>
                <a:off x="8662742" y="3276596"/>
                <a:ext cx="3516197" cy="3565391"/>
              </a:xfrm>
              <a:custGeom>
                <a:avLst/>
                <a:gdLst>
                  <a:gd name="f0" fmla="val 10800000"/>
                  <a:gd name="f1" fmla="val 5400000"/>
                  <a:gd name="f2" fmla="val 180"/>
                  <a:gd name="f3" fmla="val w"/>
                  <a:gd name="f4" fmla="val h"/>
                  <a:gd name="f5" fmla="val 0"/>
                  <a:gd name="f6" fmla="val 3946874"/>
                  <a:gd name="f7" fmla="val 3989641"/>
                  <a:gd name="f8" fmla="val 19050"/>
                  <a:gd name="f9" fmla="val 3957257"/>
                  <a:gd name="f10" fmla="val 50959"/>
                  <a:gd name="f11" fmla="val 3916013"/>
                  <a:gd name="f12" fmla="val 79439"/>
                  <a:gd name="f13" fmla="val 3891153"/>
                  <a:gd name="f14" fmla="val 165544"/>
                  <a:gd name="f15" fmla="val 3815906"/>
                  <a:gd name="f16" fmla="val 227933"/>
                  <a:gd name="f17" fmla="val 3717989"/>
                  <a:gd name="f18" fmla="val 297371"/>
                  <a:gd name="f19" fmla="val 3626930"/>
                  <a:gd name="f20" fmla="val 346615"/>
                  <a:gd name="f21" fmla="val 3562255"/>
                  <a:gd name="f22" fmla="val 398050"/>
                  <a:gd name="f23" fmla="val 3499009"/>
                  <a:gd name="f24" fmla="val 454343"/>
                  <a:gd name="f25" fmla="val 3440335"/>
                  <a:gd name="f26" fmla="val 506349"/>
                  <a:gd name="f27" fmla="val 3386042"/>
                  <a:gd name="f28" fmla="val 562642"/>
                  <a:gd name="f29" fmla="val 3336227"/>
                  <a:gd name="f30" fmla="val 622363"/>
                  <a:gd name="f31" fmla="val 3290697"/>
                  <a:gd name="f32" fmla="val 719519"/>
                  <a:gd name="f33" fmla="val 3216688"/>
                  <a:gd name="f34" fmla="val 824960"/>
                  <a:gd name="f35" fmla="val 3154585"/>
                  <a:gd name="f36" fmla="val 927068"/>
                  <a:gd name="f37" fmla="val 3087434"/>
                  <a:gd name="f38" fmla="val 1011365"/>
                  <a:gd name="f39" fmla="val 3031998"/>
                  <a:gd name="f40" fmla="val 1093565"/>
                  <a:gd name="f41" fmla="val 2973324"/>
                  <a:gd name="f42" fmla="val 1176338"/>
                  <a:gd name="f43" fmla="val 2915603"/>
                  <a:gd name="f44" fmla="val 1246537"/>
                  <a:gd name="f45" fmla="val 2866644"/>
                  <a:gd name="f46" fmla="val 1317308"/>
                  <a:gd name="f47" fmla="val 2818066"/>
                  <a:gd name="f48" fmla="val 1394270"/>
                  <a:gd name="f49" fmla="val 2780729"/>
                  <a:gd name="f50" fmla="val 1459421"/>
                  <a:gd name="f51" fmla="val 2749106"/>
                  <a:gd name="f52" fmla="val 1528763"/>
                  <a:gd name="f53" fmla="val 2724436"/>
                  <a:gd name="f54" fmla="val 1601057"/>
                  <a:gd name="f55" fmla="val 2723483"/>
                  <a:gd name="f56" fmla="val 1653350"/>
                  <a:gd name="f57" fmla="val 2722721"/>
                  <a:gd name="f58" fmla="val 1704785"/>
                  <a:gd name="f59" fmla="val 2733485"/>
                  <a:gd name="f60" fmla="val 1756220"/>
                  <a:gd name="f61" fmla="val 2743772"/>
                  <a:gd name="f62" fmla="val 1800320"/>
                  <a:gd name="f63" fmla="val 2752630"/>
                  <a:gd name="f64" fmla="val 1844612"/>
                  <a:gd name="f65" fmla="val 2760250"/>
                  <a:gd name="f66" fmla="val 1889189"/>
                  <a:gd name="f67" fmla="val 2765965"/>
                  <a:gd name="f68" fmla="val 1928622"/>
                  <a:gd name="f69" fmla="val 2771013"/>
                  <a:gd name="f70" fmla="val 1968437"/>
                  <a:gd name="f71" fmla="val 2773299"/>
                  <a:gd name="f72" fmla="val 2007394"/>
                  <a:gd name="f73" fmla="val 2073878"/>
                  <a:gd name="f74" fmla="val 2753487"/>
                  <a:gd name="f75" fmla="val 2130647"/>
                  <a:gd name="f76" fmla="val 2712911"/>
                  <a:gd name="f77" fmla="val 2184654"/>
                  <a:gd name="f78" fmla="val 2671763"/>
                  <a:gd name="f79" fmla="val 2245900"/>
                  <a:gd name="f80" fmla="val 2625090"/>
                  <a:gd name="f81" fmla="val 2304002"/>
                  <a:gd name="f82" fmla="val 2573465"/>
                  <a:gd name="f83" fmla="val 2372773"/>
                  <a:gd name="f84" fmla="val 2538984"/>
                  <a:gd name="f85" fmla="val 2394395"/>
                  <a:gd name="f86" fmla="val 2528126"/>
                  <a:gd name="f87" fmla="val 2416874"/>
                  <a:gd name="f88" fmla="val 2518982"/>
                  <a:gd name="f89" fmla="val 2439543"/>
                  <a:gd name="f90" fmla="val 2510504"/>
                  <a:gd name="f91" fmla="val 2509552"/>
                  <a:gd name="f92" fmla="val 2484215"/>
                  <a:gd name="f93" fmla="val 2580037"/>
                  <a:gd name="f94" fmla="val 2459450"/>
                  <a:gd name="f95" fmla="val 2650617"/>
                  <a:gd name="f96" fmla="val 2434781"/>
                  <a:gd name="f97" fmla="val 2695956"/>
                  <a:gd name="f98" fmla="val 2418874"/>
                  <a:gd name="f99" fmla="val 2741295"/>
                  <a:gd name="f100" fmla="val 2402872"/>
                  <a:gd name="f101" fmla="val 2785110"/>
                  <a:gd name="f102" fmla="val 2383060"/>
                  <a:gd name="f103" fmla="val 2824448"/>
                  <a:gd name="f104" fmla="val 2365248"/>
                  <a:gd name="f105" fmla="val 2862358"/>
                  <a:gd name="f106" fmla="val 2344198"/>
                  <a:gd name="f107" fmla="val 2897315"/>
                  <a:gd name="f108" fmla="val 2318861"/>
                  <a:gd name="f109" fmla="val 2934367"/>
                  <a:gd name="f110" fmla="val 2292096"/>
                  <a:gd name="f111" fmla="val 2968085"/>
                  <a:gd name="f112" fmla="val 2260854"/>
                  <a:gd name="f113" fmla="val 2997994"/>
                  <a:gd name="f114" fmla="val 2226183"/>
                  <a:gd name="f115" fmla="val 3020949"/>
                  <a:gd name="f116" fmla="val 2199513"/>
                  <a:gd name="f117" fmla="val 3041714"/>
                  <a:gd name="f118" fmla="val 2170938"/>
                  <a:gd name="f119" fmla="val 3061240"/>
                  <a:gd name="f120" fmla="val 2141506"/>
                  <a:gd name="f121" fmla="val 3091529"/>
                  <a:gd name="f122" fmla="val 2095976"/>
                  <a:gd name="f123" fmla="val 3119533"/>
                  <a:gd name="f124" fmla="val 2049018"/>
                  <a:gd name="f125" fmla="val 3152108"/>
                  <a:gd name="f126" fmla="val 2005203"/>
                  <a:gd name="f127" fmla="val 3188113"/>
                  <a:gd name="f128" fmla="val 1956626"/>
                  <a:gd name="f129" fmla="val 3229261"/>
                  <a:gd name="f130" fmla="val 1912144"/>
                  <a:gd name="f131" fmla="val 3274124"/>
                  <a:gd name="f132" fmla="val 1871567"/>
                  <a:gd name="f133" fmla="val 3311747"/>
                  <a:gd name="f134" fmla="val 1837563"/>
                  <a:gd name="f135" fmla="val 3351848"/>
                  <a:gd name="f136" fmla="val 1806321"/>
                  <a:gd name="f137" fmla="val 3388138"/>
                  <a:gd name="f138" fmla="val 1770888"/>
                  <a:gd name="f139" fmla="val 3416999"/>
                  <a:gd name="f140" fmla="val 1742694"/>
                  <a:gd name="f141" fmla="val 3443002"/>
                  <a:gd name="f142" fmla="val 1711833"/>
                  <a:gd name="f143" fmla="val 3466529"/>
                  <a:gd name="f144" fmla="val 1679162"/>
                  <a:gd name="f145" fmla="val 3495008"/>
                  <a:gd name="f146" fmla="val 1639348"/>
                  <a:gd name="f147" fmla="val 3519392"/>
                  <a:gd name="f148" fmla="val 1596771"/>
                  <a:gd name="f149" fmla="val 3538633"/>
                  <a:gd name="f150" fmla="val 1551718"/>
                  <a:gd name="f151" fmla="val 3562731"/>
                  <a:gd name="f152" fmla="val 1495616"/>
                  <a:gd name="f153" fmla="val 3578924"/>
                  <a:gd name="f154" fmla="val 1436465"/>
                  <a:gd name="f155" fmla="val 3588544"/>
                  <a:gd name="f156" fmla="val 1376172"/>
                  <a:gd name="f157" fmla="val 3592925"/>
                  <a:gd name="f158" fmla="val 1348740"/>
                  <a:gd name="f159" fmla="val 3595688"/>
                  <a:gd name="f160" fmla="val 1321022"/>
                  <a:gd name="f161" fmla="val 3597402"/>
                  <a:gd name="f162" fmla="val 1293305"/>
                  <a:gd name="f163" fmla="val 3605974"/>
                  <a:gd name="f164" fmla="val 1155859"/>
                  <a:gd name="f165" fmla="val 3717703"/>
                  <a:gd name="f166" fmla="val 1018127"/>
                  <a:gd name="f167" fmla="val 3721227"/>
                  <a:gd name="f168" fmla="val 880491"/>
                  <a:gd name="f169" fmla="val 3724751"/>
                  <a:gd name="f170" fmla="val 740855"/>
                  <a:gd name="f171" fmla="val 3743135"/>
                  <a:gd name="f172" fmla="val 602171"/>
                  <a:gd name="f173" fmla="val 3761137"/>
                  <a:gd name="f174" fmla="val 463677"/>
                  <a:gd name="f175" fmla="val 3776186"/>
                  <a:gd name="f176" fmla="val 347758"/>
                  <a:gd name="f177" fmla="val 3934968"/>
                  <a:gd name="f178" fmla="val 116205"/>
                  <a:gd name="f179" fmla="+- 0 0 -90"/>
                  <a:gd name="f180" fmla="*/ f3 1 3946874"/>
                  <a:gd name="f181" fmla="*/ f4 1 3989641"/>
                  <a:gd name="f182" fmla="+- f7 0 f5"/>
                  <a:gd name="f183" fmla="+- f6 0 f5"/>
                  <a:gd name="f184" fmla="*/ f179 f0 1"/>
                  <a:gd name="f185" fmla="*/ f183 1 3946874"/>
                  <a:gd name="f186" fmla="*/ f182 1 3989641"/>
                  <a:gd name="f187" fmla="*/ 0 f183 1"/>
                  <a:gd name="f188" fmla="*/ 3989641 f182 1"/>
                  <a:gd name="f189" fmla="*/ 79439 f183 1"/>
                  <a:gd name="f190" fmla="*/ 3891153 f182 1"/>
                  <a:gd name="f191" fmla="*/ 297371 f183 1"/>
                  <a:gd name="f192" fmla="*/ 3626930 f182 1"/>
                  <a:gd name="f193" fmla="*/ 454343 f183 1"/>
                  <a:gd name="f194" fmla="*/ 3440335 f182 1"/>
                  <a:gd name="f195" fmla="*/ 622363 f183 1"/>
                  <a:gd name="f196" fmla="*/ 3290697 f182 1"/>
                  <a:gd name="f197" fmla="*/ 927068 f183 1"/>
                  <a:gd name="f198" fmla="*/ 3087434 f182 1"/>
                  <a:gd name="f199" fmla="*/ 1176338 f183 1"/>
                  <a:gd name="f200" fmla="*/ 2915603 f182 1"/>
                  <a:gd name="f201" fmla="*/ 1394270 f183 1"/>
                  <a:gd name="f202" fmla="*/ 2780729 f182 1"/>
                  <a:gd name="f203" fmla="*/ 1601057 f183 1"/>
                  <a:gd name="f204" fmla="*/ 2723483 f182 1"/>
                  <a:gd name="f205" fmla="*/ 1756220 f183 1"/>
                  <a:gd name="f206" fmla="*/ 2743772 f182 1"/>
                  <a:gd name="f207" fmla="*/ 1889189 f183 1"/>
                  <a:gd name="f208" fmla="*/ 2765965 f182 1"/>
                  <a:gd name="f209" fmla="*/ 2007394 f183 1"/>
                  <a:gd name="f210" fmla="*/ 2184654 f183 1"/>
                  <a:gd name="f211" fmla="*/ 2671763 f182 1"/>
                  <a:gd name="f212" fmla="*/ 2372773 f183 1"/>
                  <a:gd name="f213" fmla="*/ 2538984 f182 1"/>
                  <a:gd name="f214" fmla="*/ 2439543 f183 1"/>
                  <a:gd name="f215" fmla="*/ 2510504 f182 1"/>
                  <a:gd name="f216" fmla="*/ 2650617 f183 1"/>
                  <a:gd name="f217" fmla="*/ 2434781 f182 1"/>
                  <a:gd name="f218" fmla="*/ 2785110 f183 1"/>
                  <a:gd name="f219" fmla="*/ 2383060 f182 1"/>
                  <a:gd name="f220" fmla="*/ 2897315 f183 1"/>
                  <a:gd name="f221" fmla="*/ 2318861 f182 1"/>
                  <a:gd name="f222" fmla="*/ 2997994 f183 1"/>
                  <a:gd name="f223" fmla="*/ 2226183 f182 1"/>
                  <a:gd name="f224" fmla="*/ 3061240 f183 1"/>
                  <a:gd name="f225" fmla="*/ 2141506 f182 1"/>
                  <a:gd name="f226" fmla="*/ 3152108 f183 1"/>
                  <a:gd name="f227" fmla="*/ 2005203 f182 1"/>
                  <a:gd name="f228" fmla="*/ 3274124 f183 1"/>
                  <a:gd name="f229" fmla="*/ 1871567 f182 1"/>
                  <a:gd name="f230" fmla="*/ 3388138 f183 1"/>
                  <a:gd name="f231" fmla="*/ 1770888 f182 1"/>
                  <a:gd name="f232" fmla="*/ 3466529 f183 1"/>
                  <a:gd name="f233" fmla="*/ 1679162 f182 1"/>
                  <a:gd name="f234" fmla="*/ 3538633 f183 1"/>
                  <a:gd name="f235" fmla="*/ 1551718 f182 1"/>
                  <a:gd name="f236" fmla="*/ 3588544 f183 1"/>
                  <a:gd name="f237" fmla="*/ 1376172 f182 1"/>
                  <a:gd name="f238" fmla="*/ 3597402 f183 1"/>
                  <a:gd name="f239" fmla="*/ 1293305 f182 1"/>
                  <a:gd name="f240" fmla="*/ 3721227 f183 1"/>
                  <a:gd name="f241" fmla="*/ 880491 f182 1"/>
                  <a:gd name="f242" fmla="*/ 3761137 f183 1"/>
                  <a:gd name="f243" fmla="*/ 463677 f182 1"/>
                  <a:gd name="f244" fmla="*/ 3946874 f183 1"/>
                  <a:gd name="f245" fmla="*/ 0 f182 1"/>
                  <a:gd name="f246" fmla="*/ f184 1 f2"/>
                  <a:gd name="f247" fmla="*/ f187 1 3946874"/>
                  <a:gd name="f248" fmla="*/ f188 1 3989641"/>
                  <a:gd name="f249" fmla="*/ f189 1 3946874"/>
                  <a:gd name="f250" fmla="*/ f190 1 3989641"/>
                  <a:gd name="f251" fmla="*/ f191 1 3946874"/>
                  <a:gd name="f252" fmla="*/ f192 1 3989641"/>
                  <a:gd name="f253" fmla="*/ f193 1 3946874"/>
                  <a:gd name="f254" fmla="*/ f194 1 3989641"/>
                  <a:gd name="f255" fmla="*/ f195 1 3946874"/>
                  <a:gd name="f256" fmla="*/ f196 1 3989641"/>
                  <a:gd name="f257" fmla="*/ f197 1 3946874"/>
                  <a:gd name="f258" fmla="*/ f198 1 3989641"/>
                  <a:gd name="f259" fmla="*/ f199 1 3946874"/>
                  <a:gd name="f260" fmla="*/ f200 1 3989641"/>
                  <a:gd name="f261" fmla="*/ f201 1 3946874"/>
                  <a:gd name="f262" fmla="*/ f202 1 3989641"/>
                  <a:gd name="f263" fmla="*/ f203 1 3946874"/>
                  <a:gd name="f264" fmla="*/ f204 1 3989641"/>
                  <a:gd name="f265" fmla="*/ f205 1 3946874"/>
                  <a:gd name="f266" fmla="*/ f206 1 3989641"/>
                  <a:gd name="f267" fmla="*/ f207 1 3946874"/>
                  <a:gd name="f268" fmla="*/ f208 1 3989641"/>
                  <a:gd name="f269" fmla="*/ f209 1 3946874"/>
                  <a:gd name="f270" fmla="*/ f210 1 3946874"/>
                  <a:gd name="f271" fmla="*/ f211 1 3989641"/>
                  <a:gd name="f272" fmla="*/ f212 1 3946874"/>
                  <a:gd name="f273" fmla="*/ f213 1 3989641"/>
                  <a:gd name="f274" fmla="*/ f214 1 3946874"/>
                  <a:gd name="f275" fmla="*/ f215 1 3989641"/>
                  <a:gd name="f276" fmla="*/ f216 1 3946874"/>
                  <a:gd name="f277" fmla="*/ f217 1 3989641"/>
                  <a:gd name="f278" fmla="*/ f218 1 3946874"/>
                  <a:gd name="f279" fmla="*/ f219 1 3989641"/>
                  <a:gd name="f280" fmla="*/ f220 1 3946874"/>
                  <a:gd name="f281" fmla="*/ f221 1 3989641"/>
                  <a:gd name="f282" fmla="*/ f222 1 3946874"/>
                  <a:gd name="f283" fmla="*/ f223 1 3989641"/>
                  <a:gd name="f284" fmla="*/ f224 1 3946874"/>
                  <a:gd name="f285" fmla="*/ f225 1 3989641"/>
                  <a:gd name="f286" fmla="*/ f226 1 3946874"/>
                  <a:gd name="f287" fmla="*/ f227 1 3989641"/>
                  <a:gd name="f288" fmla="*/ f228 1 3946874"/>
                  <a:gd name="f289" fmla="*/ f229 1 3989641"/>
                  <a:gd name="f290" fmla="*/ f230 1 3946874"/>
                  <a:gd name="f291" fmla="*/ f231 1 3989641"/>
                  <a:gd name="f292" fmla="*/ f232 1 3946874"/>
                  <a:gd name="f293" fmla="*/ f233 1 3989641"/>
                  <a:gd name="f294" fmla="*/ f234 1 3946874"/>
                  <a:gd name="f295" fmla="*/ f235 1 3989641"/>
                  <a:gd name="f296" fmla="*/ f236 1 3946874"/>
                  <a:gd name="f297" fmla="*/ f237 1 3989641"/>
                  <a:gd name="f298" fmla="*/ f238 1 3946874"/>
                  <a:gd name="f299" fmla="*/ f239 1 3989641"/>
                  <a:gd name="f300" fmla="*/ f240 1 3946874"/>
                  <a:gd name="f301" fmla="*/ f241 1 3989641"/>
                  <a:gd name="f302" fmla="*/ f242 1 3946874"/>
                  <a:gd name="f303" fmla="*/ f243 1 3989641"/>
                  <a:gd name="f304" fmla="*/ f244 1 3946874"/>
                  <a:gd name="f305" fmla="*/ f245 1 3989641"/>
                  <a:gd name="f306" fmla="*/ f5 1 f185"/>
                  <a:gd name="f307" fmla="*/ f6 1 f185"/>
                  <a:gd name="f308" fmla="*/ f5 1 f186"/>
                  <a:gd name="f309" fmla="*/ f7 1 f186"/>
                  <a:gd name="f310" fmla="+- f246 0 f1"/>
                  <a:gd name="f311" fmla="*/ f247 1 f185"/>
                  <a:gd name="f312" fmla="*/ f248 1 f186"/>
                  <a:gd name="f313" fmla="*/ f249 1 f185"/>
                  <a:gd name="f314" fmla="*/ f250 1 f186"/>
                  <a:gd name="f315" fmla="*/ f251 1 f185"/>
                  <a:gd name="f316" fmla="*/ f252 1 f186"/>
                  <a:gd name="f317" fmla="*/ f253 1 f185"/>
                  <a:gd name="f318" fmla="*/ f254 1 f186"/>
                  <a:gd name="f319" fmla="*/ f255 1 f185"/>
                  <a:gd name="f320" fmla="*/ f256 1 f186"/>
                  <a:gd name="f321" fmla="*/ f257 1 f185"/>
                  <a:gd name="f322" fmla="*/ f258 1 f186"/>
                  <a:gd name="f323" fmla="*/ f259 1 f185"/>
                  <a:gd name="f324" fmla="*/ f260 1 f186"/>
                  <a:gd name="f325" fmla="*/ f261 1 f185"/>
                  <a:gd name="f326" fmla="*/ f262 1 f186"/>
                  <a:gd name="f327" fmla="*/ f263 1 f185"/>
                  <a:gd name="f328" fmla="*/ f264 1 f186"/>
                  <a:gd name="f329" fmla="*/ f265 1 f185"/>
                  <a:gd name="f330" fmla="*/ f266 1 f186"/>
                  <a:gd name="f331" fmla="*/ f267 1 f185"/>
                  <a:gd name="f332" fmla="*/ f268 1 f186"/>
                  <a:gd name="f333" fmla="*/ f269 1 f185"/>
                  <a:gd name="f334" fmla="*/ f270 1 f185"/>
                  <a:gd name="f335" fmla="*/ f271 1 f186"/>
                  <a:gd name="f336" fmla="*/ f272 1 f185"/>
                  <a:gd name="f337" fmla="*/ f273 1 f186"/>
                  <a:gd name="f338" fmla="*/ f274 1 f185"/>
                  <a:gd name="f339" fmla="*/ f275 1 f186"/>
                  <a:gd name="f340" fmla="*/ f276 1 f185"/>
                  <a:gd name="f341" fmla="*/ f277 1 f186"/>
                  <a:gd name="f342" fmla="*/ f278 1 f185"/>
                  <a:gd name="f343" fmla="*/ f279 1 f186"/>
                  <a:gd name="f344" fmla="*/ f280 1 f185"/>
                  <a:gd name="f345" fmla="*/ f281 1 f186"/>
                  <a:gd name="f346" fmla="*/ f282 1 f185"/>
                  <a:gd name="f347" fmla="*/ f283 1 f186"/>
                  <a:gd name="f348" fmla="*/ f284 1 f185"/>
                  <a:gd name="f349" fmla="*/ f285 1 f186"/>
                  <a:gd name="f350" fmla="*/ f286 1 f185"/>
                  <a:gd name="f351" fmla="*/ f287 1 f186"/>
                  <a:gd name="f352" fmla="*/ f288 1 f185"/>
                  <a:gd name="f353" fmla="*/ f289 1 f186"/>
                  <a:gd name="f354" fmla="*/ f290 1 f185"/>
                  <a:gd name="f355" fmla="*/ f291 1 f186"/>
                  <a:gd name="f356" fmla="*/ f292 1 f185"/>
                  <a:gd name="f357" fmla="*/ f293 1 f186"/>
                  <a:gd name="f358" fmla="*/ f294 1 f185"/>
                  <a:gd name="f359" fmla="*/ f295 1 f186"/>
                  <a:gd name="f360" fmla="*/ f296 1 f185"/>
                  <a:gd name="f361" fmla="*/ f297 1 f186"/>
                  <a:gd name="f362" fmla="*/ f298 1 f185"/>
                  <a:gd name="f363" fmla="*/ f299 1 f186"/>
                  <a:gd name="f364" fmla="*/ f300 1 f185"/>
                  <a:gd name="f365" fmla="*/ f301 1 f186"/>
                  <a:gd name="f366" fmla="*/ f302 1 f185"/>
                  <a:gd name="f367" fmla="*/ f303 1 f186"/>
                  <a:gd name="f368" fmla="*/ f304 1 f185"/>
                  <a:gd name="f369" fmla="*/ f305 1 f186"/>
                  <a:gd name="f370" fmla="*/ f306 f180 1"/>
                  <a:gd name="f371" fmla="*/ f307 f180 1"/>
                  <a:gd name="f372" fmla="*/ f309 f181 1"/>
                  <a:gd name="f373" fmla="*/ f308 f181 1"/>
                  <a:gd name="f374" fmla="*/ f311 f180 1"/>
                  <a:gd name="f375" fmla="*/ f312 f181 1"/>
                  <a:gd name="f376" fmla="*/ f313 f180 1"/>
                  <a:gd name="f377" fmla="*/ f314 f181 1"/>
                  <a:gd name="f378" fmla="*/ f315 f180 1"/>
                  <a:gd name="f379" fmla="*/ f316 f181 1"/>
                  <a:gd name="f380" fmla="*/ f317 f180 1"/>
                  <a:gd name="f381" fmla="*/ f318 f181 1"/>
                  <a:gd name="f382" fmla="*/ f319 f180 1"/>
                  <a:gd name="f383" fmla="*/ f320 f181 1"/>
                  <a:gd name="f384" fmla="*/ f321 f180 1"/>
                  <a:gd name="f385" fmla="*/ f322 f181 1"/>
                  <a:gd name="f386" fmla="*/ f323 f180 1"/>
                  <a:gd name="f387" fmla="*/ f324 f181 1"/>
                  <a:gd name="f388" fmla="*/ f325 f180 1"/>
                  <a:gd name="f389" fmla="*/ f326 f181 1"/>
                  <a:gd name="f390" fmla="*/ f327 f180 1"/>
                  <a:gd name="f391" fmla="*/ f328 f181 1"/>
                  <a:gd name="f392" fmla="*/ f329 f180 1"/>
                  <a:gd name="f393" fmla="*/ f330 f181 1"/>
                  <a:gd name="f394" fmla="*/ f331 f180 1"/>
                  <a:gd name="f395" fmla="*/ f332 f181 1"/>
                  <a:gd name="f396" fmla="*/ f333 f180 1"/>
                  <a:gd name="f397" fmla="*/ f334 f180 1"/>
                  <a:gd name="f398" fmla="*/ f335 f181 1"/>
                  <a:gd name="f399" fmla="*/ f336 f180 1"/>
                  <a:gd name="f400" fmla="*/ f337 f181 1"/>
                  <a:gd name="f401" fmla="*/ f338 f180 1"/>
                  <a:gd name="f402" fmla="*/ f339 f181 1"/>
                  <a:gd name="f403" fmla="*/ f340 f180 1"/>
                  <a:gd name="f404" fmla="*/ f341 f181 1"/>
                  <a:gd name="f405" fmla="*/ f342 f180 1"/>
                  <a:gd name="f406" fmla="*/ f343 f181 1"/>
                  <a:gd name="f407" fmla="*/ f344 f180 1"/>
                  <a:gd name="f408" fmla="*/ f345 f181 1"/>
                  <a:gd name="f409" fmla="*/ f346 f180 1"/>
                  <a:gd name="f410" fmla="*/ f347 f181 1"/>
                  <a:gd name="f411" fmla="*/ f348 f180 1"/>
                  <a:gd name="f412" fmla="*/ f349 f181 1"/>
                  <a:gd name="f413" fmla="*/ f350 f180 1"/>
                  <a:gd name="f414" fmla="*/ f351 f181 1"/>
                  <a:gd name="f415" fmla="*/ f352 f180 1"/>
                  <a:gd name="f416" fmla="*/ f353 f181 1"/>
                  <a:gd name="f417" fmla="*/ f354 f180 1"/>
                  <a:gd name="f418" fmla="*/ f355 f181 1"/>
                  <a:gd name="f419" fmla="*/ f356 f180 1"/>
                  <a:gd name="f420" fmla="*/ f357 f181 1"/>
                  <a:gd name="f421" fmla="*/ f358 f180 1"/>
                  <a:gd name="f422" fmla="*/ f359 f181 1"/>
                  <a:gd name="f423" fmla="*/ f360 f180 1"/>
                  <a:gd name="f424" fmla="*/ f361 f181 1"/>
                  <a:gd name="f425" fmla="*/ f362 f180 1"/>
                  <a:gd name="f426" fmla="*/ f363 f181 1"/>
                  <a:gd name="f427" fmla="*/ f364 f180 1"/>
                  <a:gd name="f428" fmla="*/ f365 f181 1"/>
                  <a:gd name="f429" fmla="*/ f366 f180 1"/>
                  <a:gd name="f430" fmla="*/ f367 f181 1"/>
                  <a:gd name="f431" fmla="*/ f368 f180 1"/>
                  <a:gd name="f432" fmla="*/ f369 f181 1"/>
                </a:gdLst>
                <a:ahLst/>
                <a:cxnLst>
                  <a:cxn ang="3cd4">
                    <a:pos x="hc" y="t"/>
                  </a:cxn>
                  <a:cxn ang="0">
                    <a:pos x="r" y="vc"/>
                  </a:cxn>
                  <a:cxn ang="cd4">
                    <a:pos x="hc" y="b"/>
                  </a:cxn>
                  <a:cxn ang="cd2">
                    <a:pos x="l" y="vc"/>
                  </a:cxn>
                  <a:cxn ang="f310">
                    <a:pos x="f374" y="f375"/>
                  </a:cxn>
                  <a:cxn ang="f310">
                    <a:pos x="f376" y="f377"/>
                  </a:cxn>
                  <a:cxn ang="f310">
                    <a:pos x="f378" y="f379"/>
                  </a:cxn>
                  <a:cxn ang="f310">
                    <a:pos x="f380" y="f381"/>
                  </a:cxn>
                  <a:cxn ang="f310">
                    <a:pos x="f382" y="f383"/>
                  </a:cxn>
                  <a:cxn ang="f310">
                    <a:pos x="f384" y="f385"/>
                  </a:cxn>
                  <a:cxn ang="f310">
                    <a:pos x="f386" y="f387"/>
                  </a:cxn>
                  <a:cxn ang="f310">
                    <a:pos x="f388" y="f389"/>
                  </a:cxn>
                  <a:cxn ang="f310">
                    <a:pos x="f390" y="f391"/>
                  </a:cxn>
                  <a:cxn ang="f310">
                    <a:pos x="f392" y="f393"/>
                  </a:cxn>
                  <a:cxn ang="f310">
                    <a:pos x="f394" y="f395"/>
                  </a:cxn>
                  <a:cxn ang="f310">
                    <a:pos x="f396" y="f395"/>
                  </a:cxn>
                  <a:cxn ang="f310">
                    <a:pos x="f397" y="f398"/>
                  </a:cxn>
                  <a:cxn ang="f310">
                    <a:pos x="f399" y="f400"/>
                  </a:cxn>
                  <a:cxn ang="f310">
                    <a:pos x="f401" y="f402"/>
                  </a:cxn>
                  <a:cxn ang="f310">
                    <a:pos x="f403" y="f404"/>
                  </a:cxn>
                  <a:cxn ang="f310">
                    <a:pos x="f405" y="f406"/>
                  </a:cxn>
                  <a:cxn ang="f310">
                    <a:pos x="f407" y="f408"/>
                  </a:cxn>
                  <a:cxn ang="f310">
                    <a:pos x="f409" y="f410"/>
                  </a:cxn>
                  <a:cxn ang="f310">
                    <a:pos x="f411" y="f412"/>
                  </a:cxn>
                  <a:cxn ang="f310">
                    <a:pos x="f413" y="f414"/>
                  </a:cxn>
                  <a:cxn ang="f310">
                    <a:pos x="f415" y="f416"/>
                  </a:cxn>
                  <a:cxn ang="f310">
                    <a:pos x="f417" y="f418"/>
                  </a:cxn>
                  <a:cxn ang="f310">
                    <a:pos x="f419" y="f420"/>
                  </a:cxn>
                  <a:cxn ang="f310">
                    <a:pos x="f421" y="f422"/>
                  </a:cxn>
                  <a:cxn ang="f310">
                    <a:pos x="f423" y="f424"/>
                  </a:cxn>
                  <a:cxn ang="f310">
                    <a:pos x="f425" y="f426"/>
                  </a:cxn>
                  <a:cxn ang="f310">
                    <a:pos x="f427" y="f428"/>
                  </a:cxn>
                  <a:cxn ang="f310">
                    <a:pos x="f429" y="f430"/>
                  </a:cxn>
                  <a:cxn ang="f310">
                    <a:pos x="f431" y="f432"/>
                  </a:cxn>
                </a:cxnLst>
                <a:rect l="f370" t="f373" r="f371" b="f372"/>
                <a:pathLst>
                  <a:path w="3946874" h="3989641">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67"/>
                    </a:cubicBezTo>
                    <a:cubicBezTo>
                      <a:pt x="f73" y="f74"/>
                      <a:pt x="f75" y="f76"/>
                      <a:pt x="f77" y="f78"/>
                    </a:cubicBezTo>
                    <a:cubicBezTo>
                      <a:pt x="f79" y="f80"/>
                      <a:pt x="f81" y="f82"/>
                      <a:pt x="f83" y="f84"/>
                    </a:cubicBezTo>
                    <a:cubicBezTo>
                      <a:pt x="f85" y="f86"/>
                      <a:pt x="f87" y="f88"/>
                      <a:pt x="f89" y="f90"/>
                    </a:cubicBezTo>
                    <a:cubicBezTo>
                      <a:pt x="f91" y="f92"/>
                      <a:pt x="f93" y="f94"/>
                      <a:pt x="f95" y="f96"/>
                    </a:cubicBezTo>
                    <a:cubicBezTo>
                      <a:pt x="f97" y="f98"/>
                      <a:pt x="f99" y="f100"/>
                      <a:pt x="f101" y="f102"/>
                    </a:cubicBezTo>
                    <a:cubicBezTo>
                      <a:pt x="f103" y="f104"/>
                      <a:pt x="f105" y="f106"/>
                      <a:pt x="f107" y="f108"/>
                    </a:cubicBezTo>
                    <a:cubicBezTo>
                      <a:pt x="f109" y="f110"/>
                      <a:pt x="f111" y="f112"/>
                      <a:pt x="f113" y="f114"/>
                    </a:cubicBezTo>
                    <a:cubicBezTo>
                      <a:pt x="f115" y="f116"/>
                      <a:pt x="f117" y="f118"/>
                      <a:pt x="f119" y="f120"/>
                    </a:cubicBezTo>
                    <a:cubicBezTo>
                      <a:pt x="f121" y="f122"/>
                      <a:pt x="f123" y="f124"/>
                      <a:pt x="f125" y="f126"/>
                    </a:cubicBezTo>
                    <a:cubicBezTo>
                      <a:pt x="f127" y="f128"/>
                      <a:pt x="f129" y="f130"/>
                      <a:pt x="f131" y="f132"/>
                    </a:cubicBezTo>
                    <a:cubicBezTo>
                      <a:pt x="f133" y="f134"/>
                      <a:pt x="f135" y="f136"/>
                      <a:pt x="f137" y="f138"/>
                    </a:cubicBezTo>
                    <a:cubicBezTo>
                      <a:pt x="f139" y="f140"/>
                      <a:pt x="f141" y="f142"/>
                      <a:pt x="f143" y="f144"/>
                    </a:cubicBezTo>
                    <a:cubicBezTo>
                      <a:pt x="f145" y="f146"/>
                      <a:pt x="f147" y="f148"/>
                      <a:pt x="f149" y="f150"/>
                    </a:cubicBezTo>
                    <a:cubicBezTo>
                      <a:pt x="f151" y="f152"/>
                      <a:pt x="f153" y="f154"/>
                      <a:pt x="f155" y="f156"/>
                    </a:cubicBezTo>
                    <a:cubicBezTo>
                      <a:pt x="f157" y="f158"/>
                      <a:pt x="f159" y="f160"/>
                      <a:pt x="f161" y="f162"/>
                    </a:cubicBezTo>
                    <a:cubicBezTo>
                      <a:pt x="f163" y="f164"/>
                      <a:pt x="f165" y="f166"/>
                      <a:pt x="f167" y="f168"/>
                    </a:cubicBezTo>
                    <a:cubicBezTo>
                      <a:pt x="f169" y="f170"/>
                      <a:pt x="f171" y="f172"/>
                      <a:pt x="f173" y="f174"/>
                    </a:cubicBezTo>
                    <a:cubicBezTo>
                      <a:pt x="f175" y="f176"/>
                      <a:pt x="f177" y="f178"/>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0" name="Freeform: Shape 28">
                <a:extLst>
                  <a:ext uri="{FF2B5EF4-FFF2-40B4-BE49-F238E27FC236}">
                    <a16:creationId xmlns:a16="http://schemas.microsoft.com/office/drawing/2014/main" id="{FD48E89F-21AE-475D-830B-70C4D29F096D}"/>
                  </a:ext>
                </a:extLst>
              </p:cNvPr>
              <p:cNvSpPr/>
              <p:nvPr/>
            </p:nvSpPr>
            <p:spPr>
              <a:xfrm>
                <a:off x="8913232" y="4186123"/>
                <a:ext cx="3265441" cy="2668127"/>
              </a:xfrm>
              <a:custGeom>
                <a:avLst/>
                <a:gdLst>
                  <a:gd name="f0" fmla="val 10800000"/>
                  <a:gd name="f1" fmla="val 5400000"/>
                  <a:gd name="f2" fmla="val 180"/>
                  <a:gd name="f3" fmla="val w"/>
                  <a:gd name="f4" fmla="val h"/>
                  <a:gd name="f5" fmla="val 0"/>
                  <a:gd name="f6" fmla="val 3665410"/>
                  <a:gd name="f7" fmla="val 2985611"/>
                  <a:gd name="f8" fmla="val 86773"/>
                  <a:gd name="f9" fmla="val 2802827"/>
                  <a:gd name="f10" fmla="val 166211"/>
                  <a:gd name="f11" fmla="val 2699766"/>
                  <a:gd name="f12" fmla="val 240983"/>
                  <a:gd name="f13" fmla="val 2602706"/>
                  <a:gd name="f14" fmla="val 309182"/>
                  <a:gd name="f15" fmla="val 2500122"/>
                  <a:gd name="f16" fmla="val 397002"/>
                  <a:gd name="f17" fmla="val 2414969"/>
                  <a:gd name="f18" fmla="val 465296"/>
                  <a:gd name="f19" fmla="val 2348865"/>
                  <a:gd name="f20" fmla="val 543592"/>
                  <a:gd name="f21" fmla="val 2294477"/>
                  <a:gd name="f22" fmla="val 620173"/>
                  <a:gd name="f23" fmla="val 2237899"/>
                  <a:gd name="f24" fmla="val 688277"/>
                  <a:gd name="f25" fmla="val 2187607"/>
                  <a:gd name="f26" fmla="val 755333"/>
                  <a:gd name="f27" fmla="val 2135886"/>
                  <a:gd name="f28" fmla="val 823341"/>
                  <a:gd name="f29" fmla="val 2085499"/>
                  <a:gd name="f30" fmla="val 908685"/>
                  <a:gd name="f31" fmla="val 2022253"/>
                  <a:gd name="f32" fmla="val 994791"/>
                  <a:gd name="f33" fmla="val 1959197"/>
                  <a:gd name="f34" fmla="val 1089565"/>
                  <a:gd name="f35" fmla="val 1911477"/>
                  <a:gd name="f36" fmla="val 1107662"/>
                  <a:gd name="f37" fmla="val 1902428"/>
                  <a:gd name="f38" fmla="val 1126141"/>
                  <a:gd name="f39" fmla="val 1894141"/>
                  <a:gd name="f40" fmla="val 1145000"/>
                  <a:gd name="f41" fmla="val 1886807"/>
                  <a:gd name="f42" fmla="val 1218819"/>
                  <a:gd name="f43" fmla="val 1858232"/>
                  <a:gd name="f44" fmla="val 1296924"/>
                  <a:gd name="f45" fmla="val 1838611"/>
                  <a:gd name="f46" fmla="val 1375791"/>
                  <a:gd name="f47" fmla="val 1842135"/>
                  <a:gd name="f48" fmla="val 1413129"/>
                  <a:gd name="f49" fmla="val 1843754"/>
                  <a:gd name="f50" fmla="val 1449896"/>
                  <a:gd name="f51" fmla="val 1850422"/>
                  <a:gd name="f52" fmla="val 1486567"/>
                  <a:gd name="f53" fmla="val 1857566"/>
                  <a:gd name="f54" fmla="val 1513618"/>
                  <a:gd name="f55" fmla="val 1862804"/>
                  <a:gd name="f56" fmla="val 1540859"/>
                  <a:gd name="f57" fmla="val 1867376"/>
                  <a:gd name="f58" fmla="val 1568101"/>
                  <a:gd name="f59" fmla="val 1871377"/>
                  <a:gd name="f60" fmla="val 1648778"/>
                  <a:gd name="f61" fmla="val 1883188"/>
                  <a:gd name="f62" fmla="val 1730978"/>
                  <a:gd name="f63" fmla="val 1887665"/>
                  <a:gd name="f64" fmla="val 1810607"/>
                  <a:gd name="f65" fmla="val 1877854"/>
                  <a:gd name="f66" fmla="val 1857661"/>
                  <a:gd name="f67" fmla="val 1941100"/>
                  <a:gd name="f68" fmla="val 1829086"/>
                  <a:gd name="f69" fmla="val 1997964"/>
                  <a:gd name="f70" fmla="val 1790605"/>
                  <a:gd name="f71" fmla="val 2037302"/>
                  <a:gd name="f72" fmla="val 1764030"/>
                  <a:gd name="f73" fmla="val 2073497"/>
                  <a:gd name="f74" fmla="val 1733264"/>
                  <a:gd name="f75" fmla="val 2109883"/>
                  <a:gd name="f76" fmla="val 1702784"/>
                  <a:gd name="f77" fmla="val 2176367"/>
                  <a:gd name="f78" fmla="val 1647063"/>
                  <a:gd name="f79" fmla="val 2244852"/>
                  <a:gd name="f80" fmla="val 1593151"/>
                  <a:gd name="f81" fmla="val 2321433"/>
                  <a:gd name="f82" fmla="val 1552384"/>
                  <a:gd name="f83" fmla="val 2397157"/>
                  <a:gd name="f84" fmla="val 1512094"/>
                  <a:gd name="f85" fmla="val 2479548"/>
                  <a:gd name="f86" fmla="val 1486281"/>
                  <a:gd name="f87" fmla="val 2558891"/>
                  <a:gd name="f88" fmla="val 1453420"/>
                  <a:gd name="f89" fmla="val 2610898"/>
                  <a:gd name="f90" fmla="val 1431798"/>
                  <a:gd name="f91" fmla="val 2661571"/>
                  <a:gd name="f92" fmla="val 1407033"/>
                  <a:gd name="f93" fmla="val 2709767"/>
                  <a:gd name="f94" fmla="val 1377887"/>
                  <a:gd name="f95" fmla="val 2774252"/>
                  <a:gd name="f96" fmla="val 1338929"/>
                  <a:gd name="f97" fmla="val 2834069"/>
                  <a:gd name="f98" fmla="val 1292447"/>
                  <a:gd name="f99" fmla="val 2885408"/>
                  <a:gd name="f100" fmla="val 1237393"/>
                  <a:gd name="f101" fmla="val 2933605"/>
                  <a:gd name="f102" fmla="val 1185767"/>
                  <a:gd name="f103" fmla="val 2973324"/>
                  <a:gd name="f104" fmla="val 1127093"/>
                  <a:gd name="f105" fmla="val 3017711"/>
                  <a:gd name="f106" fmla="val 1072229"/>
                  <a:gd name="f107" fmla="val 3059811"/>
                  <a:gd name="f108" fmla="val 1020223"/>
                  <a:gd name="f109" fmla="val 3105912"/>
                  <a:gd name="f110" fmla="val 971645"/>
                  <a:gd name="f111" fmla="val 3150680"/>
                  <a:gd name="f112" fmla="val 921830"/>
                  <a:gd name="f113" fmla="val 3186113"/>
                  <a:gd name="f114" fmla="val 882396"/>
                  <a:gd name="f115" fmla="val 3220593"/>
                  <a:gd name="f116" fmla="val 842010"/>
                  <a:gd name="f117" fmla="val 3255169"/>
                  <a:gd name="f118" fmla="val 801815"/>
                  <a:gd name="f119" fmla="val 3284887"/>
                  <a:gd name="f120" fmla="val 767239"/>
                  <a:gd name="f121" fmla="val 3314605"/>
                  <a:gd name="f122" fmla="val 732473"/>
                  <a:gd name="f123" fmla="val 3339275"/>
                  <a:gd name="f124" fmla="val 694182"/>
                  <a:gd name="f125" fmla="val 3368707"/>
                  <a:gd name="f126" fmla="val 648367"/>
                  <a:gd name="f127" fmla="val 3390138"/>
                  <a:gd name="f128" fmla="val 597980"/>
                  <a:gd name="f129" fmla="val 3409188"/>
                  <a:gd name="f130" fmla="val 546926"/>
                  <a:gd name="f131" fmla="val 3433382"/>
                  <a:gd name="f132" fmla="val 482156"/>
                  <a:gd name="f133" fmla="val 3453384"/>
                  <a:gd name="f134" fmla="val 415861"/>
                  <a:gd name="f135" fmla="val 3464243"/>
                  <a:gd name="f136" fmla="val 347663"/>
                  <a:gd name="f137" fmla="val 3476244"/>
                  <a:gd name="f138" fmla="val 272224"/>
                  <a:gd name="f139" fmla="val 3661696"/>
                  <a:gd name="f140" fmla="val 76295"/>
                  <a:gd name="f141" fmla="val 3665411"/>
                  <a:gd name="f142" fmla="+- 0 0 -90"/>
                  <a:gd name="f143" fmla="*/ f3 1 3665410"/>
                  <a:gd name="f144" fmla="*/ f4 1 2985611"/>
                  <a:gd name="f145" fmla="+- f7 0 f5"/>
                  <a:gd name="f146" fmla="+- f6 0 f5"/>
                  <a:gd name="f147" fmla="*/ f142 f0 1"/>
                  <a:gd name="f148" fmla="*/ f146 1 3665410"/>
                  <a:gd name="f149" fmla="*/ f145 1 2985611"/>
                  <a:gd name="f150" fmla="*/ 0 f146 1"/>
                  <a:gd name="f151" fmla="*/ 2985611 f145 1"/>
                  <a:gd name="f152" fmla="*/ 166211 f146 1"/>
                  <a:gd name="f153" fmla="*/ 2699766 f145 1"/>
                  <a:gd name="f154" fmla="*/ 397002 f146 1"/>
                  <a:gd name="f155" fmla="*/ 2414969 f145 1"/>
                  <a:gd name="f156" fmla="*/ 620173 f146 1"/>
                  <a:gd name="f157" fmla="*/ 2237899 f145 1"/>
                  <a:gd name="f158" fmla="*/ 823341 f146 1"/>
                  <a:gd name="f159" fmla="*/ 2085499 f145 1"/>
                  <a:gd name="f160" fmla="*/ 1089565 f146 1"/>
                  <a:gd name="f161" fmla="*/ 1911477 f145 1"/>
                  <a:gd name="f162" fmla="*/ 1145000 f146 1"/>
                  <a:gd name="f163" fmla="*/ 1886807 f145 1"/>
                  <a:gd name="f164" fmla="*/ 1375791 f146 1"/>
                  <a:gd name="f165" fmla="*/ 1842135 f145 1"/>
                  <a:gd name="f166" fmla="*/ 1486567 f146 1"/>
                  <a:gd name="f167" fmla="*/ 1857566 f145 1"/>
                  <a:gd name="f168" fmla="*/ 1568101 f146 1"/>
                  <a:gd name="f169" fmla="*/ 1871377 f145 1"/>
                  <a:gd name="f170" fmla="*/ 1810607 f146 1"/>
                  <a:gd name="f171" fmla="*/ 1997964 f146 1"/>
                  <a:gd name="f172" fmla="*/ 1790605 f145 1"/>
                  <a:gd name="f173" fmla="*/ 2109883 f146 1"/>
                  <a:gd name="f174" fmla="*/ 1702784 f145 1"/>
                  <a:gd name="f175" fmla="*/ 2321433 f146 1"/>
                  <a:gd name="f176" fmla="*/ 1552384 f145 1"/>
                  <a:gd name="f177" fmla="*/ 2558891 f146 1"/>
                  <a:gd name="f178" fmla="*/ 1453420 f145 1"/>
                  <a:gd name="f179" fmla="*/ 2709767 f146 1"/>
                  <a:gd name="f180" fmla="*/ 1377887 f145 1"/>
                  <a:gd name="f181" fmla="*/ 2885408 f146 1"/>
                  <a:gd name="f182" fmla="*/ 1237393 f145 1"/>
                  <a:gd name="f183" fmla="*/ 3017711 f146 1"/>
                  <a:gd name="f184" fmla="*/ 1072229 f145 1"/>
                  <a:gd name="f185" fmla="*/ 3150680 f146 1"/>
                  <a:gd name="f186" fmla="*/ 921830 f145 1"/>
                  <a:gd name="f187" fmla="*/ 3255169 f146 1"/>
                  <a:gd name="f188" fmla="*/ 801815 f145 1"/>
                  <a:gd name="f189" fmla="*/ 3339275 f146 1"/>
                  <a:gd name="f190" fmla="*/ 694182 f145 1"/>
                  <a:gd name="f191" fmla="*/ 3409188 f146 1"/>
                  <a:gd name="f192" fmla="*/ 546926 f145 1"/>
                  <a:gd name="f193" fmla="*/ 3464243 f146 1"/>
                  <a:gd name="f194" fmla="*/ 347663 f145 1"/>
                  <a:gd name="f195" fmla="*/ 3665411 f146 1"/>
                  <a:gd name="f196" fmla="*/ 0 f145 1"/>
                  <a:gd name="f197" fmla="*/ f147 1 f2"/>
                  <a:gd name="f198" fmla="*/ f150 1 3665410"/>
                  <a:gd name="f199" fmla="*/ f151 1 2985611"/>
                  <a:gd name="f200" fmla="*/ f152 1 3665410"/>
                  <a:gd name="f201" fmla="*/ f153 1 2985611"/>
                  <a:gd name="f202" fmla="*/ f154 1 3665410"/>
                  <a:gd name="f203" fmla="*/ f155 1 2985611"/>
                  <a:gd name="f204" fmla="*/ f156 1 3665410"/>
                  <a:gd name="f205" fmla="*/ f157 1 2985611"/>
                  <a:gd name="f206" fmla="*/ f158 1 3665410"/>
                  <a:gd name="f207" fmla="*/ f159 1 2985611"/>
                  <a:gd name="f208" fmla="*/ f160 1 3665410"/>
                  <a:gd name="f209" fmla="*/ f161 1 2985611"/>
                  <a:gd name="f210" fmla="*/ f162 1 3665410"/>
                  <a:gd name="f211" fmla="*/ f163 1 2985611"/>
                  <a:gd name="f212" fmla="*/ f164 1 3665410"/>
                  <a:gd name="f213" fmla="*/ f165 1 2985611"/>
                  <a:gd name="f214" fmla="*/ f166 1 3665410"/>
                  <a:gd name="f215" fmla="*/ f167 1 2985611"/>
                  <a:gd name="f216" fmla="*/ f168 1 3665410"/>
                  <a:gd name="f217" fmla="*/ f169 1 2985611"/>
                  <a:gd name="f218" fmla="*/ f170 1 3665410"/>
                  <a:gd name="f219" fmla="*/ f171 1 3665410"/>
                  <a:gd name="f220" fmla="*/ f172 1 2985611"/>
                  <a:gd name="f221" fmla="*/ f173 1 3665410"/>
                  <a:gd name="f222" fmla="*/ f174 1 2985611"/>
                  <a:gd name="f223" fmla="*/ f175 1 3665410"/>
                  <a:gd name="f224" fmla="*/ f176 1 2985611"/>
                  <a:gd name="f225" fmla="*/ f177 1 3665410"/>
                  <a:gd name="f226" fmla="*/ f178 1 2985611"/>
                  <a:gd name="f227" fmla="*/ f179 1 3665410"/>
                  <a:gd name="f228" fmla="*/ f180 1 2985611"/>
                  <a:gd name="f229" fmla="*/ f181 1 3665410"/>
                  <a:gd name="f230" fmla="*/ f182 1 2985611"/>
                  <a:gd name="f231" fmla="*/ f183 1 3665410"/>
                  <a:gd name="f232" fmla="*/ f184 1 2985611"/>
                  <a:gd name="f233" fmla="*/ f185 1 3665410"/>
                  <a:gd name="f234" fmla="*/ f186 1 2985611"/>
                  <a:gd name="f235" fmla="*/ f187 1 3665410"/>
                  <a:gd name="f236" fmla="*/ f188 1 2985611"/>
                  <a:gd name="f237" fmla="*/ f189 1 3665410"/>
                  <a:gd name="f238" fmla="*/ f190 1 2985611"/>
                  <a:gd name="f239" fmla="*/ f191 1 3665410"/>
                  <a:gd name="f240" fmla="*/ f192 1 2985611"/>
                  <a:gd name="f241" fmla="*/ f193 1 3665410"/>
                  <a:gd name="f242" fmla="*/ f194 1 2985611"/>
                  <a:gd name="f243" fmla="*/ f195 1 3665410"/>
                  <a:gd name="f244" fmla="*/ f196 1 2985611"/>
                  <a:gd name="f245" fmla="*/ f5 1 f148"/>
                  <a:gd name="f246" fmla="*/ f6 1 f148"/>
                  <a:gd name="f247" fmla="*/ f5 1 f149"/>
                  <a:gd name="f248" fmla="*/ f7 1 f149"/>
                  <a:gd name="f249" fmla="+- f197 0 f1"/>
                  <a:gd name="f250" fmla="*/ f198 1 f148"/>
                  <a:gd name="f251" fmla="*/ f199 1 f149"/>
                  <a:gd name="f252" fmla="*/ f200 1 f148"/>
                  <a:gd name="f253" fmla="*/ f201 1 f149"/>
                  <a:gd name="f254" fmla="*/ f202 1 f148"/>
                  <a:gd name="f255" fmla="*/ f203 1 f149"/>
                  <a:gd name="f256" fmla="*/ f204 1 f148"/>
                  <a:gd name="f257" fmla="*/ f205 1 f149"/>
                  <a:gd name="f258" fmla="*/ f206 1 f148"/>
                  <a:gd name="f259" fmla="*/ f207 1 f149"/>
                  <a:gd name="f260" fmla="*/ f208 1 f148"/>
                  <a:gd name="f261" fmla="*/ f209 1 f149"/>
                  <a:gd name="f262" fmla="*/ f210 1 f148"/>
                  <a:gd name="f263" fmla="*/ f211 1 f149"/>
                  <a:gd name="f264" fmla="*/ f212 1 f148"/>
                  <a:gd name="f265" fmla="*/ f213 1 f149"/>
                  <a:gd name="f266" fmla="*/ f214 1 f148"/>
                  <a:gd name="f267" fmla="*/ f215 1 f149"/>
                  <a:gd name="f268" fmla="*/ f216 1 f148"/>
                  <a:gd name="f269" fmla="*/ f217 1 f149"/>
                  <a:gd name="f270" fmla="*/ f218 1 f148"/>
                  <a:gd name="f271" fmla="*/ f219 1 f148"/>
                  <a:gd name="f272" fmla="*/ f220 1 f149"/>
                  <a:gd name="f273" fmla="*/ f221 1 f148"/>
                  <a:gd name="f274" fmla="*/ f222 1 f149"/>
                  <a:gd name="f275" fmla="*/ f223 1 f148"/>
                  <a:gd name="f276" fmla="*/ f224 1 f149"/>
                  <a:gd name="f277" fmla="*/ f225 1 f148"/>
                  <a:gd name="f278" fmla="*/ f226 1 f149"/>
                  <a:gd name="f279" fmla="*/ f227 1 f148"/>
                  <a:gd name="f280" fmla="*/ f228 1 f149"/>
                  <a:gd name="f281" fmla="*/ f229 1 f148"/>
                  <a:gd name="f282" fmla="*/ f230 1 f149"/>
                  <a:gd name="f283" fmla="*/ f231 1 f148"/>
                  <a:gd name="f284" fmla="*/ f232 1 f149"/>
                  <a:gd name="f285" fmla="*/ f233 1 f148"/>
                  <a:gd name="f286" fmla="*/ f234 1 f149"/>
                  <a:gd name="f287" fmla="*/ f235 1 f148"/>
                  <a:gd name="f288" fmla="*/ f236 1 f149"/>
                  <a:gd name="f289" fmla="*/ f237 1 f148"/>
                  <a:gd name="f290" fmla="*/ f238 1 f149"/>
                  <a:gd name="f291" fmla="*/ f239 1 f148"/>
                  <a:gd name="f292" fmla="*/ f240 1 f149"/>
                  <a:gd name="f293" fmla="*/ f241 1 f148"/>
                  <a:gd name="f294" fmla="*/ f242 1 f149"/>
                  <a:gd name="f295" fmla="*/ f243 1 f148"/>
                  <a:gd name="f296" fmla="*/ f244 1 f149"/>
                  <a:gd name="f297" fmla="*/ f245 f143 1"/>
                  <a:gd name="f298" fmla="*/ f246 f143 1"/>
                  <a:gd name="f299" fmla="*/ f248 f144 1"/>
                  <a:gd name="f300" fmla="*/ f247 f144 1"/>
                  <a:gd name="f301" fmla="*/ f250 f143 1"/>
                  <a:gd name="f302" fmla="*/ f251 f144 1"/>
                  <a:gd name="f303" fmla="*/ f252 f143 1"/>
                  <a:gd name="f304" fmla="*/ f253 f144 1"/>
                  <a:gd name="f305" fmla="*/ f254 f143 1"/>
                  <a:gd name="f306" fmla="*/ f255 f144 1"/>
                  <a:gd name="f307" fmla="*/ f256 f143 1"/>
                  <a:gd name="f308" fmla="*/ f257 f144 1"/>
                  <a:gd name="f309" fmla="*/ f258 f143 1"/>
                  <a:gd name="f310" fmla="*/ f259 f144 1"/>
                  <a:gd name="f311" fmla="*/ f260 f143 1"/>
                  <a:gd name="f312" fmla="*/ f261 f144 1"/>
                  <a:gd name="f313" fmla="*/ f262 f143 1"/>
                  <a:gd name="f314" fmla="*/ f263 f144 1"/>
                  <a:gd name="f315" fmla="*/ f264 f143 1"/>
                  <a:gd name="f316" fmla="*/ f265 f144 1"/>
                  <a:gd name="f317" fmla="*/ f266 f143 1"/>
                  <a:gd name="f318" fmla="*/ f267 f144 1"/>
                  <a:gd name="f319" fmla="*/ f268 f143 1"/>
                  <a:gd name="f320" fmla="*/ f269 f144 1"/>
                  <a:gd name="f321" fmla="*/ f270 f143 1"/>
                  <a:gd name="f322" fmla="*/ f271 f143 1"/>
                  <a:gd name="f323" fmla="*/ f272 f144 1"/>
                  <a:gd name="f324" fmla="*/ f273 f143 1"/>
                  <a:gd name="f325" fmla="*/ f274 f144 1"/>
                  <a:gd name="f326" fmla="*/ f275 f143 1"/>
                  <a:gd name="f327" fmla="*/ f276 f144 1"/>
                  <a:gd name="f328" fmla="*/ f277 f143 1"/>
                  <a:gd name="f329" fmla="*/ f278 f144 1"/>
                  <a:gd name="f330" fmla="*/ f279 f143 1"/>
                  <a:gd name="f331" fmla="*/ f280 f144 1"/>
                  <a:gd name="f332" fmla="*/ f281 f143 1"/>
                  <a:gd name="f333" fmla="*/ f282 f144 1"/>
                  <a:gd name="f334" fmla="*/ f283 f143 1"/>
                  <a:gd name="f335" fmla="*/ f284 f144 1"/>
                  <a:gd name="f336" fmla="*/ f285 f143 1"/>
                  <a:gd name="f337" fmla="*/ f286 f144 1"/>
                  <a:gd name="f338" fmla="*/ f287 f143 1"/>
                  <a:gd name="f339" fmla="*/ f288 f144 1"/>
                  <a:gd name="f340" fmla="*/ f289 f143 1"/>
                  <a:gd name="f341" fmla="*/ f290 f144 1"/>
                  <a:gd name="f342" fmla="*/ f291 f143 1"/>
                  <a:gd name="f343" fmla="*/ f292 f144 1"/>
                  <a:gd name="f344" fmla="*/ f293 f143 1"/>
                  <a:gd name="f345" fmla="*/ f294 f144 1"/>
                  <a:gd name="f346" fmla="*/ f295 f143 1"/>
                  <a:gd name="f347" fmla="*/ f296 f144 1"/>
                </a:gdLst>
                <a:ahLst/>
                <a:cxnLst>
                  <a:cxn ang="3cd4">
                    <a:pos x="hc" y="t"/>
                  </a:cxn>
                  <a:cxn ang="0">
                    <a:pos x="r" y="vc"/>
                  </a:cxn>
                  <a:cxn ang="cd4">
                    <a:pos x="hc" y="b"/>
                  </a:cxn>
                  <a:cxn ang="cd2">
                    <a:pos x="l" y="vc"/>
                  </a:cxn>
                  <a:cxn ang="f249">
                    <a:pos x="f301" y="f302"/>
                  </a:cxn>
                  <a:cxn ang="f249">
                    <a:pos x="f303" y="f304"/>
                  </a:cxn>
                  <a:cxn ang="f249">
                    <a:pos x="f305" y="f306"/>
                  </a:cxn>
                  <a:cxn ang="f249">
                    <a:pos x="f307" y="f308"/>
                  </a:cxn>
                  <a:cxn ang="f249">
                    <a:pos x="f309" y="f310"/>
                  </a:cxn>
                  <a:cxn ang="f249">
                    <a:pos x="f311" y="f312"/>
                  </a:cxn>
                  <a:cxn ang="f249">
                    <a:pos x="f313" y="f314"/>
                  </a:cxn>
                  <a:cxn ang="f249">
                    <a:pos x="f315" y="f316"/>
                  </a:cxn>
                  <a:cxn ang="f249">
                    <a:pos x="f317" y="f318"/>
                  </a:cxn>
                  <a:cxn ang="f249">
                    <a:pos x="f319" y="f320"/>
                  </a:cxn>
                  <a:cxn ang="f249">
                    <a:pos x="f321" y="f320"/>
                  </a:cxn>
                  <a:cxn ang="f249">
                    <a:pos x="f322" y="f323"/>
                  </a:cxn>
                  <a:cxn ang="f249">
                    <a:pos x="f324" y="f325"/>
                  </a:cxn>
                  <a:cxn ang="f249">
                    <a:pos x="f326" y="f327"/>
                  </a:cxn>
                  <a:cxn ang="f249">
                    <a:pos x="f328" y="f329"/>
                  </a:cxn>
                  <a:cxn ang="f249">
                    <a:pos x="f330" y="f331"/>
                  </a:cxn>
                  <a:cxn ang="f249">
                    <a:pos x="f332" y="f333"/>
                  </a:cxn>
                  <a:cxn ang="f249">
                    <a:pos x="f334" y="f335"/>
                  </a:cxn>
                  <a:cxn ang="f249">
                    <a:pos x="f336" y="f337"/>
                  </a:cxn>
                  <a:cxn ang="f249">
                    <a:pos x="f338" y="f339"/>
                  </a:cxn>
                  <a:cxn ang="f249">
                    <a:pos x="f340" y="f341"/>
                  </a:cxn>
                  <a:cxn ang="f249">
                    <a:pos x="f342" y="f343"/>
                  </a:cxn>
                  <a:cxn ang="f249">
                    <a:pos x="f344" y="f345"/>
                  </a:cxn>
                  <a:cxn ang="f249">
                    <a:pos x="f346" y="f347"/>
                  </a:cxn>
                </a:cxnLst>
                <a:rect l="f297" t="f300" r="f298" b="f299"/>
                <a:pathLst>
                  <a:path w="3665410" h="2985611">
                    <a:moveTo>
                      <a:pt x="f5" y="f7"/>
                    </a:moveTo>
                    <a:cubicBezTo>
                      <a:pt x="f5" y="f7"/>
                      <a:pt x="f8" y="f9"/>
                      <a:pt x="f10" y="f11"/>
                    </a:cubicBezTo>
                    <a:cubicBezTo>
                      <a:pt x="f12" y="f13"/>
                      <a:pt x="f14" y="f15"/>
                      <a:pt x="f16" y="f17"/>
                    </a:cubicBezTo>
                    <a:cubicBezTo>
                      <a:pt x="f18" y="f19"/>
                      <a:pt x="f20" y="f21"/>
                      <a:pt x="f22" y="f23"/>
                    </a:cubicBezTo>
                    <a:cubicBezTo>
                      <a:pt x="f24" y="f25"/>
                      <a:pt x="f26" y="f27"/>
                      <a:pt x="f28" y="f29"/>
                    </a:cubicBezTo>
                    <a:cubicBezTo>
                      <a:pt x="f30" y="f31"/>
                      <a:pt x="f32" y="f33"/>
                      <a:pt x="f34" y="f35"/>
                    </a:cubicBezTo>
                    <a:cubicBezTo>
                      <a:pt x="f36" y="f37"/>
                      <a:pt x="f38" y="f39"/>
                      <a:pt x="f40" y="f41"/>
                    </a:cubicBezTo>
                    <a:cubicBezTo>
                      <a:pt x="f42" y="f43"/>
                      <a:pt x="f44" y="f45"/>
                      <a:pt x="f46" y="f47"/>
                    </a:cubicBezTo>
                    <a:cubicBezTo>
                      <a:pt x="f48" y="f49"/>
                      <a:pt x="f50" y="f51"/>
                      <a:pt x="f52" y="f53"/>
                    </a:cubicBezTo>
                    <a:cubicBezTo>
                      <a:pt x="f54" y="f55"/>
                      <a:pt x="f56" y="f57"/>
                      <a:pt x="f58" y="f59"/>
                    </a:cubicBezTo>
                    <a:cubicBezTo>
                      <a:pt x="f60" y="f61"/>
                      <a:pt x="f62" y="f63"/>
                      <a:pt x="f64" y="f59"/>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cubicBezTo>
                      <a:pt x="f101" y="f102"/>
                      <a:pt x="f103" y="f104"/>
                      <a:pt x="f105" y="f106"/>
                    </a:cubicBezTo>
                    <a:cubicBezTo>
                      <a:pt x="f107" y="f108"/>
                      <a:pt x="f109" y="f110"/>
                      <a:pt x="f111" y="f112"/>
                    </a:cubicBezTo>
                    <a:cubicBezTo>
                      <a:pt x="f113" y="f114"/>
                      <a:pt x="f115" y="f116"/>
                      <a:pt x="f117" y="f118"/>
                    </a:cubicBezTo>
                    <a:cubicBezTo>
                      <a:pt x="f119" y="f120"/>
                      <a:pt x="f121" y="f122"/>
                      <a:pt x="f123" y="f124"/>
                    </a:cubicBezTo>
                    <a:cubicBezTo>
                      <a:pt x="f125" y="f126"/>
                      <a:pt x="f127" y="f128"/>
                      <a:pt x="f129" y="f130"/>
                    </a:cubicBezTo>
                    <a:cubicBezTo>
                      <a:pt x="f131" y="f132"/>
                      <a:pt x="f133" y="f134"/>
                      <a:pt x="f135" y="f136"/>
                    </a:cubicBezTo>
                    <a:cubicBezTo>
                      <a:pt x="f137" y="f138"/>
                      <a:pt x="f139" y="f140"/>
                      <a:pt x="f141"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1" name="Freeform: Shape 29">
                <a:extLst>
                  <a:ext uri="{FF2B5EF4-FFF2-40B4-BE49-F238E27FC236}">
                    <a16:creationId xmlns:a16="http://schemas.microsoft.com/office/drawing/2014/main" id="{2CED841C-AB71-4ABF-AC47-A7925040E0B7}"/>
                  </a:ext>
                </a:extLst>
              </p:cNvPr>
              <p:cNvSpPr/>
              <p:nvPr/>
            </p:nvSpPr>
            <p:spPr>
              <a:xfrm>
                <a:off x="11937263" y="6677625"/>
                <a:ext cx="254733" cy="177905"/>
              </a:xfrm>
              <a:custGeom>
                <a:avLst/>
                <a:gdLst>
                  <a:gd name="f0" fmla="val 10800000"/>
                  <a:gd name="f1" fmla="val 5400000"/>
                  <a:gd name="f2" fmla="val 180"/>
                  <a:gd name="f3" fmla="val w"/>
                  <a:gd name="f4" fmla="val h"/>
                  <a:gd name="f5" fmla="val 0"/>
                  <a:gd name="f6" fmla="val 285940"/>
                  <a:gd name="f7" fmla="val 199072"/>
                  <a:gd name="f8" fmla="val 199073"/>
                  <a:gd name="f9" fmla="val 242125"/>
                  <a:gd name="f10" fmla="val 39243"/>
                  <a:gd name="f11" fmla="+- 0 0 -90"/>
                  <a:gd name="f12" fmla="*/ f3 1 285940"/>
                  <a:gd name="f13" fmla="*/ f4 1 199072"/>
                  <a:gd name="f14" fmla="+- f7 0 f5"/>
                  <a:gd name="f15" fmla="+- f6 0 f5"/>
                  <a:gd name="f16" fmla="*/ f11 f0 1"/>
                  <a:gd name="f17" fmla="*/ f15 1 285940"/>
                  <a:gd name="f18" fmla="*/ f14 1 199072"/>
                  <a:gd name="f19" fmla="*/ 0 f15 1"/>
                  <a:gd name="f20" fmla="*/ 199073 f14 1"/>
                  <a:gd name="f21" fmla="*/ 285940 f15 1"/>
                  <a:gd name="f22" fmla="*/ 0 f14 1"/>
                  <a:gd name="f23" fmla="*/ f16 1 f2"/>
                  <a:gd name="f24" fmla="*/ f19 1 285940"/>
                  <a:gd name="f25" fmla="*/ f20 1 199072"/>
                  <a:gd name="f26" fmla="*/ f21 1 285940"/>
                  <a:gd name="f27" fmla="*/ f22 1 199072"/>
                  <a:gd name="f28" fmla="*/ f5 1 f17"/>
                  <a:gd name="f29" fmla="*/ f6 1 f17"/>
                  <a:gd name="f30" fmla="*/ f5 1 f18"/>
                  <a:gd name="f31" fmla="*/ f7 1 f18"/>
                  <a:gd name="f32" fmla="+- f23 0 f1"/>
                  <a:gd name="f33" fmla="*/ f24 1 f17"/>
                  <a:gd name="f34" fmla="*/ f25 1 f18"/>
                  <a:gd name="f35" fmla="*/ f26 1 f17"/>
                  <a:gd name="f36" fmla="*/ f27 1 f18"/>
                  <a:gd name="f37" fmla="*/ f28 f12 1"/>
                  <a:gd name="f38" fmla="*/ f29 f12 1"/>
                  <a:gd name="f39" fmla="*/ f31 f13 1"/>
                  <a:gd name="f40" fmla="*/ f30 f13 1"/>
                  <a:gd name="f41" fmla="*/ f33 f12 1"/>
                  <a:gd name="f42" fmla="*/ f34 f13 1"/>
                  <a:gd name="f43" fmla="*/ f35 f12 1"/>
                  <a:gd name="f44" fmla="*/ f36 f13 1"/>
                </a:gdLst>
                <a:ahLst/>
                <a:cxnLst>
                  <a:cxn ang="3cd4">
                    <a:pos x="hc" y="t"/>
                  </a:cxn>
                  <a:cxn ang="0">
                    <a:pos x="r" y="vc"/>
                  </a:cxn>
                  <a:cxn ang="cd4">
                    <a:pos x="hc" y="b"/>
                  </a:cxn>
                  <a:cxn ang="cd2">
                    <a:pos x="l" y="vc"/>
                  </a:cxn>
                  <a:cxn ang="f32">
                    <a:pos x="f41" y="f42"/>
                  </a:cxn>
                  <a:cxn ang="f32">
                    <a:pos x="f43" y="f44"/>
                  </a:cxn>
                </a:cxnLst>
                <a:rect l="f37" t="f40" r="f38" b="f39"/>
                <a:pathLst>
                  <a:path w="285940" h="199072">
                    <a:moveTo>
                      <a:pt x="f5" y="f8"/>
                    </a:moveTo>
                    <a:cubicBezTo>
                      <a:pt x="f5" y="f8"/>
                      <a:pt x="f9" y="f10"/>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2" name="Freeform: Shape 30">
                <a:extLst>
                  <a:ext uri="{FF2B5EF4-FFF2-40B4-BE49-F238E27FC236}">
                    <a16:creationId xmlns:a16="http://schemas.microsoft.com/office/drawing/2014/main" id="{308B5E0B-BB59-4972-8426-EF36F6741AB6}"/>
                  </a:ext>
                </a:extLst>
              </p:cNvPr>
              <p:cNvSpPr/>
              <p:nvPr/>
            </p:nvSpPr>
            <p:spPr>
              <a:xfrm>
                <a:off x="11583326" y="6516837"/>
                <a:ext cx="584237" cy="340659"/>
              </a:xfrm>
              <a:custGeom>
                <a:avLst/>
                <a:gdLst>
                  <a:gd name="f0" fmla="val 10800000"/>
                  <a:gd name="f1" fmla="val 5400000"/>
                  <a:gd name="f2" fmla="val 180"/>
                  <a:gd name="f3" fmla="val w"/>
                  <a:gd name="f4" fmla="val h"/>
                  <a:gd name="f5" fmla="val 0"/>
                  <a:gd name="f6" fmla="val 655796"/>
                  <a:gd name="f7" fmla="val 381190"/>
                  <a:gd name="f8" fmla="val 461105"/>
                  <a:gd name="f9" fmla="val 172117"/>
                  <a:gd name="f10" fmla="+- 0 0 -90"/>
                  <a:gd name="f11" fmla="*/ f3 1 655796"/>
                  <a:gd name="f12" fmla="*/ f4 1 381190"/>
                  <a:gd name="f13" fmla="+- f7 0 f5"/>
                  <a:gd name="f14" fmla="+- f6 0 f5"/>
                  <a:gd name="f15" fmla="*/ f10 f0 1"/>
                  <a:gd name="f16" fmla="*/ f14 1 655796"/>
                  <a:gd name="f17" fmla="*/ f13 1 381190"/>
                  <a:gd name="f18" fmla="*/ 0 f14 1"/>
                  <a:gd name="f19" fmla="*/ 381190 f13 1"/>
                  <a:gd name="f20" fmla="*/ 655796 f14 1"/>
                  <a:gd name="f21" fmla="*/ 0 f13 1"/>
                  <a:gd name="f22" fmla="*/ f15 1 f2"/>
                  <a:gd name="f23" fmla="*/ f18 1 655796"/>
                  <a:gd name="f24" fmla="*/ f19 1 381190"/>
                  <a:gd name="f25" fmla="*/ f20 1 655796"/>
                  <a:gd name="f26" fmla="*/ f21 1 381190"/>
                  <a:gd name="f27" fmla="*/ f5 1 f16"/>
                  <a:gd name="f28" fmla="*/ f6 1 f16"/>
                  <a:gd name="f29" fmla="*/ f5 1 f17"/>
                  <a:gd name="f30" fmla="*/ f7 1 f17"/>
                  <a:gd name="f31" fmla="+- f22 0 f1"/>
                  <a:gd name="f32" fmla="*/ f23 1 f16"/>
                  <a:gd name="f33" fmla="*/ f24 1 f17"/>
                  <a:gd name="f34" fmla="*/ f25 1 f16"/>
                  <a:gd name="f35" fmla="*/ f26 1 f17"/>
                  <a:gd name="f36" fmla="*/ f27 f11 1"/>
                  <a:gd name="f37" fmla="*/ f28 f11 1"/>
                  <a:gd name="f38" fmla="*/ f30 f12 1"/>
                  <a:gd name="f39" fmla="*/ f29 f12 1"/>
                  <a:gd name="f40" fmla="*/ f32 f11 1"/>
                  <a:gd name="f41" fmla="*/ f33 f12 1"/>
                  <a:gd name="f42" fmla="*/ f34 f11 1"/>
                  <a:gd name="f43" fmla="*/ f35 f12 1"/>
                </a:gdLst>
                <a:ahLst/>
                <a:cxnLst>
                  <a:cxn ang="3cd4">
                    <a:pos x="hc" y="t"/>
                  </a:cxn>
                  <a:cxn ang="0">
                    <a:pos x="r" y="vc"/>
                  </a:cxn>
                  <a:cxn ang="cd4">
                    <a:pos x="hc" y="b"/>
                  </a:cxn>
                  <a:cxn ang="cd2">
                    <a:pos x="l" y="vc"/>
                  </a:cxn>
                  <a:cxn ang="f31">
                    <a:pos x="f40" y="f41"/>
                  </a:cxn>
                  <a:cxn ang="f31">
                    <a:pos x="f42" y="f43"/>
                  </a:cxn>
                </a:cxnLst>
                <a:rect l="f36" t="f39" r="f37" b="f38"/>
                <a:pathLst>
                  <a:path w="655796" h="381190">
                    <a:moveTo>
                      <a:pt x="f5" y="f7"/>
                    </a:moveTo>
                    <a:cubicBezTo>
                      <a:pt x="f5" y="f7"/>
                      <a:pt x="f8" y="f9"/>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3" name="Freeform: Shape 31">
                <a:extLst>
                  <a:ext uri="{FF2B5EF4-FFF2-40B4-BE49-F238E27FC236}">
                    <a16:creationId xmlns:a16="http://schemas.microsoft.com/office/drawing/2014/main" id="{681F8067-1971-4E01-9976-70436F88B013}"/>
                  </a:ext>
                </a:extLst>
              </p:cNvPr>
              <p:cNvSpPr/>
              <p:nvPr/>
            </p:nvSpPr>
            <p:spPr>
              <a:xfrm>
                <a:off x="9588608" y="5460559"/>
                <a:ext cx="2590065" cy="1380497"/>
              </a:xfrm>
              <a:custGeom>
                <a:avLst/>
                <a:gdLst>
                  <a:gd name="f0" fmla="val 10800000"/>
                  <a:gd name="f1" fmla="val 5400000"/>
                  <a:gd name="f2" fmla="val 180"/>
                  <a:gd name="f3" fmla="val w"/>
                  <a:gd name="f4" fmla="val h"/>
                  <a:gd name="f5" fmla="val 0"/>
                  <a:gd name="f6" fmla="val 2907315"/>
                  <a:gd name="f7" fmla="val 1544764"/>
                  <a:gd name="f8" fmla="val 98012"/>
                  <a:gd name="f9" fmla="val 1443990"/>
                  <a:gd name="f10" fmla="val 201644"/>
                  <a:gd name="f11" fmla="val 1352550"/>
                  <a:gd name="f12" fmla="val 271272"/>
                  <a:gd name="f13" fmla="val 1291209"/>
                  <a:gd name="f14" fmla="val 343662"/>
                  <a:gd name="f15" fmla="val 1234249"/>
                  <a:gd name="f16" fmla="val 423196"/>
                  <a:gd name="f17" fmla="val 1196054"/>
                  <a:gd name="f18" fmla="val 537591"/>
                  <a:gd name="f19" fmla="val 1141095"/>
                  <a:gd name="f20" fmla="val 661226"/>
                  <a:gd name="f21" fmla="val 1127189"/>
                  <a:gd name="f22" fmla="val 782193"/>
                  <a:gd name="f23" fmla="val 1099947"/>
                  <a:gd name="f24" fmla="val 872300"/>
                  <a:gd name="f25" fmla="val 1079659"/>
                  <a:gd name="f26" fmla="val 961358"/>
                  <a:gd name="f27" fmla="val 1051370"/>
                  <a:gd name="f28" fmla="val 1052513"/>
                  <a:gd name="f29" fmla="val 1042321"/>
                  <a:gd name="f30" fmla="val 1139000"/>
                  <a:gd name="f31" fmla="val 1033653"/>
                  <a:gd name="f32" fmla="val 1225868"/>
                  <a:gd name="f33" fmla="val 1040321"/>
                  <a:gd name="f34" fmla="val 1311783"/>
                  <a:gd name="f35" fmla="val 1056037"/>
                  <a:gd name="f36" fmla="val 1369314"/>
                  <a:gd name="f37" fmla="val 1066609"/>
                  <a:gd name="f38" fmla="val 1426559"/>
                  <a:gd name="f39" fmla="val 1079373"/>
                  <a:gd name="f40" fmla="val 1484662"/>
                  <a:gd name="f41" fmla="val 1083469"/>
                  <a:gd name="f42" fmla="val 1587913"/>
                  <a:gd name="f43" fmla="val 1090803"/>
                  <a:gd name="f44" fmla="val 1690402"/>
                  <a:gd name="f45" fmla="val 1064800"/>
                  <a:gd name="f46" fmla="val 1788224"/>
                  <a:gd name="f47" fmla="val 1023080"/>
                  <a:gd name="f48" fmla="val 1956721"/>
                  <a:gd name="f49" fmla="val 951262"/>
                  <a:gd name="f50" fmla="val 2106549"/>
                  <a:gd name="f51" fmla="val 825722"/>
                  <a:gd name="f52" fmla="val 2269045"/>
                  <a:gd name="f53" fmla="val 734758"/>
                  <a:gd name="f54" fmla="val 2359438"/>
                  <a:gd name="f55" fmla="val 684181"/>
                  <a:gd name="f56" fmla="val 2452497"/>
                  <a:gd name="f57" fmla="val 640556"/>
                  <a:gd name="f58" fmla="val 2534984"/>
                  <a:gd name="f59" fmla="val 572738"/>
                  <a:gd name="f60" fmla="val 2673001"/>
                  <a:gd name="f61" fmla="val 459391"/>
                  <a:gd name="f62" fmla="val 2847023"/>
                  <a:gd name="f63" fmla="val 191453"/>
                  <a:gd name="f64" fmla="val 2907316"/>
                  <a:gd name="f65" fmla="+- 0 0 -90"/>
                  <a:gd name="f66" fmla="*/ f3 1 2907315"/>
                  <a:gd name="f67" fmla="*/ f4 1 1544764"/>
                  <a:gd name="f68" fmla="+- f7 0 f5"/>
                  <a:gd name="f69" fmla="+- f6 0 f5"/>
                  <a:gd name="f70" fmla="*/ f65 f0 1"/>
                  <a:gd name="f71" fmla="*/ f69 1 2907315"/>
                  <a:gd name="f72" fmla="*/ f68 1 1544764"/>
                  <a:gd name="f73" fmla="*/ 0 f69 1"/>
                  <a:gd name="f74" fmla="*/ 1544764 f68 1"/>
                  <a:gd name="f75" fmla="*/ 201644 f69 1"/>
                  <a:gd name="f76" fmla="*/ 1352550 f68 1"/>
                  <a:gd name="f77" fmla="*/ 423196 f69 1"/>
                  <a:gd name="f78" fmla="*/ 1196054 f68 1"/>
                  <a:gd name="f79" fmla="*/ 782193 f69 1"/>
                  <a:gd name="f80" fmla="*/ 1099947 f68 1"/>
                  <a:gd name="f81" fmla="*/ 1052513 f69 1"/>
                  <a:gd name="f82" fmla="*/ 1042321 f68 1"/>
                  <a:gd name="f83" fmla="*/ 1311783 f69 1"/>
                  <a:gd name="f84" fmla="*/ 1056037 f68 1"/>
                  <a:gd name="f85" fmla="*/ 1484662 f69 1"/>
                  <a:gd name="f86" fmla="*/ 1083469 f68 1"/>
                  <a:gd name="f87" fmla="*/ 1788224 f69 1"/>
                  <a:gd name="f88" fmla="*/ 1023080 f68 1"/>
                  <a:gd name="f89" fmla="*/ 2269045 f69 1"/>
                  <a:gd name="f90" fmla="*/ 734758 f68 1"/>
                  <a:gd name="f91" fmla="*/ 2534984 f69 1"/>
                  <a:gd name="f92" fmla="*/ 572738 f68 1"/>
                  <a:gd name="f93" fmla="*/ 2907316 f69 1"/>
                  <a:gd name="f94" fmla="*/ 0 f68 1"/>
                  <a:gd name="f95" fmla="*/ f70 1 f2"/>
                  <a:gd name="f96" fmla="*/ f73 1 2907315"/>
                  <a:gd name="f97" fmla="*/ f74 1 1544764"/>
                  <a:gd name="f98" fmla="*/ f75 1 2907315"/>
                  <a:gd name="f99" fmla="*/ f76 1 1544764"/>
                  <a:gd name="f100" fmla="*/ f77 1 2907315"/>
                  <a:gd name="f101" fmla="*/ f78 1 1544764"/>
                  <a:gd name="f102" fmla="*/ f79 1 2907315"/>
                  <a:gd name="f103" fmla="*/ f80 1 1544764"/>
                  <a:gd name="f104" fmla="*/ f81 1 2907315"/>
                  <a:gd name="f105" fmla="*/ f82 1 1544764"/>
                  <a:gd name="f106" fmla="*/ f83 1 2907315"/>
                  <a:gd name="f107" fmla="*/ f84 1 1544764"/>
                  <a:gd name="f108" fmla="*/ f85 1 2907315"/>
                  <a:gd name="f109" fmla="*/ f86 1 1544764"/>
                  <a:gd name="f110" fmla="*/ f87 1 2907315"/>
                  <a:gd name="f111" fmla="*/ f88 1 1544764"/>
                  <a:gd name="f112" fmla="*/ f89 1 2907315"/>
                  <a:gd name="f113" fmla="*/ f90 1 1544764"/>
                  <a:gd name="f114" fmla="*/ f91 1 2907315"/>
                  <a:gd name="f115" fmla="*/ f92 1 1544764"/>
                  <a:gd name="f116" fmla="*/ f93 1 2907315"/>
                  <a:gd name="f117" fmla="*/ f94 1 1544764"/>
                  <a:gd name="f118" fmla="*/ f5 1 f71"/>
                  <a:gd name="f119" fmla="*/ f6 1 f71"/>
                  <a:gd name="f120" fmla="*/ f5 1 f72"/>
                  <a:gd name="f121" fmla="*/ f7 1 f72"/>
                  <a:gd name="f122" fmla="+- f95 0 f1"/>
                  <a:gd name="f123" fmla="*/ f96 1 f71"/>
                  <a:gd name="f124" fmla="*/ f97 1 f72"/>
                  <a:gd name="f125" fmla="*/ f98 1 f71"/>
                  <a:gd name="f126" fmla="*/ f99 1 f72"/>
                  <a:gd name="f127" fmla="*/ f100 1 f71"/>
                  <a:gd name="f128" fmla="*/ f101 1 f72"/>
                  <a:gd name="f129" fmla="*/ f102 1 f71"/>
                  <a:gd name="f130" fmla="*/ f103 1 f72"/>
                  <a:gd name="f131" fmla="*/ f104 1 f71"/>
                  <a:gd name="f132" fmla="*/ f105 1 f72"/>
                  <a:gd name="f133" fmla="*/ f106 1 f71"/>
                  <a:gd name="f134" fmla="*/ f107 1 f72"/>
                  <a:gd name="f135" fmla="*/ f108 1 f71"/>
                  <a:gd name="f136" fmla="*/ f109 1 f72"/>
                  <a:gd name="f137" fmla="*/ f110 1 f71"/>
                  <a:gd name="f138" fmla="*/ f111 1 f72"/>
                  <a:gd name="f139" fmla="*/ f112 1 f71"/>
                  <a:gd name="f140" fmla="*/ f113 1 f72"/>
                  <a:gd name="f141" fmla="*/ f114 1 f71"/>
                  <a:gd name="f142" fmla="*/ f115 1 f72"/>
                  <a:gd name="f143" fmla="*/ f116 1 f71"/>
                  <a:gd name="f144" fmla="*/ f117 1 f72"/>
                  <a:gd name="f145" fmla="*/ f118 f66 1"/>
                  <a:gd name="f146" fmla="*/ f119 f66 1"/>
                  <a:gd name="f147" fmla="*/ f121 f67 1"/>
                  <a:gd name="f148" fmla="*/ f120 f67 1"/>
                  <a:gd name="f149" fmla="*/ f123 f66 1"/>
                  <a:gd name="f150" fmla="*/ f124 f67 1"/>
                  <a:gd name="f151" fmla="*/ f125 f66 1"/>
                  <a:gd name="f152" fmla="*/ f126 f67 1"/>
                  <a:gd name="f153" fmla="*/ f127 f66 1"/>
                  <a:gd name="f154" fmla="*/ f128 f67 1"/>
                  <a:gd name="f155" fmla="*/ f129 f66 1"/>
                  <a:gd name="f156" fmla="*/ f130 f67 1"/>
                  <a:gd name="f157" fmla="*/ f131 f66 1"/>
                  <a:gd name="f158" fmla="*/ f132 f67 1"/>
                  <a:gd name="f159" fmla="*/ f133 f66 1"/>
                  <a:gd name="f160" fmla="*/ f134 f67 1"/>
                  <a:gd name="f161" fmla="*/ f135 f66 1"/>
                  <a:gd name="f162" fmla="*/ f136 f67 1"/>
                  <a:gd name="f163" fmla="*/ f137 f66 1"/>
                  <a:gd name="f164" fmla="*/ f138 f67 1"/>
                  <a:gd name="f165" fmla="*/ f139 f66 1"/>
                  <a:gd name="f166" fmla="*/ f140 f67 1"/>
                  <a:gd name="f167" fmla="*/ f141 f66 1"/>
                  <a:gd name="f168" fmla="*/ f142 f67 1"/>
                  <a:gd name="f169" fmla="*/ f143 f66 1"/>
                  <a:gd name="f170" fmla="*/ f144 f67 1"/>
                </a:gdLst>
                <a:ahLst/>
                <a:cxnLst>
                  <a:cxn ang="3cd4">
                    <a:pos x="hc" y="t"/>
                  </a:cxn>
                  <a:cxn ang="0">
                    <a:pos x="r" y="vc"/>
                  </a:cxn>
                  <a:cxn ang="cd4">
                    <a:pos x="hc" y="b"/>
                  </a:cxn>
                  <a:cxn ang="cd2">
                    <a:pos x="l" y="vc"/>
                  </a:cxn>
                  <a:cxn ang="f122">
                    <a:pos x="f149" y="f150"/>
                  </a:cxn>
                  <a:cxn ang="f122">
                    <a:pos x="f151" y="f152"/>
                  </a:cxn>
                  <a:cxn ang="f122">
                    <a:pos x="f153" y="f154"/>
                  </a:cxn>
                  <a:cxn ang="f122">
                    <a:pos x="f155" y="f156"/>
                  </a:cxn>
                  <a:cxn ang="f122">
                    <a:pos x="f157" y="f158"/>
                  </a:cxn>
                  <a:cxn ang="f122">
                    <a:pos x="f159" y="f160"/>
                  </a:cxn>
                  <a:cxn ang="f122">
                    <a:pos x="f161" y="f162"/>
                  </a:cxn>
                  <a:cxn ang="f122">
                    <a:pos x="f163" y="f164"/>
                  </a:cxn>
                  <a:cxn ang="f122">
                    <a:pos x="f165" y="f166"/>
                  </a:cxn>
                  <a:cxn ang="f122">
                    <a:pos x="f167" y="f168"/>
                  </a:cxn>
                  <a:cxn ang="f122">
                    <a:pos x="f169" y="f170"/>
                  </a:cxn>
                </a:cxnLst>
                <a:rect l="f145" t="f148" r="f146" b="f147"/>
                <a:pathLst>
                  <a:path w="2907315" h="1544764">
                    <a:moveTo>
                      <a:pt x="f5" y="f7"/>
                    </a:moveTo>
                    <a:cubicBezTo>
                      <a:pt x="f5" y="f7"/>
                      <a:pt x="f8" y="f9"/>
                      <a:pt x="f10" y="f11"/>
                    </a:cubicBezTo>
                    <a:cubicBezTo>
                      <a:pt x="f12" y="f13"/>
                      <a:pt x="f14" y="f15"/>
                      <a:pt x="f16" y="f17"/>
                    </a:cubicBezTo>
                    <a:cubicBezTo>
                      <a:pt x="f18" y="f19"/>
                      <a:pt x="f20" y="f21"/>
                      <a:pt x="f22" y="f23"/>
                    </a:cubicBezTo>
                    <a:cubicBezTo>
                      <a:pt x="f24" y="f25"/>
                      <a:pt x="f26" y="f27"/>
                      <a:pt x="f28" y="f29"/>
                    </a:cubicBezTo>
                    <a:cubicBezTo>
                      <a:pt x="f30" y="f31"/>
                      <a:pt x="f32" y="f33"/>
                      <a:pt x="f34" y="f35"/>
                    </a:cubicBezTo>
                    <a:cubicBezTo>
                      <a:pt x="f36" y="f37"/>
                      <a:pt x="f38" y="f39"/>
                      <a:pt x="f40" y="f41"/>
                    </a:cubicBezTo>
                    <a:cubicBezTo>
                      <a:pt x="f42" y="f43"/>
                      <a:pt x="f44" y="f45"/>
                      <a:pt x="f46" y="f47"/>
                    </a:cubicBezTo>
                    <a:cubicBezTo>
                      <a:pt x="f48" y="f49"/>
                      <a:pt x="f50" y="f51"/>
                      <a:pt x="f52" y="f53"/>
                    </a:cubicBezTo>
                    <a:cubicBezTo>
                      <a:pt x="f54" y="f55"/>
                      <a:pt x="f56" y="f57"/>
                      <a:pt x="f58" y="f59"/>
                    </a:cubicBezTo>
                    <a:cubicBezTo>
                      <a:pt x="f60" y="f61"/>
                      <a:pt x="f62" y="f63"/>
                      <a:pt x="f64"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4" name="Freeform: Shape 32">
                <a:extLst>
                  <a:ext uri="{FF2B5EF4-FFF2-40B4-BE49-F238E27FC236}">
                    <a16:creationId xmlns:a16="http://schemas.microsoft.com/office/drawing/2014/main" id="{7D38115A-498B-45EB-8091-DB3AE11B42EC}"/>
                  </a:ext>
                </a:extLst>
              </p:cNvPr>
              <p:cNvSpPr/>
              <p:nvPr/>
            </p:nvSpPr>
            <p:spPr>
              <a:xfrm>
                <a:off x="9369335" y="5113178"/>
                <a:ext cx="2822579" cy="1744821"/>
              </a:xfrm>
              <a:custGeom>
                <a:avLst/>
                <a:gdLst>
                  <a:gd name="f0" fmla="val 10800000"/>
                  <a:gd name="f1" fmla="val 5400000"/>
                  <a:gd name="f2" fmla="val 180"/>
                  <a:gd name="f3" fmla="val w"/>
                  <a:gd name="f4" fmla="val h"/>
                  <a:gd name="f5" fmla="val 0"/>
                  <a:gd name="f6" fmla="val 3168300"/>
                  <a:gd name="f7" fmla="val 1952434"/>
                  <a:gd name="f8" fmla="val 1952435"/>
                  <a:gd name="f9" fmla="val 91059"/>
                  <a:gd name="f10" fmla="val 1796415"/>
                  <a:gd name="f11" fmla="val 202121"/>
                  <a:gd name="f12" fmla="val 1687068"/>
                  <a:gd name="f13" fmla="val 301943"/>
                  <a:gd name="f14" fmla="val 1588675"/>
                  <a:gd name="f15" fmla="val 416528"/>
                  <a:gd name="f16" fmla="val 1505617"/>
                  <a:gd name="f17" fmla="val 545116"/>
                  <a:gd name="f18" fmla="val 1450277"/>
                  <a:gd name="f19" fmla="val 659987"/>
                  <a:gd name="f20" fmla="val 1400747"/>
                  <a:gd name="f21" fmla="val 783622"/>
                  <a:gd name="f22" fmla="val 1377601"/>
                  <a:gd name="f23" fmla="val 906780"/>
                  <a:gd name="f24" fmla="val 1354455"/>
                  <a:gd name="f25" fmla="val 1048036"/>
                  <a:gd name="f26" fmla="val 1327976"/>
                  <a:gd name="f27" fmla="val 1189482"/>
                  <a:gd name="f28" fmla="val 1301972"/>
                  <a:gd name="f29" fmla="val 1332262"/>
                  <a:gd name="f30" fmla="val 1285304"/>
                  <a:gd name="f31" fmla="val 1452182"/>
                  <a:gd name="f32" fmla="val 1271302"/>
                  <a:gd name="f33" fmla="val 1573340"/>
                  <a:gd name="f34" fmla="val 1265873"/>
                  <a:gd name="f35" fmla="val 1691259"/>
                  <a:gd name="f36" fmla="val 1240060"/>
                  <a:gd name="f37" fmla="val 1800035"/>
                  <a:gd name="f38" fmla="val 1216247"/>
                  <a:gd name="f39" fmla="val 1904619"/>
                  <a:gd name="f40" fmla="val 1176718"/>
                  <a:gd name="f41" fmla="val 2010346"/>
                  <a:gd name="f42" fmla="val 1141667"/>
                  <a:gd name="f43" fmla="val 2136743"/>
                  <a:gd name="f44" fmla="val 1099661"/>
                  <a:gd name="f45" fmla="val 2265902"/>
                  <a:gd name="f46" fmla="val 1066229"/>
                  <a:gd name="f47" fmla="val 2393252"/>
                  <a:gd name="f48" fmla="val 1027271"/>
                  <a:gd name="f49" fmla="val 2457450"/>
                  <a:gd name="f50" fmla="val 1007650"/>
                  <a:gd name="f51" fmla="val 2521744"/>
                  <a:gd name="f52" fmla="val 987552"/>
                  <a:gd name="f53" fmla="val 2582037"/>
                  <a:gd name="f54" fmla="val 958120"/>
                  <a:gd name="f55" fmla="val 2648807"/>
                  <a:gd name="f56" fmla="val 925449"/>
                  <a:gd name="f57" fmla="val 2710815"/>
                  <a:gd name="f58" fmla="val 883349"/>
                  <a:gd name="f59" fmla="val 2760155"/>
                  <a:gd name="f60" fmla="val 827723"/>
                  <a:gd name="f61" fmla="val 2827496"/>
                  <a:gd name="f62" fmla="val 751904"/>
                  <a:gd name="f63" fmla="val 2867978"/>
                  <a:gd name="f64" fmla="val 657511"/>
                  <a:gd name="f65" fmla="val 2914364"/>
                  <a:gd name="f66" fmla="val 567023"/>
                  <a:gd name="f67" fmla="val 2972753"/>
                  <a:gd name="f68" fmla="val 453200"/>
                  <a:gd name="f69" fmla="val 3119152"/>
                  <a:gd name="f70" fmla="val 118015"/>
                  <a:gd name="f71" fmla="val 3168301"/>
                  <a:gd name="f72" fmla="+- 0 0 -90"/>
                  <a:gd name="f73" fmla="*/ f3 1 3168300"/>
                  <a:gd name="f74" fmla="*/ f4 1 1952434"/>
                  <a:gd name="f75" fmla="+- f7 0 f5"/>
                  <a:gd name="f76" fmla="+- f6 0 f5"/>
                  <a:gd name="f77" fmla="*/ f72 f0 1"/>
                  <a:gd name="f78" fmla="*/ f76 1 3168300"/>
                  <a:gd name="f79" fmla="*/ f75 1 1952434"/>
                  <a:gd name="f80" fmla="*/ 0 f76 1"/>
                  <a:gd name="f81" fmla="*/ 1952435 f75 1"/>
                  <a:gd name="f82" fmla="*/ 202121 f76 1"/>
                  <a:gd name="f83" fmla="*/ 1687068 f75 1"/>
                  <a:gd name="f84" fmla="*/ 545116 f76 1"/>
                  <a:gd name="f85" fmla="*/ 1450277 f75 1"/>
                  <a:gd name="f86" fmla="*/ 906780 f76 1"/>
                  <a:gd name="f87" fmla="*/ 1354455 f75 1"/>
                  <a:gd name="f88" fmla="*/ 1332262 f76 1"/>
                  <a:gd name="f89" fmla="*/ 1285304 f75 1"/>
                  <a:gd name="f90" fmla="*/ 1691259 f76 1"/>
                  <a:gd name="f91" fmla="*/ 1240060 f75 1"/>
                  <a:gd name="f92" fmla="*/ 2010346 f76 1"/>
                  <a:gd name="f93" fmla="*/ 1141667 f75 1"/>
                  <a:gd name="f94" fmla="*/ 2393252 f76 1"/>
                  <a:gd name="f95" fmla="*/ 1027271 f75 1"/>
                  <a:gd name="f96" fmla="*/ 2582037 f76 1"/>
                  <a:gd name="f97" fmla="*/ 958120 f75 1"/>
                  <a:gd name="f98" fmla="*/ 2760155 f76 1"/>
                  <a:gd name="f99" fmla="*/ 827723 f75 1"/>
                  <a:gd name="f100" fmla="*/ 2914364 f76 1"/>
                  <a:gd name="f101" fmla="*/ 567023 f75 1"/>
                  <a:gd name="f102" fmla="*/ 3168301 f76 1"/>
                  <a:gd name="f103" fmla="*/ 0 f75 1"/>
                  <a:gd name="f104" fmla="*/ f77 1 f2"/>
                  <a:gd name="f105" fmla="*/ f80 1 3168300"/>
                  <a:gd name="f106" fmla="*/ f81 1 1952434"/>
                  <a:gd name="f107" fmla="*/ f82 1 3168300"/>
                  <a:gd name="f108" fmla="*/ f83 1 1952434"/>
                  <a:gd name="f109" fmla="*/ f84 1 3168300"/>
                  <a:gd name="f110" fmla="*/ f85 1 1952434"/>
                  <a:gd name="f111" fmla="*/ f86 1 3168300"/>
                  <a:gd name="f112" fmla="*/ f87 1 1952434"/>
                  <a:gd name="f113" fmla="*/ f88 1 3168300"/>
                  <a:gd name="f114" fmla="*/ f89 1 1952434"/>
                  <a:gd name="f115" fmla="*/ f90 1 3168300"/>
                  <a:gd name="f116" fmla="*/ f91 1 1952434"/>
                  <a:gd name="f117" fmla="*/ f92 1 3168300"/>
                  <a:gd name="f118" fmla="*/ f93 1 1952434"/>
                  <a:gd name="f119" fmla="*/ f94 1 3168300"/>
                  <a:gd name="f120" fmla="*/ f95 1 1952434"/>
                  <a:gd name="f121" fmla="*/ f96 1 3168300"/>
                  <a:gd name="f122" fmla="*/ f97 1 1952434"/>
                  <a:gd name="f123" fmla="*/ f98 1 3168300"/>
                  <a:gd name="f124" fmla="*/ f99 1 1952434"/>
                  <a:gd name="f125" fmla="*/ f100 1 3168300"/>
                  <a:gd name="f126" fmla="*/ f101 1 1952434"/>
                  <a:gd name="f127" fmla="*/ f102 1 3168300"/>
                  <a:gd name="f128" fmla="*/ f103 1 1952434"/>
                  <a:gd name="f129" fmla="*/ f5 1 f78"/>
                  <a:gd name="f130" fmla="*/ f6 1 f78"/>
                  <a:gd name="f131" fmla="*/ f5 1 f79"/>
                  <a:gd name="f132" fmla="*/ f7 1 f79"/>
                  <a:gd name="f133" fmla="+- f104 0 f1"/>
                  <a:gd name="f134" fmla="*/ f105 1 f78"/>
                  <a:gd name="f135" fmla="*/ f106 1 f79"/>
                  <a:gd name="f136" fmla="*/ f107 1 f78"/>
                  <a:gd name="f137" fmla="*/ f108 1 f79"/>
                  <a:gd name="f138" fmla="*/ f109 1 f78"/>
                  <a:gd name="f139" fmla="*/ f110 1 f79"/>
                  <a:gd name="f140" fmla="*/ f111 1 f78"/>
                  <a:gd name="f141" fmla="*/ f112 1 f79"/>
                  <a:gd name="f142" fmla="*/ f113 1 f78"/>
                  <a:gd name="f143" fmla="*/ f114 1 f79"/>
                  <a:gd name="f144" fmla="*/ f115 1 f78"/>
                  <a:gd name="f145" fmla="*/ f116 1 f79"/>
                  <a:gd name="f146" fmla="*/ f117 1 f78"/>
                  <a:gd name="f147" fmla="*/ f118 1 f79"/>
                  <a:gd name="f148" fmla="*/ f119 1 f78"/>
                  <a:gd name="f149" fmla="*/ f120 1 f79"/>
                  <a:gd name="f150" fmla="*/ f121 1 f78"/>
                  <a:gd name="f151" fmla="*/ f122 1 f79"/>
                  <a:gd name="f152" fmla="*/ f123 1 f78"/>
                  <a:gd name="f153" fmla="*/ f124 1 f79"/>
                  <a:gd name="f154" fmla="*/ f125 1 f78"/>
                  <a:gd name="f155" fmla="*/ f126 1 f79"/>
                  <a:gd name="f156" fmla="*/ f127 1 f78"/>
                  <a:gd name="f157" fmla="*/ f128 1 f79"/>
                  <a:gd name="f158" fmla="*/ f129 f73 1"/>
                  <a:gd name="f159" fmla="*/ f130 f73 1"/>
                  <a:gd name="f160" fmla="*/ f132 f74 1"/>
                  <a:gd name="f161" fmla="*/ f131 f74 1"/>
                  <a:gd name="f162" fmla="*/ f134 f73 1"/>
                  <a:gd name="f163" fmla="*/ f135 f74 1"/>
                  <a:gd name="f164" fmla="*/ f136 f73 1"/>
                  <a:gd name="f165" fmla="*/ f137 f74 1"/>
                  <a:gd name="f166" fmla="*/ f138 f73 1"/>
                  <a:gd name="f167" fmla="*/ f139 f74 1"/>
                  <a:gd name="f168" fmla="*/ f140 f73 1"/>
                  <a:gd name="f169" fmla="*/ f141 f74 1"/>
                  <a:gd name="f170" fmla="*/ f142 f73 1"/>
                  <a:gd name="f171" fmla="*/ f143 f74 1"/>
                  <a:gd name="f172" fmla="*/ f144 f73 1"/>
                  <a:gd name="f173" fmla="*/ f145 f74 1"/>
                  <a:gd name="f174" fmla="*/ f146 f73 1"/>
                  <a:gd name="f175" fmla="*/ f147 f74 1"/>
                  <a:gd name="f176" fmla="*/ f148 f73 1"/>
                  <a:gd name="f177" fmla="*/ f149 f74 1"/>
                  <a:gd name="f178" fmla="*/ f150 f73 1"/>
                  <a:gd name="f179" fmla="*/ f151 f74 1"/>
                  <a:gd name="f180" fmla="*/ f152 f73 1"/>
                  <a:gd name="f181" fmla="*/ f153 f74 1"/>
                  <a:gd name="f182" fmla="*/ f154 f73 1"/>
                  <a:gd name="f183" fmla="*/ f155 f74 1"/>
                  <a:gd name="f184" fmla="*/ f156 f73 1"/>
                  <a:gd name="f185" fmla="*/ f157 f74 1"/>
                </a:gdLst>
                <a:ahLst/>
                <a:cxnLst>
                  <a:cxn ang="3cd4">
                    <a:pos x="hc" y="t"/>
                  </a:cxn>
                  <a:cxn ang="0">
                    <a:pos x="r" y="vc"/>
                  </a:cxn>
                  <a:cxn ang="cd4">
                    <a:pos x="hc" y="b"/>
                  </a:cxn>
                  <a:cxn ang="cd2">
                    <a:pos x="l" y="vc"/>
                  </a:cxn>
                  <a:cxn ang="f133">
                    <a:pos x="f162" y="f163"/>
                  </a:cxn>
                  <a:cxn ang="f133">
                    <a:pos x="f164" y="f165"/>
                  </a:cxn>
                  <a:cxn ang="f133">
                    <a:pos x="f166" y="f167"/>
                  </a:cxn>
                  <a:cxn ang="f133">
                    <a:pos x="f168" y="f169"/>
                  </a:cxn>
                  <a:cxn ang="f133">
                    <a:pos x="f170" y="f171"/>
                  </a:cxn>
                  <a:cxn ang="f133">
                    <a:pos x="f172" y="f173"/>
                  </a:cxn>
                  <a:cxn ang="f133">
                    <a:pos x="f174" y="f175"/>
                  </a:cxn>
                  <a:cxn ang="f133">
                    <a:pos x="f176" y="f177"/>
                  </a:cxn>
                  <a:cxn ang="f133">
                    <a:pos x="f178" y="f179"/>
                  </a:cxn>
                  <a:cxn ang="f133">
                    <a:pos x="f180" y="f181"/>
                  </a:cxn>
                  <a:cxn ang="f133">
                    <a:pos x="f182" y="f183"/>
                  </a:cxn>
                  <a:cxn ang="f133">
                    <a:pos x="f184" y="f185"/>
                  </a:cxn>
                </a:cxnLst>
                <a:rect l="f158" t="f161" r="f159" b="f160"/>
                <a:pathLst>
                  <a:path w="3168300" h="1952434">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35" y="f36"/>
                    </a:cubicBezTo>
                    <a:cubicBezTo>
                      <a:pt x="f37" y="f38"/>
                      <a:pt x="f39" y="f40"/>
                      <a:pt x="f41" y="f42"/>
                    </a:cubicBezTo>
                    <a:cubicBezTo>
                      <a:pt x="f43" y="f44"/>
                      <a:pt x="f45" y="f46"/>
                      <a:pt x="f47" y="f48"/>
                    </a:cubicBezTo>
                    <a:cubicBezTo>
                      <a:pt x="f49" y="f50"/>
                      <a:pt x="f51" y="f52"/>
                      <a:pt x="f53" y="f54"/>
                    </a:cubicBezTo>
                    <a:cubicBezTo>
                      <a:pt x="f55" y="f56"/>
                      <a:pt x="f57" y="f58"/>
                      <a:pt x="f59" y="f60"/>
                    </a:cubicBezTo>
                    <a:cubicBezTo>
                      <a:pt x="f61" y="f62"/>
                      <a:pt x="f63" y="f64"/>
                      <a:pt x="f65" y="f66"/>
                    </a:cubicBezTo>
                    <a:cubicBezTo>
                      <a:pt x="f67" y="f68"/>
                      <a:pt x="f69" y="f70"/>
                      <a:pt x="f71"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5" name="Freeform: Shape 33">
                <a:extLst>
                  <a:ext uri="{FF2B5EF4-FFF2-40B4-BE49-F238E27FC236}">
                    <a16:creationId xmlns:a16="http://schemas.microsoft.com/office/drawing/2014/main" id="{AA0FB59B-50B4-4F44-903F-FAE075683628}"/>
                  </a:ext>
                </a:extLst>
              </p:cNvPr>
              <p:cNvSpPr/>
              <p:nvPr/>
            </p:nvSpPr>
            <p:spPr>
              <a:xfrm>
                <a:off x="9188339" y="4664253"/>
                <a:ext cx="2990508" cy="2191277"/>
              </a:xfrm>
              <a:custGeom>
                <a:avLst/>
                <a:gdLst>
                  <a:gd name="f0" fmla="val 10800000"/>
                  <a:gd name="f1" fmla="val 5400000"/>
                  <a:gd name="f2" fmla="val 180"/>
                  <a:gd name="f3" fmla="val w"/>
                  <a:gd name="f4" fmla="val h"/>
                  <a:gd name="f5" fmla="val 0"/>
                  <a:gd name="f6" fmla="val 3356800"/>
                  <a:gd name="f7" fmla="val 2452020"/>
                  <a:gd name="f8" fmla="val 2452021"/>
                  <a:gd name="f9" fmla="val 57150"/>
                  <a:gd name="f10" fmla="val 2344198"/>
                  <a:gd name="f11" fmla="val 130874"/>
                  <a:gd name="f12" fmla="val 2247710"/>
                  <a:gd name="f13" fmla="val 218694"/>
                  <a:gd name="f14" fmla="val 2132648"/>
                  <a:gd name="f15" fmla="val 328136"/>
                  <a:gd name="f16" fmla="val 2036635"/>
                  <a:gd name="f17" fmla="val 437197"/>
                  <a:gd name="f18" fmla="val 1941195"/>
                  <a:gd name="f19" fmla="val 529304"/>
                  <a:gd name="f20" fmla="val 1860709"/>
                  <a:gd name="f21" fmla="val 623030"/>
                  <a:gd name="f22" fmla="val 1779556"/>
                  <a:gd name="f23" fmla="val 737140"/>
                  <a:gd name="f24" fmla="val 1736884"/>
                  <a:gd name="f25" fmla="val 830866"/>
                  <a:gd name="f26" fmla="val 1701736"/>
                  <a:gd name="f27" fmla="val 932021"/>
                  <a:gd name="f28" fmla="val 1695450"/>
                  <a:gd name="f29" fmla="val 1031843"/>
                  <a:gd name="f30" fmla="val 1685068"/>
                  <a:gd name="f31" fmla="val 1117092"/>
                  <a:gd name="f32" fmla="val 1676210"/>
                  <a:gd name="f33" fmla="val 1202055"/>
                  <a:gd name="f34" fmla="val 1665160"/>
                  <a:gd name="f35" fmla="val 1287304"/>
                  <a:gd name="f36" fmla="val 1655826"/>
                  <a:gd name="f37" fmla="val 1348931"/>
                  <a:gd name="f38" fmla="val 1649063"/>
                  <a:gd name="f39" fmla="val 1410653"/>
                  <a:gd name="f40" fmla="val 1643539"/>
                  <a:gd name="f41" fmla="val 1471994"/>
                  <a:gd name="f42" fmla="val 1634300"/>
                  <a:gd name="f43" fmla="val 1618679"/>
                  <a:gd name="f44" fmla="val 1612011"/>
                  <a:gd name="f45" fmla="val 1761935"/>
                  <a:gd name="f46" fmla="val 1571149"/>
                  <a:gd name="f47" fmla="val 1898237"/>
                  <a:gd name="f48" fmla="val 1512665"/>
                  <a:gd name="f49" fmla="val 2010442"/>
                  <a:gd name="f50" fmla="val 1464564"/>
                  <a:gd name="f51" fmla="val 2117503"/>
                  <a:gd name="f52" fmla="val 1405128"/>
                  <a:gd name="f53" fmla="val 2229136"/>
                  <a:gd name="f54" fmla="val 1355598"/>
                  <a:gd name="f55" fmla="val 2322481"/>
                  <a:gd name="f56" fmla="val 1314164"/>
                  <a:gd name="f57" fmla="val 2418969"/>
                  <a:gd name="f58" fmla="val 1280160"/>
                  <a:gd name="f59" fmla="val 2512314"/>
                  <a:gd name="f60" fmla="val 1238631"/>
                  <a:gd name="f61" fmla="val 2599087"/>
                  <a:gd name="f62" fmla="val 1199960"/>
                  <a:gd name="f63" fmla="val 2683193"/>
                  <a:gd name="f64" fmla="val 1154811"/>
                  <a:gd name="f65" fmla="val 2758535"/>
                  <a:gd name="f66" fmla="val 1096994"/>
                  <a:gd name="f67" fmla="val 2825020"/>
                  <a:gd name="f68" fmla="val 1046035"/>
                  <a:gd name="f69" fmla="val 2883789"/>
                  <a:gd name="f70" fmla="val 985837"/>
                  <a:gd name="f71" fmla="val 2935510"/>
                  <a:gd name="f72" fmla="val 919925"/>
                  <a:gd name="f73" fmla="val 2992184"/>
                  <a:gd name="f74" fmla="val 847725"/>
                  <a:gd name="f75" fmla="val 3039904"/>
                  <a:gd name="f76" fmla="val 769144"/>
                  <a:gd name="f77" fmla="val 3081719"/>
                  <a:gd name="f78" fmla="val 687419"/>
                  <a:gd name="f79" fmla="val 3138297"/>
                  <a:gd name="f80" fmla="val 576739"/>
                  <a:gd name="f81" fmla="val 3314129"/>
                  <a:gd name="f82" fmla="val 116776"/>
                  <a:gd name="f83" fmla="+- 0 0 -90"/>
                  <a:gd name="f84" fmla="*/ f3 1 3356800"/>
                  <a:gd name="f85" fmla="*/ f4 1 2452020"/>
                  <a:gd name="f86" fmla="+- f7 0 f5"/>
                  <a:gd name="f87" fmla="+- f6 0 f5"/>
                  <a:gd name="f88" fmla="*/ f83 f0 1"/>
                  <a:gd name="f89" fmla="*/ f87 1 3356800"/>
                  <a:gd name="f90" fmla="*/ f86 1 2452020"/>
                  <a:gd name="f91" fmla="*/ 0 f87 1"/>
                  <a:gd name="f92" fmla="*/ 2452021 f86 1"/>
                  <a:gd name="f93" fmla="*/ 130874 f87 1"/>
                  <a:gd name="f94" fmla="*/ 2247710 f86 1"/>
                  <a:gd name="f95" fmla="*/ 437197 f87 1"/>
                  <a:gd name="f96" fmla="*/ 1941195 f86 1"/>
                  <a:gd name="f97" fmla="*/ 737140 f87 1"/>
                  <a:gd name="f98" fmla="*/ 1736884 f86 1"/>
                  <a:gd name="f99" fmla="*/ 1031843 f87 1"/>
                  <a:gd name="f100" fmla="*/ 1685068 f86 1"/>
                  <a:gd name="f101" fmla="*/ 1287304 f87 1"/>
                  <a:gd name="f102" fmla="*/ 1655826 f86 1"/>
                  <a:gd name="f103" fmla="*/ 1471994 f87 1"/>
                  <a:gd name="f104" fmla="*/ 1634300 f86 1"/>
                  <a:gd name="f105" fmla="*/ 1898237 f87 1"/>
                  <a:gd name="f106" fmla="*/ 1512665 f86 1"/>
                  <a:gd name="f107" fmla="*/ 2229136 f87 1"/>
                  <a:gd name="f108" fmla="*/ 1355598 f86 1"/>
                  <a:gd name="f109" fmla="*/ 2512314 f87 1"/>
                  <a:gd name="f110" fmla="*/ 1238631 f86 1"/>
                  <a:gd name="f111" fmla="*/ 2758535 f87 1"/>
                  <a:gd name="f112" fmla="*/ 1096994 f86 1"/>
                  <a:gd name="f113" fmla="*/ 2935510 f87 1"/>
                  <a:gd name="f114" fmla="*/ 919925 f86 1"/>
                  <a:gd name="f115" fmla="*/ 3081719 f87 1"/>
                  <a:gd name="f116" fmla="*/ 687419 f86 1"/>
                  <a:gd name="f117" fmla="*/ 3356800 f87 1"/>
                  <a:gd name="f118" fmla="*/ 0 f86 1"/>
                  <a:gd name="f119" fmla="*/ f88 1 f2"/>
                  <a:gd name="f120" fmla="*/ f91 1 3356800"/>
                  <a:gd name="f121" fmla="*/ f92 1 2452020"/>
                  <a:gd name="f122" fmla="*/ f93 1 3356800"/>
                  <a:gd name="f123" fmla="*/ f94 1 2452020"/>
                  <a:gd name="f124" fmla="*/ f95 1 3356800"/>
                  <a:gd name="f125" fmla="*/ f96 1 2452020"/>
                  <a:gd name="f126" fmla="*/ f97 1 3356800"/>
                  <a:gd name="f127" fmla="*/ f98 1 2452020"/>
                  <a:gd name="f128" fmla="*/ f99 1 3356800"/>
                  <a:gd name="f129" fmla="*/ f100 1 2452020"/>
                  <a:gd name="f130" fmla="*/ f101 1 3356800"/>
                  <a:gd name="f131" fmla="*/ f102 1 2452020"/>
                  <a:gd name="f132" fmla="*/ f103 1 3356800"/>
                  <a:gd name="f133" fmla="*/ f104 1 2452020"/>
                  <a:gd name="f134" fmla="*/ f105 1 3356800"/>
                  <a:gd name="f135" fmla="*/ f106 1 2452020"/>
                  <a:gd name="f136" fmla="*/ f107 1 3356800"/>
                  <a:gd name="f137" fmla="*/ f108 1 2452020"/>
                  <a:gd name="f138" fmla="*/ f109 1 3356800"/>
                  <a:gd name="f139" fmla="*/ f110 1 2452020"/>
                  <a:gd name="f140" fmla="*/ f111 1 3356800"/>
                  <a:gd name="f141" fmla="*/ f112 1 2452020"/>
                  <a:gd name="f142" fmla="*/ f113 1 3356800"/>
                  <a:gd name="f143" fmla="*/ f114 1 2452020"/>
                  <a:gd name="f144" fmla="*/ f115 1 3356800"/>
                  <a:gd name="f145" fmla="*/ f116 1 2452020"/>
                  <a:gd name="f146" fmla="*/ f117 1 3356800"/>
                  <a:gd name="f147" fmla="*/ f118 1 2452020"/>
                  <a:gd name="f148" fmla="*/ f5 1 f89"/>
                  <a:gd name="f149" fmla="*/ f6 1 f89"/>
                  <a:gd name="f150" fmla="*/ f5 1 f90"/>
                  <a:gd name="f151" fmla="*/ f7 1 f90"/>
                  <a:gd name="f152" fmla="+- f119 0 f1"/>
                  <a:gd name="f153" fmla="*/ f120 1 f89"/>
                  <a:gd name="f154" fmla="*/ f121 1 f90"/>
                  <a:gd name="f155" fmla="*/ f122 1 f89"/>
                  <a:gd name="f156" fmla="*/ f123 1 f90"/>
                  <a:gd name="f157" fmla="*/ f124 1 f89"/>
                  <a:gd name="f158" fmla="*/ f125 1 f90"/>
                  <a:gd name="f159" fmla="*/ f126 1 f89"/>
                  <a:gd name="f160" fmla="*/ f127 1 f90"/>
                  <a:gd name="f161" fmla="*/ f128 1 f89"/>
                  <a:gd name="f162" fmla="*/ f129 1 f90"/>
                  <a:gd name="f163" fmla="*/ f130 1 f89"/>
                  <a:gd name="f164" fmla="*/ f131 1 f90"/>
                  <a:gd name="f165" fmla="*/ f132 1 f89"/>
                  <a:gd name="f166" fmla="*/ f133 1 f90"/>
                  <a:gd name="f167" fmla="*/ f134 1 f89"/>
                  <a:gd name="f168" fmla="*/ f135 1 f90"/>
                  <a:gd name="f169" fmla="*/ f136 1 f89"/>
                  <a:gd name="f170" fmla="*/ f137 1 f90"/>
                  <a:gd name="f171" fmla="*/ f138 1 f89"/>
                  <a:gd name="f172" fmla="*/ f139 1 f90"/>
                  <a:gd name="f173" fmla="*/ f140 1 f89"/>
                  <a:gd name="f174" fmla="*/ f141 1 f90"/>
                  <a:gd name="f175" fmla="*/ f142 1 f89"/>
                  <a:gd name="f176" fmla="*/ f143 1 f90"/>
                  <a:gd name="f177" fmla="*/ f144 1 f89"/>
                  <a:gd name="f178" fmla="*/ f145 1 f90"/>
                  <a:gd name="f179" fmla="*/ f146 1 f89"/>
                  <a:gd name="f180" fmla="*/ f147 1 f90"/>
                  <a:gd name="f181" fmla="*/ f148 f84 1"/>
                  <a:gd name="f182" fmla="*/ f149 f84 1"/>
                  <a:gd name="f183" fmla="*/ f151 f85 1"/>
                  <a:gd name="f184" fmla="*/ f150 f85 1"/>
                  <a:gd name="f185" fmla="*/ f153 f84 1"/>
                  <a:gd name="f186" fmla="*/ f154 f85 1"/>
                  <a:gd name="f187" fmla="*/ f155 f84 1"/>
                  <a:gd name="f188" fmla="*/ f156 f85 1"/>
                  <a:gd name="f189" fmla="*/ f157 f84 1"/>
                  <a:gd name="f190" fmla="*/ f158 f85 1"/>
                  <a:gd name="f191" fmla="*/ f159 f84 1"/>
                  <a:gd name="f192" fmla="*/ f160 f85 1"/>
                  <a:gd name="f193" fmla="*/ f161 f84 1"/>
                  <a:gd name="f194" fmla="*/ f162 f85 1"/>
                  <a:gd name="f195" fmla="*/ f163 f84 1"/>
                  <a:gd name="f196" fmla="*/ f164 f85 1"/>
                  <a:gd name="f197" fmla="*/ f165 f84 1"/>
                  <a:gd name="f198" fmla="*/ f166 f85 1"/>
                  <a:gd name="f199" fmla="*/ f167 f84 1"/>
                  <a:gd name="f200" fmla="*/ f168 f85 1"/>
                  <a:gd name="f201" fmla="*/ f169 f84 1"/>
                  <a:gd name="f202" fmla="*/ f170 f85 1"/>
                  <a:gd name="f203" fmla="*/ f171 f84 1"/>
                  <a:gd name="f204" fmla="*/ f172 f85 1"/>
                  <a:gd name="f205" fmla="*/ f173 f84 1"/>
                  <a:gd name="f206" fmla="*/ f174 f85 1"/>
                  <a:gd name="f207" fmla="*/ f175 f84 1"/>
                  <a:gd name="f208" fmla="*/ f176 f85 1"/>
                  <a:gd name="f209" fmla="*/ f177 f84 1"/>
                  <a:gd name="f210" fmla="*/ f178 f85 1"/>
                  <a:gd name="f211" fmla="*/ f179 f84 1"/>
                  <a:gd name="f212" fmla="*/ f180 f85 1"/>
                </a:gdLst>
                <a:ahLst/>
                <a:cxnLst>
                  <a:cxn ang="3cd4">
                    <a:pos x="hc" y="t"/>
                  </a:cxn>
                  <a:cxn ang="0">
                    <a:pos x="r" y="vc"/>
                  </a:cxn>
                  <a:cxn ang="cd4">
                    <a:pos x="hc" y="b"/>
                  </a:cxn>
                  <a:cxn ang="cd2">
                    <a:pos x="l" y="vc"/>
                  </a:cxn>
                  <a:cxn ang="f152">
                    <a:pos x="f185" y="f186"/>
                  </a:cxn>
                  <a:cxn ang="f152">
                    <a:pos x="f187" y="f188"/>
                  </a:cxn>
                  <a:cxn ang="f152">
                    <a:pos x="f189" y="f190"/>
                  </a:cxn>
                  <a:cxn ang="f152">
                    <a:pos x="f191" y="f192"/>
                  </a:cxn>
                  <a:cxn ang="f152">
                    <a:pos x="f193" y="f194"/>
                  </a:cxn>
                  <a:cxn ang="f152">
                    <a:pos x="f195" y="f196"/>
                  </a:cxn>
                  <a:cxn ang="f152">
                    <a:pos x="f197" y="f198"/>
                  </a:cxn>
                  <a:cxn ang="f152">
                    <a:pos x="f199" y="f200"/>
                  </a:cxn>
                  <a:cxn ang="f152">
                    <a:pos x="f201" y="f202"/>
                  </a:cxn>
                  <a:cxn ang="f152">
                    <a:pos x="f203" y="f204"/>
                  </a:cxn>
                  <a:cxn ang="f152">
                    <a:pos x="f205" y="f206"/>
                  </a:cxn>
                  <a:cxn ang="f152">
                    <a:pos x="f207" y="f208"/>
                  </a:cxn>
                  <a:cxn ang="f152">
                    <a:pos x="f209" y="f210"/>
                  </a:cxn>
                  <a:cxn ang="f152">
                    <a:pos x="f211" y="f212"/>
                  </a:cxn>
                </a:cxnLst>
                <a:rect l="f181" t="f184" r="f182" b="f183"/>
                <a:pathLst>
                  <a:path w="3356800" h="2452020">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35" y="f36"/>
                    </a:cubicBezTo>
                    <a:cubicBezTo>
                      <a:pt x="f37" y="f38"/>
                      <a:pt x="f39" y="f40"/>
                      <a:pt x="f41" y="f42"/>
                    </a:cubicBezTo>
                    <a:cubicBezTo>
                      <a:pt x="f43" y="f44"/>
                      <a:pt x="f45" y="f46"/>
                      <a:pt x="f47" y="f48"/>
                    </a:cubicBezTo>
                    <a:cubicBezTo>
                      <a:pt x="f49" y="f50"/>
                      <a:pt x="f51" y="f52"/>
                      <a:pt x="f53" y="f54"/>
                    </a:cubicBezTo>
                    <a:cubicBezTo>
                      <a:pt x="f55" y="f56"/>
                      <a:pt x="f57" y="f58"/>
                      <a:pt x="f59" y="f60"/>
                    </a:cubicBezTo>
                    <a:cubicBezTo>
                      <a:pt x="f61" y="f62"/>
                      <a:pt x="f63" y="f64"/>
                      <a:pt x="f65" y="f66"/>
                    </a:cubicBezTo>
                    <a:cubicBezTo>
                      <a:pt x="f67" y="f68"/>
                      <a:pt x="f69" y="f70"/>
                      <a:pt x="f71" y="f72"/>
                    </a:cubicBezTo>
                    <a:cubicBezTo>
                      <a:pt x="f73" y="f74"/>
                      <a:pt x="f75" y="f76"/>
                      <a:pt x="f77" y="f78"/>
                    </a:cubicBezTo>
                    <a:cubicBezTo>
                      <a:pt x="f79" y="f80"/>
                      <a:pt x="f81" y="f82"/>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sp>
          <p:nvSpPr>
            <p:cNvPr id="26" name="Freeform: Shape 26">
              <a:extLst>
                <a:ext uri="{FF2B5EF4-FFF2-40B4-BE49-F238E27FC236}">
                  <a16:creationId xmlns:a16="http://schemas.microsoft.com/office/drawing/2014/main" id="{AB8C0727-037E-4F9C-A0E6-FBA55AD336B5}"/>
                </a:ext>
              </a:extLst>
            </p:cNvPr>
            <p:cNvSpPr/>
            <p:nvPr/>
          </p:nvSpPr>
          <p:spPr>
            <a:xfrm>
              <a:off x="7980398" y="5197175"/>
              <a:ext cx="4211598" cy="1660824"/>
            </a:xfrm>
            <a:custGeom>
              <a:avLst/>
              <a:gdLst>
                <a:gd name="f0" fmla="val 10800000"/>
                <a:gd name="f1" fmla="val 5400000"/>
                <a:gd name="f2" fmla="val 180"/>
                <a:gd name="f3" fmla="val w"/>
                <a:gd name="f4" fmla="val h"/>
                <a:gd name="f5" fmla="val 0"/>
                <a:gd name="f6" fmla="val 4211600"/>
                <a:gd name="f7" fmla="val 1660822"/>
                <a:gd name="f8" fmla="val 58430"/>
                <a:gd name="f9" fmla="val 4136524"/>
                <a:gd name="f10" fmla="val 208808"/>
                <a:gd name="f11" fmla="val 4089791"/>
                <a:gd name="f12" fmla="val 287770"/>
                <a:gd name="f13" fmla="val 4030588"/>
                <a:gd name="f14" fmla="val 363780"/>
                <a:gd name="f15" fmla="val 3973354"/>
                <a:gd name="f16" fmla="val 437313"/>
                <a:gd name="f17" fmla="val 3943819"/>
                <a:gd name="f18" fmla="val 475222"/>
                <a:gd name="f19" fmla="val 3913231"/>
                <a:gd name="f20" fmla="val 514465"/>
                <a:gd name="f21" fmla="val 3884746"/>
                <a:gd name="f22" fmla="val 553613"/>
                <a:gd name="f23" fmla="val 3872801"/>
                <a:gd name="f24" fmla="val 569996"/>
                <a:gd name="f25" fmla="val 3861119"/>
                <a:gd name="f26" fmla="val 586569"/>
                <a:gd name="f27" fmla="val 3849435"/>
                <a:gd name="f28" fmla="val 603143"/>
                <a:gd name="f29" fmla="val 3796665"/>
                <a:gd name="f30" fmla="val 678009"/>
                <a:gd name="f31" fmla="val 3742187"/>
                <a:gd name="f32" fmla="val 755352"/>
                <a:gd name="f33" fmla="val 3661849"/>
                <a:gd name="f34" fmla="val 819075"/>
                <a:gd name="f35" fmla="val 3596214"/>
                <a:gd name="f36" fmla="val 871176"/>
                <a:gd name="f37" fmla="val 3509050"/>
                <a:gd name="f38" fmla="val 916230"/>
                <a:gd name="f39" fmla="val 3402589"/>
                <a:gd name="f40" fmla="val 952996"/>
                <a:gd name="f41" fmla="val 3312406"/>
                <a:gd name="f42" fmla="val 984048"/>
                <a:gd name="f43" fmla="val 3215660"/>
                <a:gd name="f44" fmla="val 1005003"/>
                <a:gd name="f45" fmla="val 3130202"/>
                <a:gd name="f46" fmla="val 1023386"/>
                <a:gd name="f47" fmla="val 3058529"/>
                <a:gd name="f48" fmla="val 1038816"/>
                <a:gd name="f49" fmla="val 2985412"/>
                <a:gd name="f50" fmla="val 1053675"/>
                <a:gd name="f51" fmla="val 2914657"/>
                <a:gd name="f52" fmla="val 1068058"/>
                <a:gd name="f53" fmla="val 2805176"/>
                <a:gd name="f54" fmla="val 1090251"/>
                <a:gd name="f55" fmla="val 2692021"/>
                <a:gd name="f56" fmla="val 1113207"/>
                <a:gd name="f57" fmla="val 2582149"/>
                <a:gd name="f58" fmla="val 1138924"/>
                <a:gd name="f59" fmla="val 2549330"/>
                <a:gd name="f60" fmla="val 1146639"/>
                <a:gd name="f61" fmla="val 2516644"/>
                <a:gd name="f62" fmla="val 1154450"/>
                <a:gd name="f63" fmla="val 2483958"/>
                <a:gd name="f64" fmla="val 1162356"/>
                <a:gd name="f65" fmla="val 2367257"/>
                <a:gd name="f66" fmla="val 1190550"/>
                <a:gd name="f67" fmla="val 2246621"/>
                <a:gd name="f68" fmla="val 1219601"/>
                <a:gd name="f69" fmla="val 2123750"/>
                <a:gd name="f70" fmla="val 1238651"/>
                <a:gd name="f71" fmla="val 2004294"/>
                <a:gd name="f72" fmla="val 1257129"/>
                <a:gd name="f73" fmla="val 1880769"/>
                <a:gd name="f74" fmla="val 1265416"/>
                <a:gd name="f75" fmla="val 1761444"/>
                <a:gd name="f76" fmla="val 1273417"/>
                <a:gd name="f77" fmla="val 1711167"/>
                <a:gd name="f78" fmla="val 1276751"/>
                <a:gd name="f79" fmla="val 1659184"/>
                <a:gd name="f80" fmla="val 1280275"/>
                <a:gd name="f81" fmla="val 1608382"/>
                <a:gd name="f82" fmla="val 1284466"/>
                <a:gd name="f83" fmla="val 1408589"/>
                <a:gd name="f84" fmla="val 1300944"/>
                <a:gd name="f85" fmla="val 1214570"/>
                <a:gd name="f86" fmla="val 1325805"/>
                <a:gd name="f87" fmla="val 999942"/>
                <a:gd name="f88" fmla="val 1354284"/>
                <a:gd name="f89" fmla="val 826403"/>
                <a:gd name="f90" fmla="val 1377240"/>
                <a:gd name="f91" fmla="val 647744"/>
                <a:gd name="f92" fmla="val 1400957"/>
                <a:gd name="f93" fmla="val 484705"/>
                <a:gd name="f94" fmla="val 1450487"/>
                <a:gd name="f95" fmla="val 355831"/>
                <a:gd name="f96" fmla="val 1489635"/>
                <a:gd name="f97" fmla="val 231387"/>
                <a:gd name="f98" fmla="val 1544374"/>
                <a:gd name="f99" fmla="val 113310"/>
                <a:gd name="f100" fmla="val 1613700"/>
                <a:gd name="f101" fmla="val 39668"/>
                <a:gd name="f102" fmla="val 96701"/>
                <a:gd name="f103" fmla="val 1598934"/>
                <a:gd name="f104" fmla="val 216635"/>
                <a:gd name="f105" fmla="val 1528533"/>
                <a:gd name="f106" fmla="val 343196"/>
                <a:gd name="f107" fmla="val 1472919"/>
                <a:gd name="f108" fmla="val 474335"/>
                <a:gd name="f109" fmla="val 1433056"/>
                <a:gd name="f110" fmla="val 639999"/>
                <a:gd name="f111" fmla="val 1382669"/>
                <a:gd name="f112" fmla="val 820102"/>
                <a:gd name="f113" fmla="val 1358856"/>
                <a:gd name="f114" fmla="val 994299"/>
                <a:gd name="f115" fmla="val 1335806"/>
                <a:gd name="f116" fmla="val 1210239"/>
                <a:gd name="f117" fmla="val 1307231"/>
                <a:gd name="f118" fmla="val 1404650"/>
                <a:gd name="f119" fmla="val 1282275"/>
                <a:gd name="f120" fmla="val 1605231"/>
                <a:gd name="f121" fmla="val 1265702"/>
                <a:gd name="f122" fmla="val 1656428"/>
                <a:gd name="f123" fmla="val 1261511"/>
                <a:gd name="f124" fmla="val 1708411"/>
                <a:gd name="f125" fmla="val 1257987"/>
                <a:gd name="f126" fmla="val 1758819"/>
                <a:gd name="f127" fmla="val 1254558"/>
                <a:gd name="f128" fmla="val 1877487"/>
                <a:gd name="f129" fmla="val 1246557"/>
                <a:gd name="f130" fmla="val 2000094"/>
                <a:gd name="f131" fmla="val 1238365"/>
                <a:gd name="f132" fmla="val 2118106"/>
                <a:gd name="f133" fmla="val 1220077"/>
                <a:gd name="f134" fmla="val 2239531"/>
                <a:gd name="f135" fmla="val 1201313"/>
                <a:gd name="f136" fmla="val 2359513"/>
                <a:gd name="f137" fmla="val 1172357"/>
                <a:gd name="f138" fmla="val 2475557"/>
                <a:gd name="f139" fmla="val 1144353"/>
                <a:gd name="f140" fmla="val 2508243"/>
                <a:gd name="f141" fmla="val 1136448"/>
                <a:gd name="f142" fmla="val 2541060"/>
                <a:gd name="f143" fmla="val 1128542"/>
                <a:gd name="f144" fmla="val 2573878"/>
                <a:gd name="f145" fmla="val 1120827"/>
                <a:gd name="f146" fmla="val 2684276"/>
                <a:gd name="f147" fmla="val 1094919"/>
                <a:gd name="f148" fmla="val 2797694"/>
                <a:gd name="f149" fmla="val 1071963"/>
                <a:gd name="f150" fmla="val 2907437"/>
                <a:gd name="f151" fmla="val 1049675"/>
                <a:gd name="f152" fmla="val 2978061"/>
                <a:gd name="f153" fmla="val 1035387"/>
                <a:gd name="f154" fmla="val 3051178"/>
                <a:gd name="f155" fmla="val 1020528"/>
                <a:gd name="f156" fmla="val 3122589"/>
                <a:gd name="f157" fmla="val 1005098"/>
                <a:gd name="f158" fmla="val 3206997"/>
                <a:gd name="f159" fmla="val 986810"/>
                <a:gd name="f160" fmla="val 3302823"/>
                <a:gd name="f161" fmla="val 966141"/>
                <a:gd name="f162" fmla="val 3391169"/>
                <a:gd name="f163" fmla="val 935756"/>
                <a:gd name="f164" fmla="val 3494479"/>
                <a:gd name="f165" fmla="val 900132"/>
                <a:gd name="f166" fmla="val 3578886"/>
                <a:gd name="f167" fmla="val 856508"/>
                <a:gd name="f168" fmla="val 3642290"/>
                <a:gd name="f169" fmla="val 806216"/>
                <a:gd name="f170" fmla="val 3720133"/>
                <a:gd name="f171" fmla="val 744303"/>
                <a:gd name="f172" fmla="val 3773953"/>
                <a:gd name="f173" fmla="val 668103"/>
                <a:gd name="f174" fmla="val 3825937"/>
                <a:gd name="f175" fmla="val 594475"/>
                <a:gd name="f176" fmla="val 3837621"/>
                <a:gd name="f177" fmla="val 577902"/>
                <a:gd name="f178" fmla="val 561233"/>
                <a:gd name="f179" fmla="val 3861381"/>
                <a:gd name="f180" fmla="val 544755"/>
                <a:gd name="f181" fmla="val 3889997"/>
                <a:gd name="f182" fmla="val 505416"/>
                <a:gd name="f183" fmla="val 3920715"/>
                <a:gd name="f184" fmla="val 465983"/>
                <a:gd name="f185" fmla="val 3950381"/>
                <a:gd name="f186" fmla="val 427978"/>
                <a:gd name="f187" fmla="val 4007353"/>
                <a:gd name="f188" fmla="val 354921"/>
                <a:gd name="f189" fmla="val 4066163"/>
                <a:gd name="f190" fmla="val 279388"/>
                <a:gd name="f191" fmla="val 4112370"/>
                <a:gd name="f192" fmla="val 201378"/>
                <a:gd name="f193" fmla="val 4144662"/>
                <a:gd name="f194" fmla="val 146800"/>
                <a:gd name="f195" fmla="val 4170785"/>
                <a:gd name="f196" fmla="val 89364"/>
                <a:gd name="f197" fmla="val 4195989"/>
                <a:gd name="f198" fmla="val 33834"/>
                <a:gd name="f199" fmla="+- 0 0 -90"/>
                <a:gd name="f200" fmla="*/ f3 1 4211600"/>
                <a:gd name="f201" fmla="*/ f4 1 1660822"/>
                <a:gd name="f202" fmla="+- f7 0 f5"/>
                <a:gd name="f203" fmla="+- f6 0 f5"/>
                <a:gd name="f204" fmla="*/ f199 f0 1"/>
                <a:gd name="f205" fmla="*/ f203 1 4211600"/>
                <a:gd name="f206" fmla="*/ f202 1 1660822"/>
                <a:gd name="f207" fmla="*/ 4211600 f203 1"/>
                <a:gd name="f208" fmla="*/ 0 f202 1"/>
                <a:gd name="f209" fmla="*/ 58430 f202 1"/>
                <a:gd name="f210" fmla="*/ 4136524 f203 1"/>
                <a:gd name="f211" fmla="*/ 208808 f202 1"/>
                <a:gd name="f212" fmla="*/ 3973354 f203 1"/>
                <a:gd name="f213" fmla="*/ 437313 f202 1"/>
                <a:gd name="f214" fmla="*/ 3884746 f203 1"/>
                <a:gd name="f215" fmla="*/ 553613 f202 1"/>
                <a:gd name="f216" fmla="*/ 3849435 f203 1"/>
                <a:gd name="f217" fmla="*/ 603143 f202 1"/>
                <a:gd name="f218" fmla="*/ 3661849 f203 1"/>
                <a:gd name="f219" fmla="*/ 819075 f202 1"/>
                <a:gd name="f220" fmla="*/ 3402589 f203 1"/>
                <a:gd name="f221" fmla="*/ 952996 f202 1"/>
                <a:gd name="f222" fmla="*/ 3130202 f203 1"/>
                <a:gd name="f223" fmla="*/ 1023386 f202 1"/>
                <a:gd name="f224" fmla="*/ 2914657 f203 1"/>
                <a:gd name="f225" fmla="*/ 1068058 f202 1"/>
                <a:gd name="f226" fmla="*/ 2582149 f203 1"/>
                <a:gd name="f227" fmla="*/ 1138924 f202 1"/>
                <a:gd name="f228" fmla="*/ 2483958 f203 1"/>
                <a:gd name="f229" fmla="*/ 1162356 f202 1"/>
                <a:gd name="f230" fmla="*/ 2123750 f203 1"/>
                <a:gd name="f231" fmla="*/ 1238651 f202 1"/>
                <a:gd name="f232" fmla="*/ 1761444 f203 1"/>
                <a:gd name="f233" fmla="*/ 1273417 f202 1"/>
                <a:gd name="f234" fmla="*/ 1608382 f203 1"/>
                <a:gd name="f235" fmla="*/ 1284466 f202 1"/>
                <a:gd name="f236" fmla="*/ 999942 f203 1"/>
                <a:gd name="f237" fmla="*/ 1354284 f202 1"/>
                <a:gd name="f238" fmla="*/ 484705 f203 1"/>
                <a:gd name="f239" fmla="*/ 1450487 f202 1"/>
                <a:gd name="f240" fmla="*/ 113310 f203 1"/>
                <a:gd name="f241" fmla="*/ 1613700 f202 1"/>
                <a:gd name="f242" fmla="*/ 39668 f203 1"/>
                <a:gd name="f243" fmla="*/ 1660822 f202 1"/>
                <a:gd name="f244" fmla="*/ 0 f203 1"/>
                <a:gd name="f245" fmla="*/ 96701 f203 1"/>
                <a:gd name="f246" fmla="*/ 1598934 f202 1"/>
                <a:gd name="f247" fmla="*/ 474335 f203 1"/>
                <a:gd name="f248" fmla="*/ 1433056 f202 1"/>
                <a:gd name="f249" fmla="*/ 994299 f203 1"/>
                <a:gd name="f250" fmla="*/ 1335806 f202 1"/>
                <a:gd name="f251" fmla="*/ 1605231 f203 1"/>
                <a:gd name="f252" fmla="*/ 1265702 f202 1"/>
                <a:gd name="f253" fmla="*/ 1758819 f203 1"/>
                <a:gd name="f254" fmla="*/ 1254558 f202 1"/>
                <a:gd name="f255" fmla="*/ 2118106 f203 1"/>
                <a:gd name="f256" fmla="*/ 1220077 f202 1"/>
                <a:gd name="f257" fmla="*/ 2475557 f203 1"/>
                <a:gd name="f258" fmla="*/ 1144353 f202 1"/>
                <a:gd name="f259" fmla="*/ 2573878 f203 1"/>
                <a:gd name="f260" fmla="*/ 1120827 f202 1"/>
                <a:gd name="f261" fmla="*/ 2907437 f203 1"/>
                <a:gd name="f262" fmla="*/ 1049675 f202 1"/>
                <a:gd name="f263" fmla="*/ 3122589 f203 1"/>
                <a:gd name="f264" fmla="*/ 1005098 f202 1"/>
                <a:gd name="f265" fmla="*/ 3391169 f203 1"/>
                <a:gd name="f266" fmla="*/ 935756 f202 1"/>
                <a:gd name="f267" fmla="*/ 3642290 f203 1"/>
                <a:gd name="f268" fmla="*/ 806216 f202 1"/>
                <a:gd name="f269" fmla="*/ 3825937 f203 1"/>
                <a:gd name="f270" fmla="*/ 594475 f202 1"/>
                <a:gd name="f271" fmla="*/ 3861381 f203 1"/>
                <a:gd name="f272" fmla="*/ 544755 f202 1"/>
                <a:gd name="f273" fmla="*/ 3950381 f203 1"/>
                <a:gd name="f274" fmla="*/ 427978 f202 1"/>
                <a:gd name="f275" fmla="*/ 4112370 f203 1"/>
                <a:gd name="f276" fmla="*/ 201378 f202 1"/>
                <a:gd name="f277" fmla="*/ 4195989 f203 1"/>
                <a:gd name="f278" fmla="*/ 33834 f202 1"/>
                <a:gd name="f279" fmla="*/ f204 1 f2"/>
                <a:gd name="f280" fmla="*/ f207 1 4211600"/>
                <a:gd name="f281" fmla="*/ f208 1 1660822"/>
                <a:gd name="f282" fmla="*/ f209 1 1660822"/>
                <a:gd name="f283" fmla="*/ f210 1 4211600"/>
                <a:gd name="f284" fmla="*/ f211 1 1660822"/>
                <a:gd name="f285" fmla="*/ f212 1 4211600"/>
                <a:gd name="f286" fmla="*/ f213 1 1660822"/>
                <a:gd name="f287" fmla="*/ f214 1 4211600"/>
                <a:gd name="f288" fmla="*/ f215 1 1660822"/>
                <a:gd name="f289" fmla="*/ f216 1 4211600"/>
                <a:gd name="f290" fmla="*/ f217 1 1660822"/>
                <a:gd name="f291" fmla="*/ f218 1 4211600"/>
                <a:gd name="f292" fmla="*/ f219 1 1660822"/>
                <a:gd name="f293" fmla="*/ f220 1 4211600"/>
                <a:gd name="f294" fmla="*/ f221 1 1660822"/>
                <a:gd name="f295" fmla="*/ f222 1 4211600"/>
                <a:gd name="f296" fmla="*/ f223 1 1660822"/>
                <a:gd name="f297" fmla="*/ f224 1 4211600"/>
                <a:gd name="f298" fmla="*/ f225 1 1660822"/>
                <a:gd name="f299" fmla="*/ f226 1 4211600"/>
                <a:gd name="f300" fmla="*/ f227 1 1660822"/>
                <a:gd name="f301" fmla="*/ f228 1 4211600"/>
                <a:gd name="f302" fmla="*/ f229 1 1660822"/>
                <a:gd name="f303" fmla="*/ f230 1 4211600"/>
                <a:gd name="f304" fmla="*/ f231 1 1660822"/>
                <a:gd name="f305" fmla="*/ f232 1 4211600"/>
                <a:gd name="f306" fmla="*/ f233 1 1660822"/>
                <a:gd name="f307" fmla="*/ f234 1 4211600"/>
                <a:gd name="f308" fmla="*/ f235 1 1660822"/>
                <a:gd name="f309" fmla="*/ f236 1 4211600"/>
                <a:gd name="f310" fmla="*/ f237 1 1660822"/>
                <a:gd name="f311" fmla="*/ f238 1 4211600"/>
                <a:gd name="f312" fmla="*/ f239 1 1660822"/>
                <a:gd name="f313" fmla="*/ f240 1 4211600"/>
                <a:gd name="f314" fmla="*/ f241 1 1660822"/>
                <a:gd name="f315" fmla="*/ f242 1 4211600"/>
                <a:gd name="f316" fmla="*/ f243 1 1660822"/>
                <a:gd name="f317" fmla="*/ f244 1 4211600"/>
                <a:gd name="f318" fmla="*/ f245 1 4211600"/>
                <a:gd name="f319" fmla="*/ f246 1 1660822"/>
                <a:gd name="f320" fmla="*/ f247 1 4211600"/>
                <a:gd name="f321" fmla="*/ f248 1 1660822"/>
                <a:gd name="f322" fmla="*/ f249 1 4211600"/>
                <a:gd name="f323" fmla="*/ f250 1 1660822"/>
                <a:gd name="f324" fmla="*/ f251 1 4211600"/>
                <a:gd name="f325" fmla="*/ f252 1 1660822"/>
                <a:gd name="f326" fmla="*/ f253 1 4211600"/>
                <a:gd name="f327" fmla="*/ f254 1 1660822"/>
                <a:gd name="f328" fmla="*/ f255 1 4211600"/>
                <a:gd name="f329" fmla="*/ f256 1 1660822"/>
                <a:gd name="f330" fmla="*/ f257 1 4211600"/>
                <a:gd name="f331" fmla="*/ f258 1 1660822"/>
                <a:gd name="f332" fmla="*/ f259 1 4211600"/>
                <a:gd name="f333" fmla="*/ f260 1 1660822"/>
                <a:gd name="f334" fmla="*/ f261 1 4211600"/>
                <a:gd name="f335" fmla="*/ f262 1 1660822"/>
                <a:gd name="f336" fmla="*/ f263 1 4211600"/>
                <a:gd name="f337" fmla="*/ f264 1 1660822"/>
                <a:gd name="f338" fmla="*/ f265 1 4211600"/>
                <a:gd name="f339" fmla="*/ f266 1 1660822"/>
                <a:gd name="f340" fmla="*/ f267 1 4211600"/>
                <a:gd name="f341" fmla="*/ f268 1 1660822"/>
                <a:gd name="f342" fmla="*/ f269 1 4211600"/>
                <a:gd name="f343" fmla="*/ f270 1 1660822"/>
                <a:gd name="f344" fmla="*/ f271 1 4211600"/>
                <a:gd name="f345" fmla="*/ f272 1 1660822"/>
                <a:gd name="f346" fmla="*/ f273 1 4211600"/>
                <a:gd name="f347" fmla="*/ f274 1 1660822"/>
                <a:gd name="f348" fmla="*/ f275 1 4211600"/>
                <a:gd name="f349" fmla="*/ f276 1 1660822"/>
                <a:gd name="f350" fmla="*/ f277 1 4211600"/>
                <a:gd name="f351" fmla="*/ f278 1 1660822"/>
                <a:gd name="f352" fmla="*/ f5 1 f205"/>
                <a:gd name="f353" fmla="*/ f6 1 f205"/>
                <a:gd name="f354" fmla="*/ f5 1 f206"/>
                <a:gd name="f355" fmla="*/ f7 1 f206"/>
                <a:gd name="f356" fmla="+- f279 0 f1"/>
                <a:gd name="f357" fmla="*/ f280 1 f205"/>
                <a:gd name="f358" fmla="*/ f281 1 f206"/>
                <a:gd name="f359" fmla="*/ f282 1 f206"/>
                <a:gd name="f360" fmla="*/ f283 1 f205"/>
                <a:gd name="f361" fmla="*/ f284 1 f206"/>
                <a:gd name="f362" fmla="*/ f285 1 f205"/>
                <a:gd name="f363" fmla="*/ f286 1 f206"/>
                <a:gd name="f364" fmla="*/ f287 1 f205"/>
                <a:gd name="f365" fmla="*/ f288 1 f206"/>
                <a:gd name="f366" fmla="*/ f289 1 f205"/>
                <a:gd name="f367" fmla="*/ f290 1 f206"/>
                <a:gd name="f368" fmla="*/ f291 1 f205"/>
                <a:gd name="f369" fmla="*/ f292 1 f206"/>
                <a:gd name="f370" fmla="*/ f293 1 f205"/>
                <a:gd name="f371" fmla="*/ f294 1 f206"/>
                <a:gd name="f372" fmla="*/ f295 1 f205"/>
                <a:gd name="f373" fmla="*/ f296 1 f206"/>
                <a:gd name="f374" fmla="*/ f297 1 f205"/>
                <a:gd name="f375" fmla="*/ f298 1 f206"/>
                <a:gd name="f376" fmla="*/ f299 1 f205"/>
                <a:gd name="f377" fmla="*/ f300 1 f206"/>
                <a:gd name="f378" fmla="*/ f301 1 f205"/>
                <a:gd name="f379" fmla="*/ f302 1 f206"/>
                <a:gd name="f380" fmla="*/ f303 1 f205"/>
                <a:gd name="f381" fmla="*/ f304 1 f206"/>
                <a:gd name="f382" fmla="*/ f305 1 f205"/>
                <a:gd name="f383" fmla="*/ f306 1 f206"/>
                <a:gd name="f384" fmla="*/ f307 1 f205"/>
                <a:gd name="f385" fmla="*/ f308 1 f206"/>
                <a:gd name="f386" fmla="*/ f309 1 f205"/>
                <a:gd name="f387" fmla="*/ f310 1 f206"/>
                <a:gd name="f388" fmla="*/ f311 1 f205"/>
                <a:gd name="f389" fmla="*/ f312 1 f206"/>
                <a:gd name="f390" fmla="*/ f313 1 f205"/>
                <a:gd name="f391" fmla="*/ f314 1 f206"/>
                <a:gd name="f392" fmla="*/ f315 1 f205"/>
                <a:gd name="f393" fmla="*/ f316 1 f206"/>
                <a:gd name="f394" fmla="*/ f317 1 f205"/>
                <a:gd name="f395" fmla="*/ f318 1 f205"/>
                <a:gd name="f396" fmla="*/ f319 1 f206"/>
                <a:gd name="f397" fmla="*/ f320 1 f205"/>
                <a:gd name="f398" fmla="*/ f321 1 f206"/>
                <a:gd name="f399" fmla="*/ f322 1 f205"/>
                <a:gd name="f400" fmla="*/ f323 1 f206"/>
                <a:gd name="f401" fmla="*/ f324 1 f205"/>
                <a:gd name="f402" fmla="*/ f325 1 f206"/>
                <a:gd name="f403" fmla="*/ f326 1 f205"/>
                <a:gd name="f404" fmla="*/ f327 1 f206"/>
                <a:gd name="f405" fmla="*/ f328 1 f205"/>
                <a:gd name="f406" fmla="*/ f329 1 f206"/>
                <a:gd name="f407" fmla="*/ f330 1 f205"/>
                <a:gd name="f408" fmla="*/ f331 1 f206"/>
                <a:gd name="f409" fmla="*/ f332 1 f205"/>
                <a:gd name="f410" fmla="*/ f333 1 f206"/>
                <a:gd name="f411" fmla="*/ f334 1 f205"/>
                <a:gd name="f412" fmla="*/ f335 1 f206"/>
                <a:gd name="f413" fmla="*/ f336 1 f205"/>
                <a:gd name="f414" fmla="*/ f337 1 f206"/>
                <a:gd name="f415" fmla="*/ f338 1 f205"/>
                <a:gd name="f416" fmla="*/ f339 1 f206"/>
                <a:gd name="f417" fmla="*/ f340 1 f205"/>
                <a:gd name="f418" fmla="*/ f341 1 f206"/>
                <a:gd name="f419" fmla="*/ f342 1 f205"/>
                <a:gd name="f420" fmla="*/ f343 1 f206"/>
                <a:gd name="f421" fmla="*/ f344 1 f205"/>
                <a:gd name="f422" fmla="*/ f345 1 f206"/>
                <a:gd name="f423" fmla="*/ f346 1 f205"/>
                <a:gd name="f424" fmla="*/ f347 1 f206"/>
                <a:gd name="f425" fmla="*/ f348 1 f205"/>
                <a:gd name="f426" fmla="*/ f349 1 f206"/>
                <a:gd name="f427" fmla="*/ f350 1 f205"/>
                <a:gd name="f428" fmla="*/ f351 1 f206"/>
                <a:gd name="f429" fmla="*/ f352 f200 1"/>
                <a:gd name="f430" fmla="*/ f353 f200 1"/>
                <a:gd name="f431" fmla="*/ f355 f201 1"/>
                <a:gd name="f432" fmla="*/ f354 f201 1"/>
                <a:gd name="f433" fmla="*/ f357 f200 1"/>
                <a:gd name="f434" fmla="*/ f358 f201 1"/>
                <a:gd name="f435" fmla="*/ f359 f201 1"/>
                <a:gd name="f436" fmla="*/ f360 f200 1"/>
                <a:gd name="f437" fmla="*/ f361 f201 1"/>
                <a:gd name="f438" fmla="*/ f362 f200 1"/>
                <a:gd name="f439" fmla="*/ f363 f201 1"/>
                <a:gd name="f440" fmla="*/ f364 f200 1"/>
                <a:gd name="f441" fmla="*/ f365 f201 1"/>
                <a:gd name="f442" fmla="*/ f366 f200 1"/>
                <a:gd name="f443" fmla="*/ f367 f201 1"/>
                <a:gd name="f444" fmla="*/ f368 f200 1"/>
                <a:gd name="f445" fmla="*/ f369 f201 1"/>
                <a:gd name="f446" fmla="*/ f370 f200 1"/>
                <a:gd name="f447" fmla="*/ f371 f201 1"/>
                <a:gd name="f448" fmla="*/ f372 f200 1"/>
                <a:gd name="f449" fmla="*/ f373 f201 1"/>
                <a:gd name="f450" fmla="*/ f374 f200 1"/>
                <a:gd name="f451" fmla="*/ f375 f201 1"/>
                <a:gd name="f452" fmla="*/ f376 f200 1"/>
                <a:gd name="f453" fmla="*/ f377 f201 1"/>
                <a:gd name="f454" fmla="*/ f378 f200 1"/>
                <a:gd name="f455" fmla="*/ f379 f201 1"/>
                <a:gd name="f456" fmla="*/ f380 f200 1"/>
                <a:gd name="f457" fmla="*/ f381 f201 1"/>
                <a:gd name="f458" fmla="*/ f382 f200 1"/>
                <a:gd name="f459" fmla="*/ f383 f201 1"/>
                <a:gd name="f460" fmla="*/ f384 f200 1"/>
                <a:gd name="f461" fmla="*/ f385 f201 1"/>
                <a:gd name="f462" fmla="*/ f386 f200 1"/>
                <a:gd name="f463" fmla="*/ f387 f201 1"/>
                <a:gd name="f464" fmla="*/ f388 f200 1"/>
                <a:gd name="f465" fmla="*/ f389 f201 1"/>
                <a:gd name="f466" fmla="*/ f390 f200 1"/>
                <a:gd name="f467" fmla="*/ f391 f201 1"/>
                <a:gd name="f468" fmla="*/ f392 f200 1"/>
                <a:gd name="f469" fmla="*/ f393 f201 1"/>
                <a:gd name="f470" fmla="*/ f394 f200 1"/>
                <a:gd name="f471" fmla="*/ f395 f200 1"/>
                <a:gd name="f472" fmla="*/ f396 f201 1"/>
                <a:gd name="f473" fmla="*/ f397 f200 1"/>
                <a:gd name="f474" fmla="*/ f398 f201 1"/>
                <a:gd name="f475" fmla="*/ f399 f200 1"/>
                <a:gd name="f476" fmla="*/ f400 f201 1"/>
                <a:gd name="f477" fmla="*/ f401 f200 1"/>
                <a:gd name="f478" fmla="*/ f402 f201 1"/>
                <a:gd name="f479" fmla="*/ f403 f200 1"/>
                <a:gd name="f480" fmla="*/ f404 f201 1"/>
                <a:gd name="f481" fmla="*/ f405 f200 1"/>
                <a:gd name="f482" fmla="*/ f406 f201 1"/>
                <a:gd name="f483" fmla="*/ f407 f200 1"/>
                <a:gd name="f484" fmla="*/ f408 f201 1"/>
                <a:gd name="f485" fmla="*/ f409 f200 1"/>
                <a:gd name="f486" fmla="*/ f410 f201 1"/>
                <a:gd name="f487" fmla="*/ f411 f200 1"/>
                <a:gd name="f488" fmla="*/ f412 f201 1"/>
                <a:gd name="f489" fmla="*/ f413 f200 1"/>
                <a:gd name="f490" fmla="*/ f414 f201 1"/>
                <a:gd name="f491" fmla="*/ f415 f200 1"/>
                <a:gd name="f492" fmla="*/ f416 f201 1"/>
                <a:gd name="f493" fmla="*/ f417 f200 1"/>
                <a:gd name="f494" fmla="*/ f418 f201 1"/>
                <a:gd name="f495" fmla="*/ f419 f200 1"/>
                <a:gd name="f496" fmla="*/ f420 f201 1"/>
                <a:gd name="f497" fmla="*/ f421 f200 1"/>
                <a:gd name="f498" fmla="*/ f422 f201 1"/>
                <a:gd name="f499" fmla="*/ f423 f200 1"/>
                <a:gd name="f500" fmla="*/ f424 f201 1"/>
                <a:gd name="f501" fmla="*/ f425 f200 1"/>
                <a:gd name="f502" fmla="*/ f426 f201 1"/>
                <a:gd name="f503" fmla="*/ f427 f200 1"/>
                <a:gd name="f504" fmla="*/ f428 f201 1"/>
              </a:gdLst>
              <a:ahLst/>
              <a:cxnLst>
                <a:cxn ang="3cd4">
                  <a:pos x="hc" y="t"/>
                </a:cxn>
                <a:cxn ang="0">
                  <a:pos x="r" y="vc"/>
                </a:cxn>
                <a:cxn ang="cd4">
                  <a:pos x="hc" y="b"/>
                </a:cxn>
                <a:cxn ang="cd2">
                  <a:pos x="l" y="vc"/>
                </a:cxn>
                <a:cxn ang="f356">
                  <a:pos x="f433" y="f434"/>
                </a:cxn>
                <a:cxn ang="f356">
                  <a:pos x="f433" y="f435"/>
                </a:cxn>
                <a:cxn ang="f356">
                  <a:pos x="f436" y="f437"/>
                </a:cxn>
                <a:cxn ang="f356">
                  <a:pos x="f438" y="f439"/>
                </a:cxn>
                <a:cxn ang="f356">
                  <a:pos x="f440" y="f441"/>
                </a:cxn>
                <a:cxn ang="f356">
                  <a:pos x="f442" y="f443"/>
                </a:cxn>
                <a:cxn ang="f356">
                  <a:pos x="f444" y="f445"/>
                </a:cxn>
                <a:cxn ang="f356">
                  <a:pos x="f446" y="f447"/>
                </a:cxn>
                <a:cxn ang="f356">
                  <a:pos x="f448" y="f449"/>
                </a:cxn>
                <a:cxn ang="f356">
                  <a:pos x="f450" y="f451"/>
                </a:cxn>
                <a:cxn ang="f356">
                  <a:pos x="f452" y="f453"/>
                </a:cxn>
                <a:cxn ang="f356">
                  <a:pos x="f454" y="f455"/>
                </a:cxn>
                <a:cxn ang="f356">
                  <a:pos x="f456" y="f457"/>
                </a:cxn>
                <a:cxn ang="f356">
                  <a:pos x="f458" y="f459"/>
                </a:cxn>
                <a:cxn ang="f356">
                  <a:pos x="f460" y="f461"/>
                </a:cxn>
                <a:cxn ang="f356">
                  <a:pos x="f462" y="f463"/>
                </a:cxn>
                <a:cxn ang="f356">
                  <a:pos x="f464" y="f465"/>
                </a:cxn>
                <a:cxn ang="f356">
                  <a:pos x="f466" y="f467"/>
                </a:cxn>
                <a:cxn ang="f356">
                  <a:pos x="f468" y="f469"/>
                </a:cxn>
                <a:cxn ang="f356">
                  <a:pos x="f470" y="f469"/>
                </a:cxn>
                <a:cxn ang="f356">
                  <a:pos x="f471" y="f472"/>
                </a:cxn>
                <a:cxn ang="f356">
                  <a:pos x="f473" y="f474"/>
                </a:cxn>
                <a:cxn ang="f356">
                  <a:pos x="f475" y="f476"/>
                </a:cxn>
                <a:cxn ang="f356">
                  <a:pos x="f477" y="f478"/>
                </a:cxn>
                <a:cxn ang="f356">
                  <a:pos x="f479" y="f480"/>
                </a:cxn>
                <a:cxn ang="f356">
                  <a:pos x="f481" y="f482"/>
                </a:cxn>
                <a:cxn ang="f356">
                  <a:pos x="f483" y="f484"/>
                </a:cxn>
                <a:cxn ang="f356">
                  <a:pos x="f485" y="f486"/>
                </a:cxn>
                <a:cxn ang="f356">
                  <a:pos x="f487" y="f488"/>
                </a:cxn>
                <a:cxn ang="f356">
                  <a:pos x="f489" y="f490"/>
                </a:cxn>
                <a:cxn ang="f356">
                  <a:pos x="f491" y="f492"/>
                </a:cxn>
                <a:cxn ang="f356">
                  <a:pos x="f493" y="f494"/>
                </a:cxn>
                <a:cxn ang="f356">
                  <a:pos x="f495" y="f496"/>
                </a:cxn>
                <a:cxn ang="f356">
                  <a:pos x="f497" y="f498"/>
                </a:cxn>
                <a:cxn ang="f356">
                  <a:pos x="f499" y="f500"/>
                </a:cxn>
                <a:cxn ang="f356">
                  <a:pos x="f501" y="f502"/>
                </a:cxn>
                <a:cxn ang="f356">
                  <a:pos x="f503" y="f504"/>
                </a:cxn>
              </a:cxnLst>
              <a:rect l="f429" t="f432" r="f430" b="f431"/>
              <a:pathLst>
                <a:path w="4211600" h="1660822">
                  <a:moveTo>
                    <a:pt x="f6" y="f5"/>
                  </a:moveTo>
                  <a:lnTo>
                    <a:pt x="f6" y="f8"/>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cubicBezTo>
                    <a:pt x="f53" y="f54"/>
                    <a:pt x="f55" y="f56"/>
                    <a:pt x="f57" y="f58"/>
                  </a:cubicBezTo>
                  <a:cubicBezTo>
                    <a:pt x="f59" y="f60"/>
                    <a:pt x="f61" y="f62"/>
                    <a:pt x="f63" y="f64"/>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lnTo>
                    <a:pt x="f101" y="f7"/>
                  </a:lnTo>
                  <a:lnTo>
                    <a:pt x="f5" y="f7"/>
                  </a:lnTo>
                  <a:lnTo>
                    <a:pt x="f102" y="f103"/>
                  </a:lnTo>
                  <a:cubicBezTo>
                    <a:pt x="f104" y="f105"/>
                    <a:pt x="f106" y="f107"/>
                    <a:pt x="f108" y="f109"/>
                  </a:cubicBezTo>
                  <a:cubicBezTo>
                    <a:pt x="f110" y="f111"/>
                    <a:pt x="f112" y="f113"/>
                    <a:pt x="f114" y="f115"/>
                  </a:cubicBezTo>
                  <a:cubicBezTo>
                    <a:pt x="f116" y="f117"/>
                    <a:pt x="f118" y="f119"/>
                    <a:pt x="f120" y="f121"/>
                  </a:cubicBezTo>
                  <a:cubicBezTo>
                    <a:pt x="f122" y="f123"/>
                    <a:pt x="f124" y="f125"/>
                    <a:pt x="f126" y="f127"/>
                  </a:cubicBezTo>
                  <a:cubicBezTo>
                    <a:pt x="f128" y="f129"/>
                    <a:pt x="f130" y="f131"/>
                    <a:pt x="f132" y="f133"/>
                  </a:cubicBezTo>
                  <a:cubicBezTo>
                    <a:pt x="f134" y="f135"/>
                    <a:pt x="f136" y="f137"/>
                    <a:pt x="f138" y="f139"/>
                  </a:cubicBezTo>
                  <a:cubicBezTo>
                    <a:pt x="f140" y="f141"/>
                    <a:pt x="f142" y="f143"/>
                    <a:pt x="f144" y="f145"/>
                  </a:cubicBezTo>
                  <a:cubicBezTo>
                    <a:pt x="f146" y="f147"/>
                    <a:pt x="f148" y="f149"/>
                    <a:pt x="f150" y="f151"/>
                  </a:cubicBezTo>
                  <a:cubicBezTo>
                    <a:pt x="f152" y="f153"/>
                    <a:pt x="f154" y="f155"/>
                    <a:pt x="f156" y="f157"/>
                  </a:cubicBezTo>
                  <a:cubicBezTo>
                    <a:pt x="f158" y="f159"/>
                    <a:pt x="f160" y="f161"/>
                    <a:pt x="f162" y="f163"/>
                  </a:cubicBezTo>
                  <a:cubicBezTo>
                    <a:pt x="f164" y="f165"/>
                    <a:pt x="f166" y="f167"/>
                    <a:pt x="f168" y="f169"/>
                  </a:cubicBezTo>
                  <a:cubicBezTo>
                    <a:pt x="f170" y="f171"/>
                    <a:pt x="f172" y="f173"/>
                    <a:pt x="f174" y="f175"/>
                  </a:cubicBezTo>
                  <a:cubicBezTo>
                    <a:pt x="f176" y="f177"/>
                    <a:pt x="f27" y="f178"/>
                    <a:pt x="f179" y="f180"/>
                  </a:cubicBezTo>
                  <a:cubicBezTo>
                    <a:pt x="f181" y="f182"/>
                    <a:pt x="f183" y="f184"/>
                    <a:pt x="f185" y="f186"/>
                  </a:cubicBezTo>
                  <a:cubicBezTo>
                    <a:pt x="f187" y="f188"/>
                    <a:pt x="f189" y="f190"/>
                    <a:pt x="f191" y="f192"/>
                  </a:cubicBezTo>
                  <a:cubicBezTo>
                    <a:pt x="f193" y="f194"/>
                    <a:pt x="f195" y="f196"/>
                    <a:pt x="f197" y="f198"/>
                  </a:cubicBezTo>
                  <a:close/>
                </a:path>
              </a:pathLst>
            </a:custGeom>
            <a:solidFill>
              <a:srgbClr val="E45221"/>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Segoe UI"/>
              </a:endParaRPr>
            </a:p>
          </p:txBody>
        </p:sp>
      </p:grpSp>
      <p:pic>
        <p:nvPicPr>
          <p:cNvPr id="28" name="Image 27">
            <a:extLst>
              <a:ext uri="{FF2B5EF4-FFF2-40B4-BE49-F238E27FC236}">
                <a16:creationId xmlns:a16="http://schemas.microsoft.com/office/drawing/2014/main" id="{A9292A07-7C35-0CBF-9681-B25930EC38DB}"/>
              </a:ext>
            </a:extLst>
          </p:cNvPr>
          <p:cNvPicPr>
            <a:picLocks noChangeAspect="1"/>
          </p:cNvPicPr>
          <p:nvPr/>
        </p:nvPicPr>
        <p:blipFill>
          <a:blip r:embed="rId2"/>
          <a:stretch>
            <a:fillRect/>
          </a:stretch>
        </p:blipFill>
        <p:spPr>
          <a:xfrm>
            <a:off x="6061455" y="5598160"/>
            <a:ext cx="5996124" cy="1204349"/>
          </a:xfrm>
          <a:prstGeom prst="rect">
            <a:avLst/>
          </a:prstGeom>
        </p:spPr>
      </p:pic>
    </p:spTree>
    <p:extLst>
      <p:ext uri="{BB962C8B-B14F-4D97-AF65-F5344CB8AC3E}">
        <p14:creationId xmlns:p14="http://schemas.microsoft.com/office/powerpoint/2010/main" val="3931212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31551984-8B62-4F73-98B5-AB6F56016F34}"/>
              </a:ext>
            </a:extLst>
          </p:cNvPr>
          <p:cNvSpPr>
            <a:spLocks noMove="1" noResize="1"/>
          </p:cNvSpPr>
          <p:nvPr/>
        </p:nvSpPr>
        <p:spPr>
          <a:xfrm>
            <a:off x="0" y="0"/>
            <a:ext cx="12188952" cy="6858000"/>
          </a:xfrm>
          <a:prstGeom prst="rect">
            <a:avLst/>
          </a:prstGeom>
          <a:solidFill>
            <a:srgbClr val="FFFFFF"/>
          </a:solidFill>
          <a:ln w="12701" cap="flat">
            <a:solidFill>
              <a:srgbClr val="F2F2F2"/>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sp>
        <p:nvSpPr>
          <p:cNvPr id="3" name="Rectangle 11">
            <a:extLst>
              <a:ext uri="{FF2B5EF4-FFF2-40B4-BE49-F238E27FC236}">
                <a16:creationId xmlns:a16="http://schemas.microsoft.com/office/drawing/2014/main" id="{01E7F4DC-BE72-4FA5-830B-58549B8E76C2}"/>
              </a:ext>
            </a:extLst>
          </p:cNvPr>
          <p:cNvSpPr>
            <a:spLocks noMove="1" noResize="1"/>
          </p:cNvSpPr>
          <p:nvPr/>
        </p:nvSpPr>
        <p:spPr>
          <a:xfrm>
            <a:off x="0" y="0"/>
            <a:ext cx="12188952" cy="6858000"/>
          </a:xfrm>
          <a:prstGeom prst="rect">
            <a:avLst/>
          </a:prstGeom>
          <a:solidFill>
            <a:srgbClr val="F3F0E9"/>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grpSp>
        <p:nvGrpSpPr>
          <p:cNvPr id="4" name="Top left">
            <a:extLst>
              <a:ext uri="{FF2B5EF4-FFF2-40B4-BE49-F238E27FC236}">
                <a16:creationId xmlns:a16="http://schemas.microsoft.com/office/drawing/2014/main" id="{40019FC3-E3F0-4882-A221-65A996BB5C1D}"/>
              </a:ext>
            </a:extLst>
          </p:cNvPr>
          <p:cNvGrpSpPr/>
          <p:nvPr/>
        </p:nvGrpSpPr>
        <p:grpSpPr>
          <a:xfrm>
            <a:off x="10844" y="-3101"/>
            <a:ext cx="2198958" cy="3349530"/>
            <a:chOff x="10844" y="-3101"/>
            <a:chExt cx="2198958" cy="3349530"/>
          </a:xfrm>
        </p:grpSpPr>
        <p:sp>
          <p:nvSpPr>
            <p:cNvPr id="5" name="Freeform: Shape 14">
              <a:extLst>
                <a:ext uri="{FF2B5EF4-FFF2-40B4-BE49-F238E27FC236}">
                  <a16:creationId xmlns:a16="http://schemas.microsoft.com/office/drawing/2014/main" id="{71465EC0-C5E2-4BE4-A4B9-8998D25D5AD9}"/>
                </a:ext>
              </a:extLst>
            </p:cNvPr>
            <p:cNvSpPr/>
            <p:nvPr/>
          </p:nvSpPr>
          <p:spPr>
            <a:xfrm rot="10799991">
              <a:off x="692840" y="-3101"/>
              <a:ext cx="1326108" cy="597606"/>
            </a:xfrm>
            <a:custGeom>
              <a:avLst/>
              <a:gdLst>
                <a:gd name="f0" fmla="val 10800000"/>
                <a:gd name="f1" fmla="val 5400000"/>
                <a:gd name="f2" fmla="val 180"/>
                <a:gd name="f3" fmla="val w"/>
                <a:gd name="f4" fmla="val h"/>
                <a:gd name="f5" fmla="val 0"/>
                <a:gd name="f6" fmla="val 1482102"/>
                <a:gd name="f7" fmla="val 679363"/>
                <a:gd name="f8" fmla="val 741051"/>
                <a:gd name="f9" fmla="val 1102506"/>
                <a:gd name="f10" fmla="val 1404077"/>
                <a:gd name="f11" fmla="val 256390"/>
                <a:gd name="f12" fmla="val 1473822"/>
                <a:gd name="f13" fmla="val 597226"/>
                <a:gd name="f14" fmla="val 8280"/>
                <a:gd name="f15" fmla="val 78025"/>
                <a:gd name="f16" fmla="val 379596"/>
                <a:gd name="f17" fmla="+- 0 0 -90"/>
                <a:gd name="f18" fmla="*/ f3 1 1482102"/>
                <a:gd name="f19" fmla="*/ f4 1 679363"/>
                <a:gd name="f20" fmla="+- f7 0 f5"/>
                <a:gd name="f21" fmla="+- f6 0 f5"/>
                <a:gd name="f22" fmla="*/ f17 f0 1"/>
                <a:gd name="f23" fmla="*/ f21 1 1482102"/>
                <a:gd name="f24" fmla="*/ f20 1 679363"/>
                <a:gd name="f25" fmla="*/ 741051 f21 1"/>
                <a:gd name="f26" fmla="*/ 0 f20 1"/>
                <a:gd name="f27" fmla="*/ 1473822 f21 1"/>
                <a:gd name="f28" fmla="*/ 597226 f20 1"/>
                <a:gd name="f29" fmla="*/ 1482102 f21 1"/>
                <a:gd name="f30" fmla="*/ 679363 f20 1"/>
                <a:gd name="f31" fmla="*/ 0 f21 1"/>
                <a:gd name="f32" fmla="*/ 8280 f21 1"/>
                <a:gd name="f33" fmla="*/ f22 1 f2"/>
                <a:gd name="f34" fmla="*/ f25 1 1482102"/>
                <a:gd name="f35" fmla="*/ f26 1 679363"/>
                <a:gd name="f36" fmla="*/ f27 1 1482102"/>
                <a:gd name="f37" fmla="*/ f28 1 679363"/>
                <a:gd name="f38" fmla="*/ f29 1 1482102"/>
                <a:gd name="f39" fmla="*/ f30 1 679363"/>
                <a:gd name="f40" fmla="*/ f31 1 1482102"/>
                <a:gd name="f41" fmla="*/ f32 1 1482102"/>
                <a:gd name="f42" fmla="*/ f5 1 f23"/>
                <a:gd name="f43" fmla="*/ f6 1 f23"/>
                <a:gd name="f44" fmla="*/ f5 1 f24"/>
                <a:gd name="f45" fmla="*/ f7 1 f24"/>
                <a:gd name="f46" fmla="+- f33 0 f1"/>
                <a:gd name="f47" fmla="*/ f34 1 f23"/>
                <a:gd name="f48" fmla="*/ f35 1 f24"/>
                <a:gd name="f49" fmla="*/ f36 1 f23"/>
                <a:gd name="f50" fmla="*/ f37 1 f24"/>
                <a:gd name="f51" fmla="*/ f38 1 f23"/>
                <a:gd name="f52" fmla="*/ f39 1 f24"/>
                <a:gd name="f53" fmla="*/ f40 1 f23"/>
                <a:gd name="f54" fmla="*/ f41 1 f23"/>
                <a:gd name="f55" fmla="*/ f42 f18 1"/>
                <a:gd name="f56" fmla="*/ f43 f18 1"/>
                <a:gd name="f57" fmla="*/ f45 f19 1"/>
                <a:gd name="f58" fmla="*/ f44 f19 1"/>
                <a:gd name="f59" fmla="*/ f47 f18 1"/>
                <a:gd name="f60" fmla="*/ f48 f19 1"/>
                <a:gd name="f61" fmla="*/ f49 f18 1"/>
                <a:gd name="f62" fmla="*/ f50 f19 1"/>
                <a:gd name="f63" fmla="*/ f51 f18 1"/>
                <a:gd name="f64" fmla="*/ f52 f19 1"/>
                <a:gd name="f65" fmla="*/ f53 f18 1"/>
                <a:gd name="f66" fmla="*/ f54 f18 1"/>
              </a:gdLst>
              <a:ahLst/>
              <a:cxnLst>
                <a:cxn ang="3cd4">
                  <a:pos x="hc" y="t"/>
                </a:cxn>
                <a:cxn ang="0">
                  <a:pos x="r" y="vc"/>
                </a:cxn>
                <a:cxn ang="cd4">
                  <a:pos x="hc" y="b"/>
                </a:cxn>
                <a:cxn ang="cd2">
                  <a:pos x="l" y="vc"/>
                </a:cxn>
                <a:cxn ang="f46">
                  <a:pos x="f59" y="f60"/>
                </a:cxn>
                <a:cxn ang="f46">
                  <a:pos x="f61" y="f62"/>
                </a:cxn>
                <a:cxn ang="f46">
                  <a:pos x="f63" y="f64"/>
                </a:cxn>
                <a:cxn ang="f46">
                  <a:pos x="f65" y="f64"/>
                </a:cxn>
                <a:cxn ang="f46">
                  <a:pos x="f66" y="f62"/>
                </a:cxn>
                <a:cxn ang="f46">
                  <a:pos x="f59" y="f60"/>
                </a:cxn>
              </a:cxnLst>
              <a:rect l="f55" t="f58" r="f56" b="f57"/>
              <a:pathLst>
                <a:path w="1482102" h="679363">
                  <a:moveTo>
                    <a:pt x="f8" y="f5"/>
                  </a:moveTo>
                  <a:cubicBezTo>
                    <a:pt x="f9" y="f5"/>
                    <a:pt x="f10" y="f11"/>
                    <a:pt x="f12" y="f13"/>
                  </a:cubicBezTo>
                  <a:lnTo>
                    <a:pt x="f6" y="f7"/>
                  </a:lnTo>
                  <a:lnTo>
                    <a:pt x="f5" y="f7"/>
                  </a:lnTo>
                  <a:lnTo>
                    <a:pt x="f14" y="f13"/>
                  </a:lnTo>
                  <a:cubicBezTo>
                    <a:pt x="f15" y="f11"/>
                    <a:pt x="f16" y="f5"/>
                    <a:pt x="f8" y="f5"/>
                  </a:cubicBezTo>
                  <a:close/>
                </a:path>
              </a:pathLst>
            </a:cu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sp>
          <p:nvSpPr>
            <p:cNvPr id="6" name="Freeform: Shape 15">
              <a:extLst>
                <a:ext uri="{FF2B5EF4-FFF2-40B4-BE49-F238E27FC236}">
                  <a16:creationId xmlns:a16="http://schemas.microsoft.com/office/drawing/2014/main" id="{0C0A8AE6-3A31-417C-9D7C-BFE751A543B7}"/>
                </a:ext>
              </a:extLst>
            </p:cNvPr>
            <p:cNvSpPr/>
            <p:nvPr/>
          </p:nvSpPr>
          <p:spPr>
            <a:xfrm>
              <a:off x="19394" y="15243"/>
              <a:ext cx="2190408" cy="3331186"/>
            </a:xfrm>
            <a:custGeom>
              <a:avLst/>
              <a:gdLst>
                <a:gd name="f0" fmla="val 10800000"/>
                <a:gd name="f1" fmla="val 5400000"/>
                <a:gd name="f2" fmla="val 180"/>
                <a:gd name="f3" fmla="val w"/>
                <a:gd name="f4" fmla="val h"/>
                <a:gd name="f5" fmla="val 0"/>
                <a:gd name="f6" fmla="val 3296088"/>
                <a:gd name="f7" fmla="val 5012722"/>
                <a:gd name="f8" fmla="val 81820"/>
                <a:gd name="f9" fmla="val 4949095"/>
                <a:gd name="f10" fmla="val 163544"/>
                <a:gd name="f11" fmla="val 4885468"/>
                <a:gd name="f12" fmla="val 244031"/>
                <a:gd name="f13" fmla="val 4820222"/>
                <a:gd name="f14" fmla="val 417671"/>
                <a:gd name="f15" fmla="val 4679633"/>
                <a:gd name="f16" fmla="val 589883"/>
                <a:gd name="f17" fmla="val 4535139"/>
                <a:gd name="f18" fmla="val 729234"/>
                <a:gd name="f19" fmla="val 4360641"/>
                <a:gd name="f20" fmla="val 779431"/>
                <a:gd name="f21" fmla="val 4297776"/>
                <a:gd name="f22" fmla="val 825818"/>
                <a:gd name="f23" fmla="val 4231958"/>
                <a:gd name="f24" fmla="val 881444"/>
                <a:gd name="f25" fmla="val 4173950"/>
                <a:gd name="f26" fmla="val 959358"/>
                <a:gd name="f27" fmla="val 4092607"/>
                <a:gd name="f28" fmla="val 1054799"/>
                <a:gd name="f29" fmla="val 4031075"/>
                <a:gd name="f30" fmla="val 1151287"/>
                <a:gd name="f31" fmla="val 3972877"/>
                <a:gd name="f32" fmla="val 1263968"/>
                <a:gd name="f33" fmla="val 3904964"/>
                <a:gd name="f34" fmla="val 1379315"/>
                <a:gd name="f35" fmla="val 3841337"/>
                <a:gd name="f36" fmla="val 1498664"/>
                <a:gd name="f37" fmla="val 3786188"/>
                <a:gd name="f38" fmla="val 1573149"/>
                <a:gd name="f39" fmla="val 3751802"/>
                <a:gd name="f40" fmla="val 1649159"/>
                <a:gd name="f41" fmla="val 3720179"/>
                <a:gd name="f42" fmla="val 1716881"/>
                <a:gd name="f43" fmla="val 3674174"/>
                <a:gd name="f44" fmla="val 1794034"/>
                <a:gd name="f45" fmla="val 3621691"/>
                <a:gd name="f46" fmla="val 1856708"/>
                <a:gd name="f47" fmla="val 3551492"/>
                <a:gd name="f48" fmla="val 1913573"/>
                <a:gd name="f49" fmla="val 3477387"/>
                <a:gd name="f50" fmla="val 2016157"/>
                <a:gd name="f51" fmla="val 3343751"/>
                <a:gd name="f52" fmla="val 2099024"/>
                <a:gd name="f53" fmla="val 3196114"/>
                <a:gd name="f54" fmla="val 2167700"/>
                <a:gd name="f55" fmla="val 3042190"/>
                <a:gd name="f56" fmla="val 2206752"/>
                <a:gd name="f57" fmla="val 2954655"/>
                <a:gd name="f58" fmla="val 2241233"/>
                <a:gd name="f59" fmla="val 2865215"/>
                <a:gd name="f60" fmla="val 2273903"/>
                <a:gd name="f61" fmla="val 2775014"/>
                <a:gd name="f62" fmla="val 2328482"/>
                <a:gd name="f63" fmla="val 2624423"/>
                <a:gd name="f64" fmla="val 2379440"/>
                <a:gd name="f65" fmla="val 2471642"/>
                <a:gd name="f66" fmla="val 2463356"/>
                <a:gd name="f67" fmla="val 2335530"/>
                <a:gd name="f68" fmla="val 2542127"/>
                <a:gd name="f69" fmla="val 2207705"/>
                <a:gd name="f70" fmla="val 2647855"/>
                <a:gd name="f71" fmla="val 2099501"/>
                <a:gd name="f72" fmla="val 2741866"/>
                <a:gd name="f73" fmla="val 1982248"/>
                <a:gd name="f74" fmla="val 2830449"/>
                <a:gd name="f75" fmla="val 1871758"/>
                <a:gd name="f76" fmla="val 2908554"/>
                <a:gd name="f77" fmla="val 1753362"/>
                <a:gd name="f78" fmla="val 2985897"/>
                <a:gd name="f79" fmla="val 1634681"/>
                <a:gd name="f80" fmla="val 3071146"/>
                <a:gd name="f81" fmla="val 1503902"/>
                <a:gd name="f82" fmla="val 3156395"/>
                <a:gd name="f83" fmla="val 1372172"/>
                <a:gd name="f84" fmla="val 3212687"/>
                <a:gd name="f85" fmla="val 1226820"/>
                <a:gd name="f86" fmla="val 3246025"/>
                <a:gd name="f87" fmla="val 1140809"/>
                <a:gd name="f88" fmla="val 3268790"/>
                <a:gd name="f89" fmla="val 1051084"/>
                <a:gd name="f90" fmla="val 3281553"/>
                <a:gd name="f91" fmla="val 959644"/>
                <a:gd name="f92" fmla="val 3293555"/>
                <a:gd name="f93" fmla="val 874014"/>
                <a:gd name="f94" fmla="val 3296888"/>
                <a:gd name="f95" fmla="val 787527"/>
                <a:gd name="f96" fmla="val 3295936"/>
                <a:gd name="f97" fmla="val 701135"/>
                <a:gd name="f98" fmla="val 3294888"/>
                <a:gd name="f99" fmla="val 612172"/>
                <a:gd name="f100" fmla="val 3289268"/>
                <a:gd name="f101" fmla="val 523018"/>
                <a:gd name="f102" fmla="val 3267266"/>
                <a:gd name="f103" fmla="val 436817"/>
                <a:gd name="f104" fmla="val 3227832"/>
                <a:gd name="f105" fmla="val 282416"/>
                <a:gd name="f106" fmla="val 3105341"/>
                <a:gd name="f107" fmla="+- 0 0 -90"/>
                <a:gd name="f108" fmla="*/ f3 1 3296088"/>
                <a:gd name="f109" fmla="*/ f4 1 5012722"/>
                <a:gd name="f110" fmla="+- f7 0 f5"/>
                <a:gd name="f111" fmla="+- f6 0 f5"/>
                <a:gd name="f112" fmla="*/ f107 f0 1"/>
                <a:gd name="f113" fmla="*/ f111 1 3296088"/>
                <a:gd name="f114" fmla="*/ f110 1 5012722"/>
                <a:gd name="f115" fmla="*/ 0 f111 1"/>
                <a:gd name="f116" fmla="*/ 5012722 f110 1"/>
                <a:gd name="f117" fmla="*/ 244031 f111 1"/>
                <a:gd name="f118" fmla="*/ 4820222 f110 1"/>
                <a:gd name="f119" fmla="*/ 729234 f111 1"/>
                <a:gd name="f120" fmla="*/ 4360641 f110 1"/>
                <a:gd name="f121" fmla="*/ 881444 f111 1"/>
                <a:gd name="f122" fmla="*/ 4173950 f110 1"/>
                <a:gd name="f123" fmla="*/ 1151287 f111 1"/>
                <a:gd name="f124" fmla="*/ 3972877 f110 1"/>
                <a:gd name="f125" fmla="*/ 1498664 f111 1"/>
                <a:gd name="f126" fmla="*/ 3786188 f110 1"/>
                <a:gd name="f127" fmla="*/ 1716881 f111 1"/>
                <a:gd name="f128" fmla="*/ 3674174 f110 1"/>
                <a:gd name="f129" fmla="*/ 1913573 f111 1"/>
                <a:gd name="f130" fmla="*/ 3477387 f110 1"/>
                <a:gd name="f131" fmla="*/ 2167700 f111 1"/>
                <a:gd name="f132" fmla="*/ 3042190 f110 1"/>
                <a:gd name="f133" fmla="*/ 2273903 f111 1"/>
                <a:gd name="f134" fmla="*/ 2775014 f110 1"/>
                <a:gd name="f135" fmla="*/ 2463356 f111 1"/>
                <a:gd name="f136" fmla="*/ 2335530 f110 1"/>
                <a:gd name="f137" fmla="*/ 2741866 f111 1"/>
                <a:gd name="f138" fmla="*/ 1982248 f110 1"/>
                <a:gd name="f139" fmla="*/ 2985897 f111 1"/>
                <a:gd name="f140" fmla="*/ 1634681 f110 1"/>
                <a:gd name="f141" fmla="*/ 3212687 f111 1"/>
                <a:gd name="f142" fmla="*/ 1226820 f110 1"/>
                <a:gd name="f143" fmla="*/ 3281553 f111 1"/>
                <a:gd name="f144" fmla="*/ 959644 f110 1"/>
                <a:gd name="f145" fmla="*/ 3295936 f111 1"/>
                <a:gd name="f146" fmla="*/ 701135 f110 1"/>
                <a:gd name="f147" fmla="*/ 3267266 f111 1"/>
                <a:gd name="f148" fmla="*/ 436817 f110 1"/>
                <a:gd name="f149" fmla="*/ 3105341 f111 1"/>
                <a:gd name="f150" fmla="*/ 0 f110 1"/>
                <a:gd name="f151" fmla="*/ f112 1 f2"/>
                <a:gd name="f152" fmla="*/ f115 1 3296088"/>
                <a:gd name="f153" fmla="*/ f116 1 5012722"/>
                <a:gd name="f154" fmla="*/ f117 1 3296088"/>
                <a:gd name="f155" fmla="*/ f118 1 5012722"/>
                <a:gd name="f156" fmla="*/ f119 1 3296088"/>
                <a:gd name="f157" fmla="*/ f120 1 5012722"/>
                <a:gd name="f158" fmla="*/ f121 1 3296088"/>
                <a:gd name="f159" fmla="*/ f122 1 5012722"/>
                <a:gd name="f160" fmla="*/ f123 1 3296088"/>
                <a:gd name="f161" fmla="*/ f124 1 5012722"/>
                <a:gd name="f162" fmla="*/ f125 1 3296088"/>
                <a:gd name="f163" fmla="*/ f126 1 5012722"/>
                <a:gd name="f164" fmla="*/ f127 1 3296088"/>
                <a:gd name="f165" fmla="*/ f128 1 5012722"/>
                <a:gd name="f166" fmla="*/ f129 1 3296088"/>
                <a:gd name="f167" fmla="*/ f130 1 5012722"/>
                <a:gd name="f168" fmla="*/ f131 1 3296088"/>
                <a:gd name="f169" fmla="*/ f132 1 5012722"/>
                <a:gd name="f170" fmla="*/ f133 1 3296088"/>
                <a:gd name="f171" fmla="*/ f134 1 5012722"/>
                <a:gd name="f172" fmla="*/ f135 1 3296088"/>
                <a:gd name="f173" fmla="*/ f136 1 5012722"/>
                <a:gd name="f174" fmla="*/ f137 1 3296088"/>
                <a:gd name="f175" fmla="*/ f138 1 5012722"/>
                <a:gd name="f176" fmla="*/ f139 1 3296088"/>
                <a:gd name="f177" fmla="*/ f140 1 5012722"/>
                <a:gd name="f178" fmla="*/ f141 1 3296088"/>
                <a:gd name="f179" fmla="*/ f142 1 5012722"/>
                <a:gd name="f180" fmla="*/ f143 1 3296088"/>
                <a:gd name="f181" fmla="*/ f144 1 5012722"/>
                <a:gd name="f182" fmla="*/ f145 1 3296088"/>
                <a:gd name="f183" fmla="*/ f146 1 5012722"/>
                <a:gd name="f184" fmla="*/ f147 1 3296088"/>
                <a:gd name="f185" fmla="*/ f148 1 5012722"/>
                <a:gd name="f186" fmla="*/ f149 1 3296088"/>
                <a:gd name="f187" fmla="*/ f150 1 5012722"/>
                <a:gd name="f188" fmla="*/ f5 1 f113"/>
                <a:gd name="f189" fmla="*/ f6 1 f113"/>
                <a:gd name="f190" fmla="*/ f5 1 f114"/>
                <a:gd name="f191" fmla="*/ f7 1 f114"/>
                <a:gd name="f192" fmla="+- f151 0 f1"/>
                <a:gd name="f193" fmla="*/ f152 1 f113"/>
                <a:gd name="f194" fmla="*/ f153 1 f114"/>
                <a:gd name="f195" fmla="*/ f154 1 f113"/>
                <a:gd name="f196" fmla="*/ f155 1 f114"/>
                <a:gd name="f197" fmla="*/ f156 1 f113"/>
                <a:gd name="f198" fmla="*/ f157 1 f114"/>
                <a:gd name="f199" fmla="*/ f158 1 f113"/>
                <a:gd name="f200" fmla="*/ f159 1 f114"/>
                <a:gd name="f201" fmla="*/ f160 1 f113"/>
                <a:gd name="f202" fmla="*/ f161 1 f114"/>
                <a:gd name="f203" fmla="*/ f162 1 f113"/>
                <a:gd name="f204" fmla="*/ f163 1 f114"/>
                <a:gd name="f205" fmla="*/ f164 1 f113"/>
                <a:gd name="f206" fmla="*/ f165 1 f114"/>
                <a:gd name="f207" fmla="*/ f166 1 f113"/>
                <a:gd name="f208" fmla="*/ f167 1 f114"/>
                <a:gd name="f209" fmla="*/ f168 1 f113"/>
                <a:gd name="f210" fmla="*/ f169 1 f114"/>
                <a:gd name="f211" fmla="*/ f170 1 f113"/>
                <a:gd name="f212" fmla="*/ f171 1 f114"/>
                <a:gd name="f213" fmla="*/ f172 1 f113"/>
                <a:gd name="f214" fmla="*/ f173 1 f114"/>
                <a:gd name="f215" fmla="*/ f174 1 f113"/>
                <a:gd name="f216" fmla="*/ f175 1 f114"/>
                <a:gd name="f217" fmla="*/ f176 1 f113"/>
                <a:gd name="f218" fmla="*/ f177 1 f114"/>
                <a:gd name="f219" fmla="*/ f178 1 f113"/>
                <a:gd name="f220" fmla="*/ f179 1 f114"/>
                <a:gd name="f221" fmla="*/ f180 1 f113"/>
                <a:gd name="f222" fmla="*/ f181 1 f114"/>
                <a:gd name="f223" fmla="*/ f182 1 f113"/>
                <a:gd name="f224" fmla="*/ f183 1 f114"/>
                <a:gd name="f225" fmla="*/ f184 1 f113"/>
                <a:gd name="f226" fmla="*/ f185 1 f114"/>
                <a:gd name="f227" fmla="*/ f186 1 f113"/>
                <a:gd name="f228" fmla="*/ f187 1 f114"/>
                <a:gd name="f229" fmla="*/ f188 f108 1"/>
                <a:gd name="f230" fmla="*/ f189 f108 1"/>
                <a:gd name="f231" fmla="*/ f191 f109 1"/>
                <a:gd name="f232" fmla="*/ f190 f109 1"/>
                <a:gd name="f233" fmla="*/ f193 f108 1"/>
                <a:gd name="f234" fmla="*/ f194 f109 1"/>
                <a:gd name="f235" fmla="*/ f195 f108 1"/>
                <a:gd name="f236" fmla="*/ f196 f109 1"/>
                <a:gd name="f237" fmla="*/ f197 f108 1"/>
                <a:gd name="f238" fmla="*/ f198 f109 1"/>
                <a:gd name="f239" fmla="*/ f199 f108 1"/>
                <a:gd name="f240" fmla="*/ f200 f109 1"/>
                <a:gd name="f241" fmla="*/ f201 f108 1"/>
                <a:gd name="f242" fmla="*/ f202 f109 1"/>
                <a:gd name="f243" fmla="*/ f203 f108 1"/>
                <a:gd name="f244" fmla="*/ f204 f109 1"/>
                <a:gd name="f245" fmla="*/ f205 f108 1"/>
                <a:gd name="f246" fmla="*/ f206 f109 1"/>
                <a:gd name="f247" fmla="*/ f207 f108 1"/>
                <a:gd name="f248" fmla="*/ f208 f109 1"/>
                <a:gd name="f249" fmla="*/ f209 f108 1"/>
                <a:gd name="f250" fmla="*/ f210 f109 1"/>
                <a:gd name="f251" fmla="*/ f211 f108 1"/>
                <a:gd name="f252" fmla="*/ f212 f109 1"/>
                <a:gd name="f253" fmla="*/ f213 f108 1"/>
                <a:gd name="f254" fmla="*/ f214 f109 1"/>
                <a:gd name="f255" fmla="*/ f215 f108 1"/>
                <a:gd name="f256" fmla="*/ f216 f109 1"/>
                <a:gd name="f257" fmla="*/ f217 f108 1"/>
                <a:gd name="f258" fmla="*/ f218 f109 1"/>
                <a:gd name="f259" fmla="*/ f219 f108 1"/>
                <a:gd name="f260" fmla="*/ f220 f109 1"/>
                <a:gd name="f261" fmla="*/ f221 f108 1"/>
                <a:gd name="f262" fmla="*/ f222 f109 1"/>
                <a:gd name="f263" fmla="*/ f223 f108 1"/>
                <a:gd name="f264" fmla="*/ f224 f109 1"/>
                <a:gd name="f265" fmla="*/ f225 f108 1"/>
                <a:gd name="f266" fmla="*/ f226 f109 1"/>
                <a:gd name="f267" fmla="*/ f227 f108 1"/>
                <a:gd name="f268" fmla="*/ f228 f109 1"/>
              </a:gdLst>
              <a:ahLst/>
              <a:cxnLst>
                <a:cxn ang="3cd4">
                  <a:pos x="hc" y="t"/>
                </a:cxn>
                <a:cxn ang="0">
                  <a:pos x="r" y="vc"/>
                </a:cxn>
                <a:cxn ang="cd4">
                  <a:pos x="hc" y="b"/>
                </a:cxn>
                <a:cxn ang="cd2">
                  <a:pos x="l" y="vc"/>
                </a:cxn>
                <a:cxn ang="f192">
                  <a:pos x="f233" y="f234"/>
                </a:cxn>
                <a:cxn ang="f192">
                  <a:pos x="f235" y="f236"/>
                </a:cxn>
                <a:cxn ang="f192">
                  <a:pos x="f237" y="f238"/>
                </a:cxn>
                <a:cxn ang="f192">
                  <a:pos x="f239" y="f240"/>
                </a:cxn>
                <a:cxn ang="f192">
                  <a:pos x="f241" y="f242"/>
                </a:cxn>
                <a:cxn ang="f192">
                  <a:pos x="f243" y="f244"/>
                </a:cxn>
                <a:cxn ang="f192">
                  <a:pos x="f245" y="f246"/>
                </a:cxn>
                <a:cxn ang="f192">
                  <a:pos x="f247" y="f248"/>
                </a:cxn>
                <a:cxn ang="f192">
                  <a:pos x="f249" y="f250"/>
                </a:cxn>
                <a:cxn ang="f192">
                  <a:pos x="f251" y="f252"/>
                </a:cxn>
                <a:cxn ang="f192">
                  <a:pos x="f253" y="f254"/>
                </a:cxn>
                <a:cxn ang="f192">
                  <a:pos x="f255" y="f256"/>
                </a:cxn>
                <a:cxn ang="f192">
                  <a:pos x="f257" y="f258"/>
                </a:cxn>
                <a:cxn ang="f192">
                  <a:pos x="f259" y="f260"/>
                </a:cxn>
                <a:cxn ang="f192">
                  <a:pos x="f261" y="f262"/>
                </a:cxn>
                <a:cxn ang="f192">
                  <a:pos x="f263" y="f264"/>
                </a:cxn>
                <a:cxn ang="f192">
                  <a:pos x="f265" y="f266"/>
                </a:cxn>
                <a:cxn ang="f192">
                  <a:pos x="f267" y="f268"/>
                </a:cxn>
              </a:cxnLst>
              <a:rect l="f229" t="f232" r="f230" b="f231"/>
              <a:pathLst>
                <a:path w="3296088" h="5012722">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5"/>
                    <a:pt x="f106"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7" name="Freeform: Shape 16">
              <a:extLst>
                <a:ext uri="{FF2B5EF4-FFF2-40B4-BE49-F238E27FC236}">
                  <a16:creationId xmlns:a16="http://schemas.microsoft.com/office/drawing/2014/main" id="{4443D9E1-91D9-4079-B57B-7D5BEB48AD1F}"/>
                </a:ext>
              </a:extLst>
            </p:cNvPr>
            <p:cNvSpPr/>
            <p:nvPr/>
          </p:nvSpPr>
          <p:spPr>
            <a:xfrm>
              <a:off x="10844" y="15179"/>
              <a:ext cx="1978670" cy="3074962"/>
            </a:xfrm>
            <a:custGeom>
              <a:avLst/>
              <a:gdLst>
                <a:gd name="f0" fmla="val 10800000"/>
                <a:gd name="f1" fmla="val 5400000"/>
                <a:gd name="f2" fmla="val 180"/>
                <a:gd name="f3" fmla="val w"/>
                <a:gd name="f4" fmla="val h"/>
                <a:gd name="f5" fmla="val 0"/>
                <a:gd name="f6" fmla="val 2977477"/>
                <a:gd name="f7" fmla="val 4627149"/>
                <a:gd name="f8" fmla="val 4627150"/>
                <a:gd name="f9" fmla="val 79820"/>
                <a:gd name="f10" fmla="val 4552283"/>
                <a:gd name="f11" fmla="val 203835"/>
                <a:gd name="f12" fmla="val 4424648"/>
                <a:gd name="f13" fmla="val 275082"/>
                <a:gd name="f14" fmla="val 4341590"/>
                <a:gd name="f15" fmla="val 354711"/>
                <a:gd name="f16" fmla="val 4248722"/>
                <a:gd name="f17" fmla="val 421005"/>
                <a:gd name="f18" fmla="val 4145090"/>
                <a:gd name="f19" fmla="val 502825"/>
                <a:gd name="f20" fmla="val 4054126"/>
                <a:gd name="f21" fmla="val 554355"/>
                <a:gd name="f22" fmla="val 3996881"/>
                <a:gd name="f23" fmla="val 612362"/>
                <a:gd name="f24" fmla="val 3945827"/>
                <a:gd name="f25" fmla="val 666179"/>
                <a:gd name="f26" fmla="val 3890677"/>
                <a:gd name="f27" fmla="val 734187"/>
                <a:gd name="f28" fmla="val 3821049"/>
                <a:gd name="f29" fmla="val 796671"/>
                <a:gd name="f30" fmla="val 3746183"/>
                <a:gd name="f31" fmla="val 864203"/>
                <a:gd name="f32" fmla="val 3675983"/>
                <a:gd name="f33" fmla="val 902875"/>
                <a:gd name="f34" fmla="val 3635788"/>
                <a:gd name="f35" fmla="val 943642"/>
                <a:gd name="f36" fmla="val 3597593"/>
                <a:gd name="f37" fmla="val 982599"/>
                <a:gd name="f38" fmla="val 3557492"/>
                <a:gd name="f39" fmla="val 1053941"/>
                <a:gd name="f40" fmla="val 3484150"/>
                <a:gd name="f41" fmla="val 1121378"/>
                <a:gd name="f42" fmla="val 3407093"/>
                <a:gd name="f43" fmla="val 1188244"/>
                <a:gd name="f44" fmla="val 3329654"/>
                <a:gd name="f45" fmla="val 1240631"/>
                <a:gd name="f46" fmla="val 3268885"/>
                <a:gd name="f47" fmla="val 1293495"/>
                <a:gd name="f48" fmla="val 3208496"/>
                <a:gd name="f49" fmla="val 1344740"/>
                <a:gd name="f50" fmla="val 3146774"/>
                <a:gd name="f51" fmla="val 1388459"/>
                <a:gd name="f52" fmla="val 3094101"/>
                <a:gd name="f53" fmla="val 1431512"/>
                <a:gd name="f54" fmla="val 3040761"/>
                <a:gd name="f55" fmla="val 1470755"/>
                <a:gd name="f56" fmla="val 2984659"/>
                <a:gd name="f57" fmla="val 1540764"/>
                <a:gd name="f58" fmla="val 2884646"/>
                <a:gd name="f59" fmla="val 1598771"/>
                <a:gd name="f60" fmla="val 2777109"/>
                <a:gd name="f61" fmla="val 1657636"/>
                <a:gd name="f62" fmla="val 2670239"/>
                <a:gd name="f63" fmla="val 1693545"/>
                <a:gd name="f64" fmla="val 2605088"/>
                <a:gd name="f65" fmla="val 1728502"/>
                <a:gd name="f66" fmla="val 2539460"/>
                <a:gd name="f67" fmla="val 1762887"/>
                <a:gd name="f68" fmla="val 2473547"/>
                <a:gd name="f69" fmla="val 1795367"/>
                <a:gd name="f70" fmla="val 2411349"/>
                <a:gd name="f71" fmla="val 1826419"/>
                <a:gd name="f72" fmla="val 2348103"/>
                <a:gd name="f73" fmla="val 1866710"/>
                <a:gd name="f74" fmla="val 2290667"/>
                <a:gd name="f75" fmla="val 1934623"/>
                <a:gd name="f76" fmla="val 2193893"/>
                <a:gd name="f77" fmla="val 2022729"/>
                <a:gd name="f78" fmla="val 2114169"/>
                <a:gd name="f79" fmla="val 2106263"/>
                <a:gd name="f80" fmla="val 2030254"/>
                <a:gd name="f81" fmla="val 2163128"/>
                <a:gd name="f82" fmla="val 1973104"/>
                <a:gd name="f83" fmla="val 2218182"/>
                <a:gd name="f84" fmla="val 1914049"/>
                <a:gd name="f85" fmla="val 2277237"/>
                <a:gd name="f86" fmla="val 1859185"/>
                <a:gd name="f87" fmla="val 2350770"/>
                <a:gd name="f88" fmla="val 1790891"/>
                <a:gd name="f89" fmla="val 2430304"/>
                <a:gd name="f90" fmla="val 1728978"/>
                <a:gd name="f91" fmla="val 2499455"/>
                <a:gd name="f92" fmla="val 1656207"/>
                <a:gd name="f93" fmla="val 2576989"/>
                <a:gd name="f94" fmla="val 1574578"/>
                <a:gd name="f95" fmla="val 2641568"/>
                <a:gd name="f96" fmla="val 1481900"/>
                <a:gd name="f97" fmla="val 2707100"/>
                <a:gd name="f98" fmla="val 1390269"/>
                <a:gd name="f99" fmla="val 2744153"/>
                <a:gd name="f100" fmla="val 1338453"/>
                <a:gd name="f101" fmla="val 2781586"/>
                <a:gd name="f102" fmla="val 1286732"/>
                <a:gd name="f103" fmla="val 2812352"/>
                <a:gd name="f104" fmla="val 1230916"/>
                <a:gd name="f105" fmla="val 2846546"/>
                <a:gd name="f106" fmla="val 1168908"/>
                <a:gd name="f107" fmla="val 2872550"/>
                <a:gd name="f108" fmla="val 1102900"/>
                <a:gd name="f109" fmla="val 2898172"/>
                <a:gd name="f110" fmla="val 1036987"/>
                <a:gd name="f111" fmla="val 2922175"/>
                <a:gd name="f112" fmla="val 975455"/>
                <a:gd name="f113" fmla="val 2948273"/>
                <a:gd name="f114" fmla="val 914305"/>
                <a:gd name="f115" fmla="val 2963228"/>
                <a:gd name="f116" fmla="val 850011"/>
                <a:gd name="f117" fmla="val 2971229"/>
                <a:gd name="f118" fmla="val 815626"/>
                <a:gd name="f119" fmla="val 2976563"/>
                <a:gd name="f120" fmla="val 780764"/>
                <a:gd name="f121" fmla="val 2977325"/>
                <a:gd name="f122" fmla="val 745427"/>
                <a:gd name="f123" fmla="val 2979230"/>
                <a:gd name="f124" fmla="val 654844"/>
                <a:gd name="f125" fmla="val 2963323"/>
                <a:gd name="f126" fmla="val 564261"/>
                <a:gd name="f127" fmla="val 2929509"/>
                <a:gd name="f128" fmla="val 480155"/>
                <a:gd name="f129" fmla="val 2851309"/>
                <a:gd name="f130" fmla="val 285655"/>
                <a:gd name="f131" fmla="val 2563082"/>
                <a:gd name="f132" fmla="+- 0 0 -90"/>
                <a:gd name="f133" fmla="*/ f3 1 2977477"/>
                <a:gd name="f134" fmla="*/ f4 1 4627149"/>
                <a:gd name="f135" fmla="+- f7 0 f5"/>
                <a:gd name="f136" fmla="+- f6 0 f5"/>
                <a:gd name="f137" fmla="*/ f132 f0 1"/>
                <a:gd name="f138" fmla="*/ f136 1 2977477"/>
                <a:gd name="f139" fmla="*/ f135 1 4627149"/>
                <a:gd name="f140" fmla="*/ 0 f136 1"/>
                <a:gd name="f141" fmla="*/ 4627150 f135 1"/>
                <a:gd name="f142" fmla="*/ 275082 f136 1"/>
                <a:gd name="f143" fmla="*/ 4341590 f135 1"/>
                <a:gd name="f144" fmla="*/ 502825 f136 1"/>
                <a:gd name="f145" fmla="*/ 4054126 f135 1"/>
                <a:gd name="f146" fmla="*/ 666179 f136 1"/>
                <a:gd name="f147" fmla="*/ 3890677 f135 1"/>
                <a:gd name="f148" fmla="*/ 864203 f136 1"/>
                <a:gd name="f149" fmla="*/ 3675983 f135 1"/>
                <a:gd name="f150" fmla="*/ 982599 f136 1"/>
                <a:gd name="f151" fmla="*/ 3557492 f135 1"/>
                <a:gd name="f152" fmla="*/ 1188244 f136 1"/>
                <a:gd name="f153" fmla="*/ 3329654 f135 1"/>
                <a:gd name="f154" fmla="*/ 1344740 f136 1"/>
                <a:gd name="f155" fmla="*/ 3146774 f135 1"/>
                <a:gd name="f156" fmla="*/ 1470755 f136 1"/>
                <a:gd name="f157" fmla="*/ 2984659 f135 1"/>
                <a:gd name="f158" fmla="*/ 1657636 f136 1"/>
                <a:gd name="f159" fmla="*/ 2670239 f135 1"/>
                <a:gd name="f160" fmla="*/ 1762887 f136 1"/>
                <a:gd name="f161" fmla="*/ 2473547 f135 1"/>
                <a:gd name="f162" fmla="*/ 1866710 f136 1"/>
                <a:gd name="f163" fmla="*/ 2290667 f135 1"/>
                <a:gd name="f164" fmla="*/ 2106263 f136 1"/>
                <a:gd name="f165" fmla="*/ 2030254 f135 1"/>
                <a:gd name="f166" fmla="*/ 2277237 f136 1"/>
                <a:gd name="f167" fmla="*/ 1859185 f135 1"/>
                <a:gd name="f168" fmla="*/ 2499455 f136 1"/>
                <a:gd name="f169" fmla="*/ 1656207 f135 1"/>
                <a:gd name="f170" fmla="*/ 2707100 f136 1"/>
                <a:gd name="f171" fmla="*/ 1390269 f135 1"/>
                <a:gd name="f172" fmla="*/ 2812352 f136 1"/>
                <a:gd name="f173" fmla="*/ 1230916 f135 1"/>
                <a:gd name="f174" fmla="*/ 2898172 f136 1"/>
                <a:gd name="f175" fmla="*/ 1036987 f135 1"/>
                <a:gd name="f176" fmla="*/ 2963228 f136 1"/>
                <a:gd name="f177" fmla="*/ 850011 f135 1"/>
                <a:gd name="f178" fmla="*/ 2977325 f136 1"/>
                <a:gd name="f179" fmla="*/ 745427 f135 1"/>
                <a:gd name="f180" fmla="*/ 2929509 f136 1"/>
                <a:gd name="f181" fmla="*/ 480155 f135 1"/>
                <a:gd name="f182" fmla="*/ 2563082 f136 1"/>
                <a:gd name="f183" fmla="*/ 0 f135 1"/>
                <a:gd name="f184" fmla="*/ f137 1 f2"/>
                <a:gd name="f185" fmla="*/ f140 1 2977477"/>
                <a:gd name="f186" fmla="*/ f141 1 4627149"/>
                <a:gd name="f187" fmla="*/ f142 1 2977477"/>
                <a:gd name="f188" fmla="*/ f143 1 4627149"/>
                <a:gd name="f189" fmla="*/ f144 1 2977477"/>
                <a:gd name="f190" fmla="*/ f145 1 4627149"/>
                <a:gd name="f191" fmla="*/ f146 1 2977477"/>
                <a:gd name="f192" fmla="*/ f147 1 4627149"/>
                <a:gd name="f193" fmla="*/ f148 1 2977477"/>
                <a:gd name="f194" fmla="*/ f149 1 4627149"/>
                <a:gd name="f195" fmla="*/ f150 1 2977477"/>
                <a:gd name="f196" fmla="*/ f151 1 4627149"/>
                <a:gd name="f197" fmla="*/ f152 1 2977477"/>
                <a:gd name="f198" fmla="*/ f153 1 4627149"/>
                <a:gd name="f199" fmla="*/ f154 1 2977477"/>
                <a:gd name="f200" fmla="*/ f155 1 4627149"/>
                <a:gd name="f201" fmla="*/ f156 1 2977477"/>
                <a:gd name="f202" fmla="*/ f157 1 4627149"/>
                <a:gd name="f203" fmla="*/ f158 1 2977477"/>
                <a:gd name="f204" fmla="*/ f159 1 4627149"/>
                <a:gd name="f205" fmla="*/ f160 1 2977477"/>
                <a:gd name="f206" fmla="*/ f161 1 4627149"/>
                <a:gd name="f207" fmla="*/ f162 1 2977477"/>
                <a:gd name="f208" fmla="*/ f163 1 4627149"/>
                <a:gd name="f209" fmla="*/ f164 1 2977477"/>
                <a:gd name="f210" fmla="*/ f165 1 4627149"/>
                <a:gd name="f211" fmla="*/ f166 1 2977477"/>
                <a:gd name="f212" fmla="*/ f167 1 4627149"/>
                <a:gd name="f213" fmla="*/ f168 1 2977477"/>
                <a:gd name="f214" fmla="*/ f169 1 4627149"/>
                <a:gd name="f215" fmla="*/ f170 1 2977477"/>
                <a:gd name="f216" fmla="*/ f171 1 4627149"/>
                <a:gd name="f217" fmla="*/ f172 1 2977477"/>
                <a:gd name="f218" fmla="*/ f173 1 4627149"/>
                <a:gd name="f219" fmla="*/ f174 1 2977477"/>
                <a:gd name="f220" fmla="*/ f175 1 4627149"/>
                <a:gd name="f221" fmla="*/ f176 1 2977477"/>
                <a:gd name="f222" fmla="*/ f177 1 4627149"/>
                <a:gd name="f223" fmla="*/ f178 1 2977477"/>
                <a:gd name="f224" fmla="*/ f179 1 4627149"/>
                <a:gd name="f225" fmla="*/ f180 1 2977477"/>
                <a:gd name="f226" fmla="*/ f181 1 4627149"/>
                <a:gd name="f227" fmla="*/ f182 1 2977477"/>
                <a:gd name="f228" fmla="*/ f183 1 4627149"/>
                <a:gd name="f229" fmla="*/ f5 1 f138"/>
                <a:gd name="f230" fmla="*/ f6 1 f138"/>
                <a:gd name="f231" fmla="*/ f5 1 f139"/>
                <a:gd name="f232" fmla="*/ f7 1 f139"/>
                <a:gd name="f233" fmla="+- f184 0 f1"/>
                <a:gd name="f234" fmla="*/ f185 1 f138"/>
                <a:gd name="f235" fmla="*/ f186 1 f139"/>
                <a:gd name="f236" fmla="*/ f187 1 f138"/>
                <a:gd name="f237" fmla="*/ f188 1 f139"/>
                <a:gd name="f238" fmla="*/ f189 1 f138"/>
                <a:gd name="f239" fmla="*/ f190 1 f139"/>
                <a:gd name="f240" fmla="*/ f191 1 f138"/>
                <a:gd name="f241" fmla="*/ f192 1 f139"/>
                <a:gd name="f242" fmla="*/ f193 1 f138"/>
                <a:gd name="f243" fmla="*/ f194 1 f139"/>
                <a:gd name="f244" fmla="*/ f195 1 f138"/>
                <a:gd name="f245" fmla="*/ f196 1 f139"/>
                <a:gd name="f246" fmla="*/ f197 1 f138"/>
                <a:gd name="f247" fmla="*/ f198 1 f139"/>
                <a:gd name="f248" fmla="*/ f199 1 f138"/>
                <a:gd name="f249" fmla="*/ f200 1 f139"/>
                <a:gd name="f250" fmla="*/ f201 1 f138"/>
                <a:gd name="f251" fmla="*/ f202 1 f139"/>
                <a:gd name="f252" fmla="*/ f203 1 f138"/>
                <a:gd name="f253" fmla="*/ f204 1 f139"/>
                <a:gd name="f254" fmla="*/ f205 1 f138"/>
                <a:gd name="f255" fmla="*/ f206 1 f139"/>
                <a:gd name="f256" fmla="*/ f207 1 f138"/>
                <a:gd name="f257" fmla="*/ f208 1 f139"/>
                <a:gd name="f258" fmla="*/ f209 1 f138"/>
                <a:gd name="f259" fmla="*/ f210 1 f139"/>
                <a:gd name="f260" fmla="*/ f211 1 f138"/>
                <a:gd name="f261" fmla="*/ f212 1 f139"/>
                <a:gd name="f262" fmla="*/ f213 1 f138"/>
                <a:gd name="f263" fmla="*/ f214 1 f139"/>
                <a:gd name="f264" fmla="*/ f215 1 f138"/>
                <a:gd name="f265" fmla="*/ f216 1 f139"/>
                <a:gd name="f266" fmla="*/ f217 1 f138"/>
                <a:gd name="f267" fmla="*/ f218 1 f139"/>
                <a:gd name="f268" fmla="*/ f219 1 f138"/>
                <a:gd name="f269" fmla="*/ f220 1 f139"/>
                <a:gd name="f270" fmla="*/ f221 1 f138"/>
                <a:gd name="f271" fmla="*/ f222 1 f139"/>
                <a:gd name="f272" fmla="*/ f223 1 f138"/>
                <a:gd name="f273" fmla="*/ f224 1 f139"/>
                <a:gd name="f274" fmla="*/ f225 1 f138"/>
                <a:gd name="f275" fmla="*/ f226 1 f139"/>
                <a:gd name="f276" fmla="*/ f227 1 f138"/>
                <a:gd name="f277" fmla="*/ f228 1 f139"/>
                <a:gd name="f278" fmla="*/ f229 f133 1"/>
                <a:gd name="f279" fmla="*/ f230 f133 1"/>
                <a:gd name="f280" fmla="*/ f232 f134 1"/>
                <a:gd name="f281" fmla="*/ f231 f134 1"/>
                <a:gd name="f282" fmla="*/ f234 f133 1"/>
                <a:gd name="f283" fmla="*/ f235 f134 1"/>
                <a:gd name="f284" fmla="*/ f236 f133 1"/>
                <a:gd name="f285" fmla="*/ f237 f134 1"/>
                <a:gd name="f286" fmla="*/ f238 f133 1"/>
                <a:gd name="f287" fmla="*/ f239 f134 1"/>
                <a:gd name="f288" fmla="*/ f240 f133 1"/>
                <a:gd name="f289" fmla="*/ f241 f134 1"/>
                <a:gd name="f290" fmla="*/ f242 f133 1"/>
                <a:gd name="f291" fmla="*/ f243 f134 1"/>
                <a:gd name="f292" fmla="*/ f244 f133 1"/>
                <a:gd name="f293" fmla="*/ f245 f134 1"/>
                <a:gd name="f294" fmla="*/ f246 f133 1"/>
                <a:gd name="f295" fmla="*/ f247 f134 1"/>
                <a:gd name="f296" fmla="*/ f248 f133 1"/>
                <a:gd name="f297" fmla="*/ f249 f134 1"/>
                <a:gd name="f298" fmla="*/ f250 f133 1"/>
                <a:gd name="f299" fmla="*/ f251 f134 1"/>
                <a:gd name="f300" fmla="*/ f252 f133 1"/>
                <a:gd name="f301" fmla="*/ f253 f134 1"/>
                <a:gd name="f302" fmla="*/ f254 f133 1"/>
                <a:gd name="f303" fmla="*/ f255 f134 1"/>
                <a:gd name="f304" fmla="*/ f256 f133 1"/>
                <a:gd name="f305" fmla="*/ f257 f134 1"/>
                <a:gd name="f306" fmla="*/ f258 f133 1"/>
                <a:gd name="f307" fmla="*/ f259 f134 1"/>
                <a:gd name="f308" fmla="*/ f260 f133 1"/>
                <a:gd name="f309" fmla="*/ f261 f134 1"/>
                <a:gd name="f310" fmla="*/ f262 f133 1"/>
                <a:gd name="f311" fmla="*/ f263 f134 1"/>
                <a:gd name="f312" fmla="*/ f264 f133 1"/>
                <a:gd name="f313" fmla="*/ f265 f134 1"/>
                <a:gd name="f314" fmla="*/ f266 f133 1"/>
                <a:gd name="f315" fmla="*/ f267 f134 1"/>
                <a:gd name="f316" fmla="*/ f268 f133 1"/>
                <a:gd name="f317" fmla="*/ f269 f134 1"/>
                <a:gd name="f318" fmla="*/ f270 f133 1"/>
                <a:gd name="f319" fmla="*/ f271 f134 1"/>
                <a:gd name="f320" fmla="*/ f272 f133 1"/>
                <a:gd name="f321" fmla="*/ f273 f134 1"/>
                <a:gd name="f322" fmla="*/ f274 f133 1"/>
                <a:gd name="f323" fmla="*/ f275 f134 1"/>
                <a:gd name="f324" fmla="*/ f276 f133 1"/>
                <a:gd name="f325" fmla="*/ f277 f134 1"/>
              </a:gdLst>
              <a:ahLst/>
              <a:cxnLst>
                <a:cxn ang="3cd4">
                  <a:pos x="hc" y="t"/>
                </a:cxn>
                <a:cxn ang="0">
                  <a:pos x="r" y="vc"/>
                </a:cxn>
                <a:cxn ang="cd4">
                  <a:pos x="hc" y="b"/>
                </a:cxn>
                <a:cxn ang="cd2">
                  <a:pos x="l" y="vc"/>
                </a:cxn>
                <a:cxn ang="f233">
                  <a:pos x="f282" y="f283"/>
                </a:cxn>
                <a:cxn ang="f233">
                  <a:pos x="f284" y="f285"/>
                </a:cxn>
                <a:cxn ang="f233">
                  <a:pos x="f286" y="f287"/>
                </a:cxn>
                <a:cxn ang="f233">
                  <a:pos x="f288" y="f289"/>
                </a:cxn>
                <a:cxn ang="f233">
                  <a:pos x="f290" y="f291"/>
                </a:cxn>
                <a:cxn ang="f233">
                  <a:pos x="f292" y="f293"/>
                </a:cxn>
                <a:cxn ang="f233">
                  <a:pos x="f294" y="f295"/>
                </a:cxn>
                <a:cxn ang="f233">
                  <a:pos x="f296" y="f297"/>
                </a:cxn>
                <a:cxn ang="f233">
                  <a:pos x="f298" y="f299"/>
                </a:cxn>
                <a:cxn ang="f233">
                  <a:pos x="f300" y="f301"/>
                </a:cxn>
                <a:cxn ang="f233">
                  <a:pos x="f302" y="f303"/>
                </a:cxn>
                <a:cxn ang="f233">
                  <a:pos x="f304" y="f305"/>
                </a:cxn>
                <a:cxn ang="f233">
                  <a:pos x="f306" y="f307"/>
                </a:cxn>
                <a:cxn ang="f233">
                  <a:pos x="f308" y="f309"/>
                </a:cxn>
                <a:cxn ang="f233">
                  <a:pos x="f310" y="f311"/>
                </a:cxn>
                <a:cxn ang="f233">
                  <a:pos x="f312" y="f313"/>
                </a:cxn>
                <a:cxn ang="f233">
                  <a:pos x="f314" y="f315"/>
                </a:cxn>
                <a:cxn ang="f233">
                  <a:pos x="f316" y="f317"/>
                </a:cxn>
                <a:cxn ang="f233">
                  <a:pos x="f318" y="f319"/>
                </a:cxn>
                <a:cxn ang="f233">
                  <a:pos x="f320" y="f321"/>
                </a:cxn>
                <a:cxn ang="f233">
                  <a:pos x="f322" y="f323"/>
                </a:cxn>
                <a:cxn ang="f233">
                  <a:pos x="f324" y="f325"/>
                </a:cxn>
              </a:cxnLst>
              <a:rect l="f278" t="f281" r="f279" b="f280"/>
              <a:pathLst>
                <a:path w="2977477" h="4627149">
                  <a:moveTo>
                    <a:pt x="f5" y="f8"/>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cubicBezTo>
                    <a:pt x="f63" y="f64"/>
                    <a:pt x="f65" y="f66"/>
                    <a:pt x="f67" y="f68"/>
                  </a:cubicBezTo>
                  <a:cubicBezTo>
                    <a:pt x="f69" y="f70"/>
                    <a:pt x="f71" y="f72"/>
                    <a:pt x="f73" y="f74"/>
                  </a:cubicBezTo>
                  <a:cubicBezTo>
                    <a:pt x="f75" y="f76"/>
                    <a:pt x="f77" y="f78"/>
                    <a:pt x="f79" y="f80"/>
                  </a:cubicBezTo>
                  <a:cubicBezTo>
                    <a:pt x="f81" y="f82"/>
                    <a:pt x="f83" y="f84"/>
                    <a:pt x="f85" y="f86"/>
                  </a:cubicBezTo>
                  <a:cubicBezTo>
                    <a:pt x="f87" y="f88"/>
                    <a:pt x="f89" y="f90"/>
                    <a:pt x="f91" y="f92"/>
                  </a:cubicBezTo>
                  <a:cubicBezTo>
                    <a:pt x="f93" y="f94"/>
                    <a:pt x="f95" y="f96"/>
                    <a:pt x="f97" y="f98"/>
                  </a:cubicBezTo>
                  <a:cubicBezTo>
                    <a:pt x="f99" y="f100"/>
                    <a:pt x="f101" y="f102"/>
                    <a:pt x="f103" y="f104"/>
                  </a:cubicBezTo>
                  <a:cubicBezTo>
                    <a:pt x="f105" y="f106"/>
                    <a:pt x="f107" y="f108"/>
                    <a:pt x="f109" y="f110"/>
                  </a:cubicBezTo>
                  <a:cubicBezTo>
                    <a:pt x="f111" y="f112"/>
                    <a:pt x="f113" y="f114"/>
                    <a:pt x="f115" y="f116"/>
                  </a:cubicBezTo>
                  <a:cubicBezTo>
                    <a:pt x="f117" y="f118"/>
                    <a:pt x="f119" y="f120"/>
                    <a:pt x="f121" y="f122"/>
                  </a:cubicBezTo>
                  <a:cubicBezTo>
                    <a:pt x="f123" y="f124"/>
                    <a:pt x="f125" y="f126"/>
                    <a:pt x="f127" y="f128"/>
                  </a:cubicBezTo>
                  <a:cubicBezTo>
                    <a:pt x="f129" y="f130"/>
                    <a:pt x="f131" y="f5"/>
                    <a:pt x="f131"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8" name="Freeform: Shape 17">
              <a:extLst>
                <a:ext uri="{FF2B5EF4-FFF2-40B4-BE49-F238E27FC236}">
                  <a16:creationId xmlns:a16="http://schemas.microsoft.com/office/drawing/2014/main" id="{6EA3F317-E673-46ED-BD82-1D5A9EF185F0}"/>
                </a:ext>
              </a:extLst>
            </p:cNvPr>
            <p:cNvSpPr/>
            <p:nvPr/>
          </p:nvSpPr>
          <p:spPr>
            <a:xfrm>
              <a:off x="25091" y="15179"/>
              <a:ext cx="1566147" cy="2737265"/>
            </a:xfrm>
            <a:custGeom>
              <a:avLst/>
              <a:gdLst>
                <a:gd name="f0" fmla="val 10800000"/>
                <a:gd name="f1" fmla="val 5400000"/>
                <a:gd name="f2" fmla="val 180"/>
                <a:gd name="f3" fmla="val w"/>
                <a:gd name="f4" fmla="val h"/>
                <a:gd name="f5" fmla="val 0"/>
                <a:gd name="f6" fmla="val 2356712"/>
                <a:gd name="f7" fmla="val 4118991"/>
                <a:gd name="f8" fmla="val 1707071"/>
                <a:gd name="f9" fmla="val 1715357"/>
                <a:gd name="f10" fmla="val 22098"/>
                <a:gd name="f11" fmla="val 1812608"/>
                <a:gd name="f12" fmla="val 224409"/>
                <a:gd name="f13" fmla="val 1824514"/>
                <a:gd name="f14" fmla="val 244697"/>
                <a:gd name="f15" fmla="val 1844802"/>
                <a:gd name="f16" fmla="val 279273"/>
                <a:gd name="f17" fmla="val 1876996"/>
                <a:gd name="f18" fmla="val 304324"/>
                <a:gd name="f19" fmla="val 1908715"/>
                <a:gd name="f20" fmla="val 328994"/>
                <a:gd name="f21" fmla="val 2019967"/>
                <a:gd name="f22" fmla="val 415195"/>
                <a:gd name="f23" fmla="val 2137886"/>
                <a:gd name="f24" fmla="val 494633"/>
                <a:gd name="f25" fmla="val 2226469"/>
                <a:gd name="f26" fmla="val 603695"/>
                <a:gd name="f27" fmla="val 2296287"/>
                <a:gd name="f28" fmla="val 689610"/>
                <a:gd name="f29" fmla="val 2347817"/>
                <a:gd name="f30" fmla="val 790480"/>
                <a:gd name="f31" fmla="val 2355628"/>
                <a:gd name="f32" fmla="val 900494"/>
                <a:gd name="f33" fmla="val 2363248"/>
                <a:gd name="f34" fmla="val 1007078"/>
                <a:gd name="f35" fmla="val 2329910"/>
                <a:gd name="f36" fmla="val 1111187"/>
                <a:gd name="f37" fmla="val 2281428"/>
                <a:gd name="f38" fmla="val 1206913"/>
                <a:gd name="f39" fmla="val 2233422"/>
                <a:gd name="f40" fmla="val 1301877"/>
                <a:gd name="f41" fmla="val 2170938"/>
                <a:gd name="f42" fmla="val 1388936"/>
                <a:gd name="f43" fmla="val 2092452"/>
                <a:gd name="f44" fmla="val 1460659"/>
                <a:gd name="f45" fmla="val 2016538"/>
                <a:gd name="f46" fmla="val 1530001"/>
                <a:gd name="f47" fmla="val 1927765"/>
                <a:gd name="f48" fmla="val 1583436"/>
                <a:gd name="f49" fmla="val 1834039"/>
                <a:gd name="f50" fmla="val 1625822"/>
                <a:gd name="f51" fmla="val 1743075"/>
                <a:gd name="f52" fmla="val 1666970"/>
                <a:gd name="f53" fmla="val 1647730"/>
                <a:gd name="f54" fmla="val 1697736"/>
                <a:gd name="f55" fmla="val 1558862"/>
                <a:gd name="f56" fmla="val 1494758"/>
                <a:gd name="f57" fmla="val 1775841"/>
                <a:gd name="f58" fmla="val 1434275"/>
                <a:gd name="f59" fmla="val 1816132"/>
                <a:gd name="f60" fmla="val 1386554"/>
                <a:gd name="f61" fmla="val 1869948"/>
                <a:gd name="f62" fmla="val 1334548"/>
                <a:gd name="f63" fmla="val 1928622"/>
                <a:gd name="f64" fmla="val 1300544"/>
                <a:gd name="f65" fmla="val 2000345"/>
                <a:gd name="f66" fmla="val 1271683"/>
                <a:gd name="f67" fmla="val 2073402"/>
                <a:gd name="f68" fmla="val 1235202"/>
                <a:gd name="f69" fmla="val 2165699"/>
                <a:gd name="f70" fmla="val 1206722"/>
                <a:gd name="f71" fmla="val 2260759"/>
                <a:gd name="f72" fmla="val 1178338"/>
                <a:gd name="f73" fmla="val 2355914"/>
                <a:gd name="f74" fmla="val 1156240"/>
                <a:gd name="f75" fmla="val 2429923"/>
                <a:gd name="f76" fmla="val 1134237"/>
                <a:gd name="f77" fmla="val 2504028"/>
                <a:gd name="f78" fmla="val 1113758"/>
                <a:gd name="f79" fmla="val 2578513"/>
                <a:gd name="f80" fmla="val 1090041"/>
                <a:gd name="f81" fmla="val 2664714"/>
                <a:gd name="f82" fmla="val 1068134"/>
                <a:gd name="f83" fmla="val 2751678"/>
                <a:gd name="f84" fmla="val 1034796"/>
                <a:gd name="f85" fmla="val 2834640"/>
                <a:gd name="f86" fmla="val 1000125"/>
                <a:gd name="f87" fmla="val 2920841"/>
                <a:gd name="f88" fmla="val 953643"/>
                <a:gd name="f89" fmla="val 3001613"/>
                <a:gd name="f90" fmla="val 905637"/>
                <a:gd name="f91" fmla="val 3081242"/>
                <a:gd name="f92" fmla="val 869442"/>
                <a:gd name="f93" fmla="val 3141155"/>
                <a:gd name="f94" fmla="val 832295"/>
                <a:gd name="f95" fmla="val 3200400"/>
                <a:gd name="f96" fmla="val 793147"/>
                <a:gd name="f97" fmla="val 3258407"/>
                <a:gd name="f98" fmla="val 718661"/>
                <a:gd name="f99" fmla="val 3368802"/>
                <a:gd name="f100" fmla="val 637223"/>
                <a:gd name="f101" fmla="val 3474434"/>
                <a:gd name="f102" fmla="val 546735"/>
                <a:gd name="f103" fmla="val 3571970"/>
                <a:gd name="f104" fmla="val 482632"/>
                <a:gd name="f105" fmla="val 3641027"/>
                <a:gd name="f106" fmla="val 414147"/>
                <a:gd name="f107" fmla="val 3705797"/>
                <a:gd name="f108" fmla="val 346996"/>
                <a:gd name="f109" fmla="val 3771900"/>
                <a:gd name="f110" fmla="val 288989"/>
                <a:gd name="f111" fmla="val 3828764"/>
                <a:gd name="f112" fmla="val 232029"/>
                <a:gd name="f113" fmla="val 3886676"/>
                <a:gd name="f114" fmla="val 174689"/>
                <a:gd name="f115" fmla="val 3944207"/>
                <a:gd name="f116" fmla="val 116586"/>
                <a:gd name="f117" fmla="val 4002596"/>
                <a:gd name="f118" fmla="val 58293"/>
                <a:gd name="f119" fmla="val 4060698"/>
                <a:gd name="f120" fmla="+- 0 0 -90"/>
                <a:gd name="f121" fmla="*/ f3 1 2356712"/>
                <a:gd name="f122" fmla="*/ f4 1 4118991"/>
                <a:gd name="f123" fmla="+- f7 0 f5"/>
                <a:gd name="f124" fmla="+- f6 0 f5"/>
                <a:gd name="f125" fmla="*/ f120 f0 1"/>
                <a:gd name="f126" fmla="*/ f124 1 2356712"/>
                <a:gd name="f127" fmla="*/ f123 1 4118991"/>
                <a:gd name="f128" fmla="*/ 1707071 f124 1"/>
                <a:gd name="f129" fmla="*/ 0 f123 1"/>
                <a:gd name="f130" fmla="*/ 1824514 f124 1"/>
                <a:gd name="f131" fmla="*/ 244697 f123 1"/>
                <a:gd name="f132" fmla="*/ 1908715 f124 1"/>
                <a:gd name="f133" fmla="*/ 328994 f123 1"/>
                <a:gd name="f134" fmla="*/ 2226469 f124 1"/>
                <a:gd name="f135" fmla="*/ 603695 f123 1"/>
                <a:gd name="f136" fmla="*/ 2355628 f124 1"/>
                <a:gd name="f137" fmla="*/ 900494 f123 1"/>
                <a:gd name="f138" fmla="*/ 2281428 f124 1"/>
                <a:gd name="f139" fmla="*/ 1206913 f123 1"/>
                <a:gd name="f140" fmla="*/ 2092452 f124 1"/>
                <a:gd name="f141" fmla="*/ 1460659 f123 1"/>
                <a:gd name="f142" fmla="*/ 1834039 f124 1"/>
                <a:gd name="f143" fmla="*/ 1625822 f123 1"/>
                <a:gd name="f144" fmla="*/ 1558862 f124 1"/>
                <a:gd name="f145" fmla="*/ 1743075 f123 1"/>
                <a:gd name="f146" fmla="*/ 1386554 f124 1"/>
                <a:gd name="f147" fmla="*/ 1869948 f123 1"/>
                <a:gd name="f148" fmla="*/ 1271683 f124 1"/>
                <a:gd name="f149" fmla="*/ 2073402 f123 1"/>
                <a:gd name="f150" fmla="*/ 1178338 f124 1"/>
                <a:gd name="f151" fmla="*/ 2355914 f123 1"/>
                <a:gd name="f152" fmla="*/ 1113758 f124 1"/>
                <a:gd name="f153" fmla="*/ 2578513 f123 1"/>
                <a:gd name="f154" fmla="*/ 1034796 f124 1"/>
                <a:gd name="f155" fmla="*/ 2834640 f123 1"/>
                <a:gd name="f156" fmla="*/ 905637 f124 1"/>
                <a:gd name="f157" fmla="*/ 3081242 f123 1"/>
                <a:gd name="f158" fmla="*/ 793147 f124 1"/>
                <a:gd name="f159" fmla="*/ 3258407 f123 1"/>
                <a:gd name="f160" fmla="*/ 546735 f124 1"/>
                <a:gd name="f161" fmla="*/ 3571970 f123 1"/>
                <a:gd name="f162" fmla="*/ 346996 f124 1"/>
                <a:gd name="f163" fmla="*/ 3771900 f123 1"/>
                <a:gd name="f164" fmla="*/ 174689 f124 1"/>
                <a:gd name="f165" fmla="*/ 3944207 f123 1"/>
                <a:gd name="f166" fmla="*/ 0 f124 1"/>
                <a:gd name="f167" fmla="*/ 4118991 f123 1"/>
                <a:gd name="f168" fmla="*/ f125 1 f2"/>
                <a:gd name="f169" fmla="*/ f128 1 2356712"/>
                <a:gd name="f170" fmla="*/ f129 1 4118991"/>
                <a:gd name="f171" fmla="*/ f130 1 2356712"/>
                <a:gd name="f172" fmla="*/ f131 1 4118991"/>
                <a:gd name="f173" fmla="*/ f132 1 2356712"/>
                <a:gd name="f174" fmla="*/ f133 1 4118991"/>
                <a:gd name="f175" fmla="*/ f134 1 2356712"/>
                <a:gd name="f176" fmla="*/ f135 1 4118991"/>
                <a:gd name="f177" fmla="*/ f136 1 2356712"/>
                <a:gd name="f178" fmla="*/ f137 1 4118991"/>
                <a:gd name="f179" fmla="*/ f138 1 2356712"/>
                <a:gd name="f180" fmla="*/ f139 1 4118991"/>
                <a:gd name="f181" fmla="*/ f140 1 2356712"/>
                <a:gd name="f182" fmla="*/ f141 1 4118991"/>
                <a:gd name="f183" fmla="*/ f142 1 2356712"/>
                <a:gd name="f184" fmla="*/ f143 1 4118991"/>
                <a:gd name="f185" fmla="*/ f144 1 2356712"/>
                <a:gd name="f186" fmla="*/ f145 1 4118991"/>
                <a:gd name="f187" fmla="*/ f146 1 2356712"/>
                <a:gd name="f188" fmla="*/ f147 1 4118991"/>
                <a:gd name="f189" fmla="*/ f148 1 2356712"/>
                <a:gd name="f190" fmla="*/ f149 1 4118991"/>
                <a:gd name="f191" fmla="*/ f150 1 2356712"/>
                <a:gd name="f192" fmla="*/ f151 1 4118991"/>
                <a:gd name="f193" fmla="*/ f152 1 2356712"/>
                <a:gd name="f194" fmla="*/ f153 1 4118991"/>
                <a:gd name="f195" fmla="*/ f154 1 2356712"/>
                <a:gd name="f196" fmla="*/ f155 1 4118991"/>
                <a:gd name="f197" fmla="*/ f156 1 2356712"/>
                <a:gd name="f198" fmla="*/ f157 1 4118991"/>
                <a:gd name="f199" fmla="*/ f158 1 2356712"/>
                <a:gd name="f200" fmla="*/ f159 1 4118991"/>
                <a:gd name="f201" fmla="*/ f160 1 2356712"/>
                <a:gd name="f202" fmla="*/ f161 1 4118991"/>
                <a:gd name="f203" fmla="*/ f162 1 2356712"/>
                <a:gd name="f204" fmla="*/ f163 1 4118991"/>
                <a:gd name="f205" fmla="*/ f164 1 2356712"/>
                <a:gd name="f206" fmla="*/ f165 1 4118991"/>
                <a:gd name="f207" fmla="*/ f166 1 2356712"/>
                <a:gd name="f208" fmla="*/ f167 1 4118991"/>
                <a:gd name="f209" fmla="*/ f5 1 f126"/>
                <a:gd name="f210" fmla="*/ f6 1 f126"/>
                <a:gd name="f211" fmla="*/ f5 1 f127"/>
                <a:gd name="f212" fmla="*/ f7 1 f127"/>
                <a:gd name="f213" fmla="+- f168 0 f1"/>
                <a:gd name="f214" fmla="*/ f169 1 f126"/>
                <a:gd name="f215" fmla="*/ f170 1 f127"/>
                <a:gd name="f216" fmla="*/ f171 1 f126"/>
                <a:gd name="f217" fmla="*/ f172 1 f127"/>
                <a:gd name="f218" fmla="*/ f173 1 f126"/>
                <a:gd name="f219" fmla="*/ f174 1 f127"/>
                <a:gd name="f220" fmla="*/ f175 1 f126"/>
                <a:gd name="f221" fmla="*/ f176 1 f127"/>
                <a:gd name="f222" fmla="*/ f177 1 f126"/>
                <a:gd name="f223" fmla="*/ f178 1 f127"/>
                <a:gd name="f224" fmla="*/ f179 1 f126"/>
                <a:gd name="f225" fmla="*/ f180 1 f127"/>
                <a:gd name="f226" fmla="*/ f181 1 f126"/>
                <a:gd name="f227" fmla="*/ f182 1 f127"/>
                <a:gd name="f228" fmla="*/ f183 1 f126"/>
                <a:gd name="f229" fmla="*/ f184 1 f127"/>
                <a:gd name="f230" fmla="*/ f185 1 f126"/>
                <a:gd name="f231" fmla="*/ f186 1 f127"/>
                <a:gd name="f232" fmla="*/ f187 1 f126"/>
                <a:gd name="f233" fmla="*/ f188 1 f127"/>
                <a:gd name="f234" fmla="*/ f189 1 f126"/>
                <a:gd name="f235" fmla="*/ f190 1 f127"/>
                <a:gd name="f236" fmla="*/ f191 1 f126"/>
                <a:gd name="f237" fmla="*/ f192 1 f127"/>
                <a:gd name="f238" fmla="*/ f193 1 f126"/>
                <a:gd name="f239" fmla="*/ f194 1 f127"/>
                <a:gd name="f240" fmla="*/ f195 1 f126"/>
                <a:gd name="f241" fmla="*/ f196 1 f127"/>
                <a:gd name="f242" fmla="*/ f197 1 f126"/>
                <a:gd name="f243" fmla="*/ f198 1 f127"/>
                <a:gd name="f244" fmla="*/ f199 1 f126"/>
                <a:gd name="f245" fmla="*/ f200 1 f127"/>
                <a:gd name="f246" fmla="*/ f201 1 f126"/>
                <a:gd name="f247" fmla="*/ f202 1 f127"/>
                <a:gd name="f248" fmla="*/ f203 1 f126"/>
                <a:gd name="f249" fmla="*/ f204 1 f127"/>
                <a:gd name="f250" fmla="*/ f205 1 f126"/>
                <a:gd name="f251" fmla="*/ f206 1 f127"/>
                <a:gd name="f252" fmla="*/ f207 1 f126"/>
                <a:gd name="f253" fmla="*/ f208 1 f127"/>
                <a:gd name="f254" fmla="*/ f209 f121 1"/>
                <a:gd name="f255" fmla="*/ f210 f121 1"/>
                <a:gd name="f256" fmla="*/ f212 f122 1"/>
                <a:gd name="f257" fmla="*/ f211 f122 1"/>
                <a:gd name="f258" fmla="*/ f214 f121 1"/>
                <a:gd name="f259" fmla="*/ f215 f122 1"/>
                <a:gd name="f260" fmla="*/ f216 f121 1"/>
                <a:gd name="f261" fmla="*/ f217 f122 1"/>
                <a:gd name="f262" fmla="*/ f218 f121 1"/>
                <a:gd name="f263" fmla="*/ f219 f122 1"/>
                <a:gd name="f264" fmla="*/ f220 f121 1"/>
                <a:gd name="f265" fmla="*/ f221 f122 1"/>
                <a:gd name="f266" fmla="*/ f222 f121 1"/>
                <a:gd name="f267" fmla="*/ f223 f122 1"/>
                <a:gd name="f268" fmla="*/ f224 f121 1"/>
                <a:gd name="f269" fmla="*/ f225 f122 1"/>
                <a:gd name="f270" fmla="*/ f226 f121 1"/>
                <a:gd name="f271" fmla="*/ f227 f122 1"/>
                <a:gd name="f272" fmla="*/ f228 f121 1"/>
                <a:gd name="f273" fmla="*/ f229 f122 1"/>
                <a:gd name="f274" fmla="*/ f230 f121 1"/>
                <a:gd name="f275" fmla="*/ f231 f122 1"/>
                <a:gd name="f276" fmla="*/ f232 f121 1"/>
                <a:gd name="f277" fmla="*/ f233 f122 1"/>
                <a:gd name="f278" fmla="*/ f234 f121 1"/>
                <a:gd name="f279" fmla="*/ f235 f122 1"/>
                <a:gd name="f280" fmla="*/ f236 f121 1"/>
                <a:gd name="f281" fmla="*/ f237 f122 1"/>
                <a:gd name="f282" fmla="*/ f238 f121 1"/>
                <a:gd name="f283" fmla="*/ f239 f122 1"/>
                <a:gd name="f284" fmla="*/ f240 f121 1"/>
                <a:gd name="f285" fmla="*/ f241 f122 1"/>
                <a:gd name="f286" fmla="*/ f242 f121 1"/>
                <a:gd name="f287" fmla="*/ f243 f122 1"/>
                <a:gd name="f288" fmla="*/ f244 f121 1"/>
                <a:gd name="f289" fmla="*/ f245 f122 1"/>
                <a:gd name="f290" fmla="*/ f246 f121 1"/>
                <a:gd name="f291" fmla="*/ f247 f122 1"/>
                <a:gd name="f292" fmla="*/ f248 f121 1"/>
                <a:gd name="f293" fmla="*/ f249 f122 1"/>
                <a:gd name="f294" fmla="*/ f250 f121 1"/>
                <a:gd name="f295" fmla="*/ f251 f122 1"/>
                <a:gd name="f296" fmla="*/ f252 f121 1"/>
                <a:gd name="f297" fmla="*/ f253 f122 1"/>
              </a:gdLst>
              <a:ahLst/>
              <a:cxnLst>
                <a:cxn ang="3cd4">
                  <a:pos x="hc" y="t"/>
                </a:cxn>
                <a:cxn ang="0">
                  <a:pos x="r" y="vc"/>
                </a:cxn>
                <a:cxn ang="cd4">
                  <a:pos x="hc" y="b"/>
                </a:cxn>
                <a:cxn ang="cd2">
                  <a:pos x="l" y="vc"/>
                </a:cxn>
                <a:cxn ang="f213">
                  <a:pos x="f258" y="f259"/>
                </a:cxn>
                <a:cxn ang="f213">
                  <a:pos x="f260" y="f261"/>
                </a:cxn>
                <a:cxn ang="f213">
                  <a:pos x="f262" y="f263"/>
                </a:cxn>
                <a:cxn ang="f213">
                  <a:pos x="f264" y="f265"/>
                </a:cxn>
                <a:cxn ang="f213">
                  <a:pos x="f266" y="f267"/>
                </a:cxn>
                <a:cxn ang="f213">
                  <a:pos x="f268" y="f269"/>
                </a:cxn>
                <a:cxn ang="f213">
                  <a:pos x="f270" y="f271"/>
                </a:cxn>
                <a:cxn ang="f213">
                  <a:pos x="f272" y="f273"/>
                </a:cxn>
                <a:cxn ang="f213">
                  <a:pos x="f274" y="f275"/>
                </a:cxn>
                <a:cxn ang="f213">
                  <a:pos x="f276" y="f277"/>
                </a:cxn>
                <a:cxn ang="f213">
                  <a:pos x="f278" y="f279"/>
                </a:cxn>
                <a:cxn ang="f213">
                  <a:pos x="f280" y="f281"/>
                </a:cxn>
                <a:cxn ang="f213">
                  <a:pos x="f282" y="f283"/>
                </a:cxn>
                <a:cxn ang="f213">
                  <a:pos x="f284" y="f285"/>
                </a:cxn>
                <a:cxn ang="f213">
                  <a:pos x="f286" y="f287"/>
                </a:cxn>
                <a:cxn ang="f213">
                  <a:pos x="f288" y="f289"/>
                </a:cxn>
                <a:cxn ang="f213">
                  <a:pos x="f290" y="f291"/>
                </a:cxn>
                <a:cxn ang="f213">
                  <a:pos x="f292" y="f293"/>
                </a:cxn>
                <a:cxn ang="f213">
                  <a:pos x="f294" y="f295"/>
                </a:cxn>
                <a:cxn ang="f213">
                  <a:pos x="f296" y="f297"/>
                </a:cxn>
              </a:cxnLst>
              <a:rect l="f254" t="f257" r="f255" b="f256"/>
              <a:pathLst>
                <a:path w="2356712" h="4118991">
                  <a:moveTo>
                    <a:pt x="f8" y="f5"/>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1"/>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107"/>
                    <a:pt x="f108" y="f109"/>
                  </a:cubicBezTo>
                  <a:cubicBezTo>
                    <a:pt x="f110" y="f111"/>
                    <a:pt x="f112" y="f113"/>
                    <a:pt x="f114" y="f115"/>
                  </a:cubicBezTo>
                  <a:cubicBezTo>
                    <a:pt x="f116" y="f117"/>
                    <a:pt x="f118" y="f119"/>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9" name="Freeform: Shape 18">
              <a:extLst>
                <a:ext uri="{FF2B5EF4-FFF2-40B4-BE49-F238E27FC236}">
                  <a16:creationId xmlns:a16="http://schemas.microsoft.com/office/drawing/2014/main" id="{497181D6-AB14-4DA0-9755-A4C83139D027}"/>
                </a:ext>
              </a:extLst>
            </p:cNvPr>
            <p:cNvSpPr/>
            <p:nvPr/>
          </p:nvSpPr>
          <p:spPr>
            <a:xfrm>
              <a:off x="10844" y="15179"/>
              <a:ext cx="1368427" cy="2644975"/>
            </a:xfrm>
            <a:custGeom>
              <a:avLst/>
              <a:gdLst>
                <a:gd name="f0" fmla="val 10800000"/>
                <a:gd name="f1" fmla="val 5400000"/>
                <a:gd name="f2" fmla="val 180"/>
                <a:gd name="f3" fmla="val w"/>
                <a:gd name="f4" fmla="val h"/>
                <a:gd name="f5" fmla="val 0"/>
                <a:gd name="f6" fmla="val 2059193"/>
                <a:gd name="f7" fmla="val 3980116"/>
                <a:gd name="f8" fmla="val 91345"/>
                <a:gd name="f9" fmla="val 3889534"/>
                <a:gd name="f10" fmla="val 382715"/>
                <a:gd name="f11" fmla="val 3608737"/>
                <a:gd name="f12" fmla="val 471583"/>
                <a:gd name="f13" fmla="val 3515678"/>
                <a:gd name="f14" fmla="val 576358"/>
                <a:gd name="f15" fmla="val 3405949"/>
                <a:gd name="f16" fmla="val 675989"/>
                <a:gd name="f17" fmla="val 3290983"/>
                <a:gd name="f18" fmla="val 758666"/>
                <a:gd name="f19" fmla="val 3163824"/>
                <a:gd name="f20" fmla="val 836105"/>
                <a:gd name="f21" fmla="val 3044857"/>
                <a:gd name="f22" fmla="val 897445"/>
                <a:gd name="f23" fmla="val 2916079"/>
                <a:gd name="f24" fmla="val 940499"/>
                <a:gd name="f25" fmla="val 2780824"/>
                <a:gd name="f26" fmla="val 996315"/>
                <a:gd name="f27" fmla="val 2605754"/>
                <a:gd name="f28" fmla="val 1020985"/>
                <a:gd name="f29" fmla="val 2422874"/>
                <a:gd name="f30" fmla="val 1055370"/>
                <a:gd name="f31" fmla="val 2242185"/>
                <a:gd name="f32" fmla="val 1078611"/>
                <a:gd name="f33" fmla="val 2120075"/>
                <a:gd name="f34" fmla="val 1107472"/>
                <a:gd name="f35" fmla="val 1999107"/>
                <a:gd name="f36" fmla="val 1136714"/>
                <a:gd name="f37" fmla="val 1878330"/>
                <a:gd name="f38" fmla="val 1163098"/>
                <a:gd name="f39" fmla="val 1769174"/>
                <a:gd name="f40" fmla="val 1189482"/>
                <a:gd name="f41" fmla="val 1658588"/>
                <a:gd name="f42" fmla="val 1246727"/>
                <a:gd name="f43" fmla="val 1562386"/>
                <a:gd name="f44" fmla="val 1279208"/>
                <a:gd name="f45" fmla="val 1507808"/>
                <a:gd name="f46" fmla="val 1321689"/>
                <a:gd name="f47" fmla="val 1459039"/>
                <a:gd name="f48" fmla="val 1378363"/>
                <a:gd name="f49" fmla="val 1430750"/>
                <a:gd name="f50" fmla="val 1473327"/>
                <a:gd name="f51" fmla="val 1383221"/>
                <a:gd name="f52" fmla="val 1584865"/>
                <a:gd name="f53" fmla="val 1402652"/>
                <a:gd name="f54" fmla="val 1691831"/>
                <a:gd name="f55" fmla="val 1394841"/>
                <a:gd name="f56" fmla="val 1771079"/>
                <a:gd name="f57" fmla="val 1389031"/>
                <a:gd name="f58" fmla="val 1849279"/>
                <a:gd name="f59" fmla="val 1368266"/>
                <a:gd name="f60" fmla="val 1914335"/>
                <a:gd name="f61" fmla="val 1323023"/>
                <a:gd name="f62" fmla="val 1989963"/>
                <a:gd name="f63" fmla="val 1270445"/>
                <a:gd name="f64" fmla="val 2041493"/>
                <a:gd name="f65" fmla="val 1189101"/>
                <a:gd name="f66" fmla="val 2055495"/>
                <a:gd name="f67" fmla="val 1098042"/>
                <a:gd name="f68" fmla="val 2064258"/>
                <a:gd name="f69" fmla="val 1041178"/>
                <a:gd name="f70" fmla="val 2057591"/>
                <a:gd name="f71" fmla="val 982980"/>
                <a:gd name="f72" fmla="val 2033969"/>
                <a:gd name="f73" fmla="val 930497"/>
                <a:gd name="f74" fmla="val 2002727"/>
                <a:gd name="f75" fmla="val 861060"/>
                <a:gd name="f76" fmla="val 1945958"/>
                <a:gd name="f77" fmla="val 807625"/>
                <a:gd name="f78" fmla="val 1885664"/>
                <a:gd name="f79" fmla="val 760571"/>
                <a:gd name="f80" fmla="val 1809179"/>
                <a:gd name="f81" fmla="val 700945"/>
                <a:gd name="f82" fmla="val 1725549"/>
                <a:gd name="f83" fmla="val 651415"/>
                <a:gd name="f84" fmla="val 1636871"/>
                <a:gd name="f85" fmla="val 612172"/>
                <a:gd name="f86" fmla="val 1532763"/>
                <a:gd name="f87" fmla="val 566071"/>
                <a:gd name="f88" fmla="val 1421606"/>
                <a:gd name="f89" fmla="val 532543"/>
                <a:gd name="f90" fmla="val 1335405"/>
                <a:gd name="f91" fmla="val 459010"/>
                <a:gd name="f92" fmla="val 1277969"/>
                <a:gd name="f93" fmla="val 409956"/>
                <a:gd name="f94" fmla="val 1232059"/>
                <a:gd name="f95" fmla="val 344615"/>
                <a:gd name="f96" fmla="val 1234916"/>
                <a:gd name="f97" fmla="val 269939"/>
                <a:gd name="f98" fmla="val 1237012"/>
                <a:gd name="f99" fmla="val 211741"/>
                <a:gd name="f100" fmla="val 1386935"/>
                <a:gd name="f101" fmla="+- 0 0 -90"/>
                <a:gd name="f102" fmla="*/ f3 1 2059193"/>
                <a:gd name="f103" fmla="*/ f4 1 3980116"/>
                <a:gd name="f104" fmla="+- f7 0 f5"/>
                <a:gd name="f105" fmla="+- f6 0 f5"/>
                <a:gd name="f106" fmla="*/ f101 f0 1"/>
                <a:gd name="f107" fmla="*/ f105 1 2059193"/>
                <a:gd name="f108" fmla="*/ f104 1 3980116"/>
                <a:gd name="f109" fmla="*/ 0 f105 1"/>
                <a:gd name="f110" fmla="*/ 3980116 f104 1"/>
                <a:gd name="f111" fmla="*/ 471583 f105 1"/>
                <a:gd name="f112" fmla="*/ 3515678 f104 1"/>
                <a:gd name="f113" fmla="*/ 758666 f105 1"/>
                <a:gd name="f114" fmla="*/ 3163824 f104 1"/>
                <a:gd name="f115" fmla="*/ 940499 f105 1"/>
                <a:gd name="f116" fmla="*/ 2780824 f104 1"/>
                <a:gd name="f117" fmla="*/ 1055370 f105 1"/>
                <a:gd name="f118" fmla="*/ 2242185 f104 1"/>
                <a:gd name="f119" fmla="*/ 1136714 f105 1"/>
                <a:gd name="f120" fmla="*/ 1878330 f104 1"/>
                <a:gd name="f121" fmla="*/ 1246727 f105 1"/>
                <a:gd name="f122" fmla="*/ 1562386 f104 1"/>
                <a:gd name="f123" fmla="*/ 1378363 f105 1"/>
                <a:gd name="f124" fmla="*/ 1430750 f104 1"/>
                <a:gd name="f125" fmla="*/ 1691831 f105 1"/>
                <a:gd name="f126" fmla="*/ 1394841 f104 1"/>
                <a:gd name="f127" fmla="*/ 1914335 f105 1"/>
                <a:gd name="f128" fmla="*/ 1323023 f104 1"/>
                <a:gd name="f129" fmla="*/ 2055495 f105 1"/>
                <a:gd name="f130" fmla="*/ 1098042 f104 1"/>
                <a:gd name="f131" fmla="*/ 2033969 f105 1"/>
                <a:gd name="f132" fmla="*/ 930497 f104 1"/>
                <a:gd name="f133" fmla="*/ 1885664 f105 1"/>
                <a:gd name="f134" fmla="*/ 760571 f104 1"/>
                <a:gd name="f135" fmla="*/ 1636871 f105 1"/>
                <a:gd name="f136" fmla="*/ 612172 f104 1"/>
                <a:gd name="f137" fmla="*/ 1335405 f105 1"/>
                <a:gd name="f138" fmla="*/ 459010 f104 1"/>
                <a:gd name="f139" fmla="*/ 1234916 f105 1"/>
                <a:gd name="f140" fmla="*/ 269939 f104 1"/>
                <a:gd name="f141" fmla="*/ 1386935 f105 1"/>
                <a:gd name="f142" fmla="*/ 0 f104 1"/>
                <a:gd name="f143" fmla="*/ f106 1 f2"/>
                <a:gd name="f144" fmla="*/ f109 1 2059193"/>
                <a:gd name="f145" fmla="*/ f110 1 3980116"/>
                <a:gd name="f146" fmla="*/ f111 1 2059193"/>
                <a:gd name="f147" fmla="*/ f112 1 3980116"/>
                <a:gd name="f148" fmla="*/ f113 1 2059193"/>
                <a:gd name="f149" fmla="*/ f114 1 3980116"/>
                <a:gd name="f150" fmla="*/ f115 1 2059193"/>
                <a:gd name="f151" fmla="*/ f116 1 3980116"/>
                <a:gd name="f152" fmla="*/ f117 1 2059193"/>
                <a:gd name="f153" fmla="*/ f118 1 3980116"/>
                <a:gd name="f154" fmla="*/ f119 1 2059193"/>
                <a:gd name="f155" fmla="*/ f120 1 3980116"/>
                <a:gd name="f156" fmla="*/ f121 1 2059193"/>
                <a:gd name="f157" fmla="*/ f122 1 3980116"/>
                <a:gd name="f158" fmla="*/ f123 1 2059193"/>
                <a:gd name="f159" fmla="*/ f124 1 3980116"/>
                <a:gd name="f160" fmla="*/ f125 1 2059193"/>
                <a:gd name="f161" fmla="*/ f126 1 3980116"/>
                <a:gd name="f162" fmla="*/ f127 1 2059193"/>
                <a:gd name="f163" fmla="*/ f128 1 3980116"/>
                <a:gd name="f164" fmla="*/ f129 1 2059193"/>
                <a:gd name="f165" fmla="*/ f130 1 3980116"/>
                <a:gd name="f166" fmla="*/ f131 1 2059193"/>
                <a:gd name="f167" fmla="*/ f132 1 3980116"/>
                <a:gd name="f168" fmla="*/ f133 1 2059193"/>
                <a:gd name="f169" fmla="*/ f134 1 3980116"/>
                <a:gd name="f170" fmla="*/ f135 1 2059193"/>
                <a:gd name="f171" fmla="*/ f136 1 3980116"/>
                <a:gd name="f172" fmla="*/ f137 1 2059193"/>
                <a:gd name="f173" fmla="*/ f138 1 3980116"/>
                <a:gd name="f174" fmla="*/ f139 1 2059193"/>
                <a:gd name="f175" fmla="*/ f140 1 3980116"/>
                <a:gd name="f176" fmla="*/ f141 1 2059193"/>
                <a:gd name="f177" fmla="*/ f142 1 3980116"/>
                <a:gd name="f178" fmla="*/ f5 1 f107"/>
                <a:gd name="f179" fmla="*/ f6 1 f107"/>
                <a:gd name="f180" fmla="*/ f5 1 f108"/>
                <a:gd name="f181" fmla="*/ f7 1 f108"/>
                <a:gd name="f182" fmla="+- f143 0 f1"/>
                <a:gd name="f183" fmla="*/ f144 1 f107"/>
                <a:gd name="f184" fmla="*/ f145 1 f108"/>
                <a:gd name="f185" fmla="*/ f146 1 f107"/>
                <a:gd name="f186" fmla="*/ f147 1 f108"/>
                <a:gd name="f187" fmla="*/ f148 1 f107"/>
                <a:gd name="f188" fmla="*/ f149 1 f108"/>
                <a:gd name="f189" fmla="*/ f150 1 f107"/>
                <a:gd name="f190" fmla="*/ f151 1 f108"/>
                <a:gd name="f191" fmla="*/ f152 1 f107"/>
                <a:gd name="f192" fmla="*/ f153 1 f108"/>
                <a:gd name="f193" fmla="*/ f154 1 f107"/>
                <a:gd name="f194" fmla="*/ f155 1 f108"/>
                <a:gd name="f195" fmla="*/ f156 1 f107"/>
                <a:gd name="f196" fmla="*/ f157 1 f108"/>
                <a:gd name="f197" fmla="*/ f158 1 f107"/>
                <a:gd name="f198" fmla="*/ f159 1 f108"/>
                <a:gd name="f199" fmla="*/ f160 1 f107"/>
                <a:gd name="f200" fmla="*/ f161 1 f108"/>
                <a:gd name="f201" fmla="*/ f162 1 f107"/>
                <a:gd name="f202" fmla="*/ f163 1 f108"/>
                <a:gd name="f203" fmla="*/ f164 1 f107"/>
                <a:gd name="f204" fmla="*/ f165 1 f108"/>
                <a:gd name="f205" fmla="*/ f166 1 f107"/>
                <a:gd name="f206" fmla="*/ f167 1 f108"/>
                <a:gd name="f207" fmla="*/ f168 1 f107"/>
                <a:gd name="f208" fmla="*/ f169 1 f108"/>
                <a:gd name="f209" fmla="*/ f170 1 f107"/>
                <a:gd name="f210" fmla="*/ f171 1 f108"/>
                <a:gd name="f211" fmla="*/ f172 1 f107"/>
                <a:gd name="f212" fmla="*/ f173 1 f108"/>
                <a:gd name="f213" fmla="*/ f174 1 f107"/>
                <a:gd name="f214" fmla="*/ f175 1 f108"/>
                <a:gd name="f215" fmla="*/ f176 1 f107"/>
                <a:gd name="f216" fmla="*/ f177 1 f108"/>
                <a:gd name="f217" fmla="*/ f178 f102 1"/>
                <a:gd name="f218" fmla="*/ f179 f102 1"/>
                <a:gd name="f219" fmla="*/ f181 f103 1"/>
                <a:gd name="f220" fmla="*/ f180 f103 1"/>
                <a:gd name="f221" fmla="*/ f183 f102 1"/>
                <a:gd name="f222" fmla="*/ f184 f103 1"/>
                <a:gd name="f223" fmla="*/ f185 f102 1"/>
                <a:gd name="f224" fmla="*/ f186 f103 1"/>
                <a:gd name="f225" fmla="*/ f187 f102 1"/>
                <a:gd name="f226" fmla="*/ f188 f103 1"/>
                <a:gd name="f227" fmla="*/ f189 f102 1"/>
                <a:gd name="f228" fmla="*/ f190 f103 1"/>
                <a:gd name="f229" fmla="*/ f191 f102 1"/>
                <a:gd name="f230" fmla="*/ f192 f103 1"/>
                <a:gd name="f231" fmla="*/ f193 f102 1"/>
                <a:gd name="f232" fmla="*/ f194 f103 1"/>
                <a:gd name="f233" fmla="*/ f195 f102 1"/>
                <a:gd name="f234" fmla="*/ f196 f103 1"/>
                <a:gd name="f235" fmla="*/ f197 f102 1"/>
                <a:gd name="f236" fmla="*/ f198 f103 1"/>
                <a:gd name="f237" fmla="*/ f199 f102 1"/>
                <a:gd name="f238" fmla="*/ f200 f103 1"/>
                <a:gd name="f239" fmla="*/ f201 f102 1"/>
                <a:gd name="f240" fmla="*/ f202 f103 1"/>
                <a:gd name="f241" fmla="*/ f203 f102 1"/>
                <a:gd name="f242" fmla="*/ f204 f103 1"/>
                <a:gd name="f243" fmla="*/ f205 f102 1"/>
                <a:gd name="f244" fmla="*/ f206 f103 1"/>
                <a:gd name="f245" fmla="*/ f207 f102 1"/>
                <a:gd name="f246" fmla="*/ f208 f103 1"/>
                <a:gd name="f247" fmla="*/ f209 f102 1"/>
                <a:gd name="f248" fmla="*/ f210 f103 1"/>
                <a:gd name="f249" fmla="*/ f211 f102 1"/>
                <a:gd name="f250" fmla="*/ f212 f103 1"/>
                <a:gd name="f251" fmla="*/ f213 f102 1"/>
                <a:gd name="f252" fmla="*/ f214 f103 1"/>
                <a:gd name="f253" fmla="*/ f215 f102 1"/>
                <a:gd name="f254" fmla="*/ f216 f103 1"/>
              </a:gdLst>
              <a:ahLst/>
              <a:cxnLst>
                <a:cxn ang="3cd4">
                  <a:pos x="hc" y="t"/>
                </a:cxn>
                <a:cxn ang="0">
                  <a:pos x="r" y="vc"/>
                </a:cxn>
                <a:cxn ang="cd4">
                  <a:pos x="hc" y="b"/>
                </a:cxn>
                <a:cxn ang="cd2">
                  <a:pos x="l" y="vc"/>
                </a:cxn>
                <a:cxn ang="f182">
                  <a:pos x="f221" y="f222"/>
                </a:cxn>
                <a:cxn ang="f182">
                  <a:pos x="f223" y="f224"/>
                </a:cxn>
                <a:cxn ang="f182">
                  <a:pos x="f225" y="f226"/>
                </a:cxn>
                <a:cxn ang="f182">
                  <a:pos x="f227" y="f228"/>
                </a:cxn>
                <a:cxn ang="f182">
                  <a:pos x="f229" y="f230"/>
                </a:cxn>
                <a:cxn ang="f182">
                  <a:pos x="f231" y="f232"/>
                </a:cxn>
                <a:cxn ang="f182">
                  <a:pos x="f233" y="f234"/>
                </a:cxn>
                <a:cxn ang="f182">
                  <a:pos x="f235" y="f236"/>
                </a:cxn>
                <a:cxn ang="f182">
                  <a:pos x="f237" y="f238"/>
                </a:cxn>
                <a:cxn ang="f182">
                  <a:pos x="f239" y="f240"/>
                </a:cxn>
                <a:cxn ang="f182">
                  <a:pos x="f241" y="f242"/>
                </a:cxn>
                <a:cxn ang="f182">
                  <a:pos x="f243" y="f244"/>
                </a:cxn>
                <a:cxn ang="f182">
                  <a:pos x="f245" y="f246"/>
                </a:cxn>
                <a:cxn ang="f182">
                  <a:pos x="f247" y="f248"/>
                </a:cxn>
                <a:cxn ang="f182">
                  <a:pos x="f249" y="f250"/>
                </a:cxn>
                <a:cxn ang="f182">
                  <a:pos x="f251" y="f252"/>
                </a:cxn>
                <a:cxn ang="f182">
                  <a:pos x="f253" y="f254"/>
                </a:cxn>
              </a:cxnLst>
              <a:rect l="f217" t="f220" r="f218" b="f219"/>
              <a:pathLst>
                <a:path w="2059193" h="3980116">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5"/>
                    <a:pt x="f100"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0" name="Freeform: Shape 19">
              <a:extLst>
                <a:ext uri="{FF2B5EF4-FFF2-40B4-BE49-F238E27FC236}">
                  <a16:creationId xmlns:a16="http://schemas.microsoft.com/office/drawing/2014/main" id="{FB795374-0EA4-4E06-B62C-51A06B075503}"/>
                </a:ext>
              </a:extLst>
            </p:cNvPr>
            <p:cNvSpPr/>
            <p:nvPr/>
          </p:nvSpPr>
          <p:spPr>
            <a:xfrm>
              <a:off x="18827" y="543784"/>
              <a:ext cx="494288" cy="1905591"/>
            </a:xfrm>
            <a:custGeom>
              <a:avLst/>
              <a:gdLst>
                <a:gd name="f0" fmla="val 10800000"/>
                <a:gd name="f1" fmla="val 5400000"/>
                <a:gd name="f2" fmla="val 180"/>
                <a:gd name="f3" fmla="val w"/>
                <a:gd name="f4" fmla="val h"/>
                <a:gd name="f5" fmla="val 0"/>
                <a:gd name="f6" fmla="val 743796"/>
                <a:gd name="f7" fmla="val 2867501"/>
                <a:gd name="f8" fmla="val 11144"/>
                <a:gd name="f9" fmla="val 101060"/>
                <a:gd name="f10" fmla="val 2953"/>
                <a:gd name="f11" fmla="val 268796"/>
                <a:gd name="f12" fmla="val 25146"/>
                <a:gd name="f13" fmla="val 353663"/>
                <a:gd name="f14" fmla="val 55245"/>
                <a:gd name="f15" fmla="val 433483"/>
                <a:gd name="f16" fmla="val 83534"/>
                <a:gd name="f17" fmla="val 510635"/>
                <a:gd name="f18" fmla="val 120967"/>
                <a:gd name="f19" fmla="val 571405"/>
                <a:gd name="f20" fmla="val 179737"/>
                <a:gd name="f21" fmla="val 625412"/>
                <a:gd name="f22" fmla="val 231934"/>
                <a:gd name="f23" fmla="val 663607"/>
                <a:gd name="f24" fmla="val 297942"/>
                <a:gd name="f25" fmla="val 688658"/>
                <a:gd name="f26" fmla="val 368808"/>
                <a:gd name="f27" fmla="val 716375"/>
                <a:gd name="f28" fmla="val 447103"/>
                <a:gd name="f29" fmla="val 727996"/>
                <a:gd name="f30" fmla="val 529876"/>
                <a:gd name="f31" fmla="val 731711"/>
                <a:gd name="f32" fmla="val 612934"/>
                <a:gd name="f33" fmla="val 737426"/>
                <a:gd name="f34" fmla="val 740474"/>
                <a:gd name="f35" fmla="val 724948"/>
                <a:gd name="f36" fmla="val 867918"/>
                <a:gd name="f37" fmla="val 725233"/>
                <a:gd name="f38" fmla="val 995648"/>
                <a:gd name="f39" fmla="val 725710"/>
                <a:gd name="f40" fmla="val 1163765"/>
                <a:gd name="f41" fmla="val 748665"/>
                <a:gd name="f42" fmla="val 1331309"/>
                <a:gd name="f43" fmla="val 742855"/>
                <a:gd name="f44" fmla="val 1499330"/>
                <a:gd name="f45" fmla="val 739426"/>
                <a:gd name="f46" fmla="val 1598009"/>
                <a:gd name="f47" fmla="val 725996"/>
                <a:gd name="f48" fmla="val 1696022"/>
                <a:gd name="f49" fmla="val 707898"/>
                <a:gd name="f50" fmla="val 1793081"/>
                <a:gd name="f51" fmla="val 690086"/>
                <a:gd name="f52" fmla="val 1888426"/>
                <a:gd name="f53" fmla="val 666845"/>
                <a:gd name="f54" fmla="val 1982724"/>
                <a:gd name="f55" fmla="val 633222"/>
                <a:gd name="f56" fmla="val 2073592"/>
                <a:gd name="f57" fmla="val 579692"/>
                <a:gd name="f58" fmla="val 2218182"/>
                <a:gd name="f59" fmla="val 499682"/>
                <a:gd name="f60" fmla="val 2351056"/>
                <a:gd name="f61" fmla="val 404527"/>
                <a:gd name="f62" fmla="val 2472404"/>
                <a:gd name="f63" fmla="val 266033"/>
                <a:gd name="f64" fmla="val 2648902"/>
                <a:gd name="f65" fmla="val 179642"/>
                <a:gd name="f66" fmla="val 2732818"/>
                <a:gd name="f67" fmla="+- 0 0 -90"/>
                <a:gd name="f68" fmla="*/ f3 1 743796"/>
                <a:gd name="f69" fmla="*/ f4 1 2867501"/>
                <a:gd name="f70" fmla="+- f7 0 f5"/>
                <a:gd name="f71" fmla="+- f6 0 f5"/>
                <a:gd name="f72" fmla="*/ f67 f0 1"/>
                <a:gd name="f73" fmla="*/ f71 1 743796"/>
                <a:gd name="f74" fmla="*/ f70 1 2867501"/>
                <a:gd name="f75" fmla="*/ 11144 f71 1"/>
                <a:gd name="f76" fmla="*/ 0 f70 1"/>
                <a:gd name="f77" fmla="*/ 353663 f71 1"/>
                <a:gd name="f78" fmla="*/ 55245 f70 1"/>
                <a:gd name="f79" fmla="*/ 571405 f71 1"/>
                <a:gd name="f80" fmla="*/ 179737 f70 1"/>
                <a:gd name="f81" fmla="*/ 688658 f71 1"/>
                <a:gd name="f82" fmla="*/ 368808 f70 1"/>
                <a:gd name="f83" fmla="*/ 731711 f71 1"/>
                <a:gd name="f84" fmla="*/ 612934 f70 1"/>
                <a:gd name="f85" fmla="*/ 725233 f71 1"/>
                <a:gd name="f86" fmla="*/ 995648 f70 1"/>
                <a:gd name="f87" fmla="*/ 742855 f71 1"/>
                <a:gd name="f88" fmla="*/ 1499330 f70 1"/>
                <a:gd name="f89" fmla="*/ 707898 f71 1"/>
                <a:gd name="f90" fmla="*/ 1793081 f70 1"/>
                <a:gd name="f91" fmla="*/ 633222 f71 1"/>
                <a:gd name="f92" fmla="*/ 2073592 f70 1"/>
                <a:gd name="f93" fmla="*/ 404527 f71 1"/>
                <a:gd name="f94" fmla="*/ 2472404 f70 1"/>
                <a:gd name="f95" fmla="*/ 0 f71 1"/>
                <a:gd name="f96" fmla="*/ 2867501 f70 1"/>
                <a:gd name="f97" fmla="*/ f72 1 f2"/>
                <a:gd name="f98" fmla="*/ f75 1 743796"/>
                <a:gd name="f99" fmla="*/ f76 1 2867501"/>
                <a:gd name="f100" fmla="*/ f77 1 743796"/>
                <a:gd name="f101" fmla="*/ f78 1 2867501"/>
                <a:gd name="f102" fmla="*/ f79 1 743796"/>
                <a:gd name="f103" fmla="*/ f80 1 2867501"/>
                <a:gd name="f104" fmla="*/ f81 1 743796"/>
                <a:gd name="f105" fmla="*/ f82 1 2867501"/>
                <a:gd name="f106" fmla="*/ f83 1 743796"/>
                <a:gd name="f107" fmla="*/ f84 1 2867501"/>
                <a:gd name="f108" fmla="*/ f85 1 743796"/>
                <a:gd name="f109" fmla="*/ f86 1 2867501"/>
                <a:gd name="f110" fmla="*/ f87 1 743796"/>
                <a:gd name="f111" fmla="*/ f88 1 2867501"/>
                <a:gd name="f112" fmla="*/ f89 1 743796"/>
                <a:gd name="f113" fmla="*/ f90 1 2867501"/>
                <a:gd name="f114" fmla="*/ f91 1 743796"/>
                <a:gd name="f115" fmla="*/ f92 1 2867501"/>
                <a:gd name="f116" fmla="*/ f93 1 743796"/>
                <a:gd name="f117" fmla="*/ f94 1 2867501"/>
                <a:gd name="f118" fmla="*/ f95 1 743796"/>
                <a:gd name="f119" fmla="*/ f96 1 2867501"/>
                <a:gd name="f120" fmla="*/ f5 1 f73"/>
                <a:gd name="f121" fmla="*/ f6 1 f73"/>
                <a:gd name="f122" fmla="*/ f5 1 f74"/>
                <a:gd name="f123" fmla="*/ f7 1 f74"/>
                <a:gd name="f124" fmla="+- f97 0 f1"/>
                <a:gd name="f125" fmla="*/ f98 1 f73"/>
                <a:gd name="f126" fmla="*/ f99 1 f74"/>
                <a:gd name="f127" fmla="*/ f100 1 f73"/>
                <a:gd name="f128" fmla="*/ f101 1 f74"/>
                <a:gd name="f129" fmla="*/ f102 1 f73"/>
                <a:gd name="f130" fmla="*/ f103 1 f74"/>
                <a:gd name="f131" fmla="*/ f104 1 f73"/>
                <a:gd name="f132" fmla="*/ f105 1 f74"/>
                <a:gd name="f133" fmla="*/ f106 1 f73"/>
                <a:gd name="f134" fmla="*/ f107 1 f74"/>
                <a:gd name="f135" fmla="*/ f108 1 f73"/>
                <a:gd name="f136" fmla="*/ f109 1 f74"/>
                <a:gd name="f137" fmla="*/ f110 1 f73"/>
                <a:gd name="f138" fmla="*/ f111 1 f74"/>
                <a:gd name="f139" fmla="*/ f112 1 f73"/>
                <a:gd name="f140" fmla="*/ f113 1 f74"/>
                <a:gd name="f141" fmla="*/ f114 1 f73"/>
                <a:gd name="f142" fmla="*/ f115 1 f74"/>
                <a:gd name="f143" fmla="*/ f116 1 f73"/>
                <a:gd name="f144" fmla="*/ f117 1 f74"/>
                <a:gd name="f145" fmla="*/ f118 1 f73"/>
                <a:gd name="f146" fmla="*/ f119 1 f74"/>
                <a:gd name="f147" fmla="*/ f120 f68 1"/>
                <a:gd name="f148" fmla="*/ f121 f68 1"/>
                <a:gd name="f149" fmla="*/ f123 f69 1"/>
                <a:gd name="f150" fmla="*/ f122 f69 1"/>
                <a:gd name="f151" fmla="*/ f125 f68 1"/>
                <a:gd name="f152" fmla="*/ f126 f69 1"/>
                <a:gd name="f153" fmla="*/ f127 f68 1"/>
                <a:gd name="f154" fmla="*/ f128 f69 1"/>
                <a:gd name="f155" fmla="*/ f129 f68 1"/>
                <a:gd name="f156" fmla="*/ f130 f69 1"/>
                <a:gd name="f157" fmla="*/ f131 f68 1"/>
                <a:gd name="f158" fmla="*/ f132 f69 1"/>
                <a:gd name="f159" fmla="*/ f133 f68 1"/>
                <a:gd name="f160" fmla="*/ f134 f69 1"/>
                <a:gd name="f161" fmla="*/ f135 f68 1"/>
                <a:gd name="f162" fmla="*/ f136 f69 1"/>
                <a:gd name="f163" fmla="*/ f137 f68 1"/>
                <a:gd name="f164" fmla="*/ f138 f69 1"/>
                <a:gd name="f165" fmla="*/ f139 f68 1"/>
                <a:gd name="f166" fmla="*/ f140 f69 1"/>
                <a:gd name="f167" fmla="*/ f141 f68 1"/>
                <a:gd name="f168" fmla="*/ f142 f69 1"/>
                <a:gd name="f169" fmla="*/ f143 f68 1"/>
                <a:gd name="f170" fmla="*/ f144 f69 1"/>
                <a:gd name="f171" fmla="*/ f145 f68 1"/>
                <a:gd name="f172" fmla="*/ f146 f69 1"/>
              </a:gdLst>
              <a:ahLst/>
              <a:cxnLst>
                <a:cxn ang="3cd4">
                  <a:pos x="hc" y="t"/>
                </a:cxn>
                <a:cxn ang="0">
                  <a:pos x="r" y="vc"/>
                </a:cxn>
                <a:cxn ang="cd4">
                  <a:pos x="hc" y="b"/>
                </a:cxn>
                <a:cxn ang="cd2">
                  <a:pos x="l" y="vc"/>
                </a:cxn>
                <a:cxn ang="f124">
                  <a:pos x="f151" y="f152"/>
                </a:cxn>
                <a:cxn ang="f124">
                  <a:pos x="f153" y="f154"/>
                </a:cxn>
                <a:cxn ang="f124">
                  <a:pos x="f155" y="f156"/>
                </a:cxn>
                <a:cxn ang="f124">
                  <a:pos x="f157" y="f158"/>
                </a:cxn>
                <a:cxn ang="f124">
                  <a:pos x="f159" y="f160"/>
                </a:cxn>
                <a:cxn ang="f124">
                  <a:pos x="f161" y="f162"/>
                </a:cxn>
                <a:cxn ang="f124">
                  <a:pos x="f163" y="f164"/>
                </a:cxn>
                <a:cxn ang="f124">
                  <a:pos x="f165" y="f166"/>
                </a:cxn>
                <a:cxn ang="f124">
                  <a:pos x="f167" y="f168"/>
                </a:cxn>
                <a:cxn ang="f124">
                  <a:pos x="f169" y="f170"/>
                </a:cxn>
                <a:cxn ang="f124">
                  <a:pos x="f171" y="f172"/>
                </a:cxn>
              </a:cxnLst>
              <a:rect l="f147" t="f150" r="f148" b="f149"/>
              <a:pathLst>
                <a:path w="743796" h="2867501">
                  <a:moveTo>
                    <a:pt x="f8" y="f5"/>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cubicBezTo>
                    <a:pt x="f63" y="f64"/>
                    <a:pt x="f65" y="f66"/>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1" name="Freeform: Shape 20">
              <a:extLst>
                <a:ext uri="{FF2B5EF4-FFF2-40B4-BE49-F238E27FC236}">
                  <a16:creationId xmlns:a16="http://schemas.microsoft.com/office/drawing/2014/main" id="{D8045985-836C-44CA-AFE7-4E6FBB11E509}"/>
                </a:ext>
              </a:extLst>
            </p:cNvPr>
            <p:cNvSpPr/>
            <p:nvPr/>
          </p:nvSpPr>
          <p:spPr>
            <a:xfrm>
              <a:off x="10844" y="672285"/>
              <a:ext cx="396931" cy="1690304"/>
            </a:xfrm>
            <a:custGeom>
              <a:avLst/>
              <a:gdLst>
                <a:gd name="f0" fmla="val 10800000"/>
                <a:gd name="f1" fmla="val 5400000"/>
                <a:gd name="f2" fmla="val 180"/>
                <a:gd name="f3" fmla="val w"/>
                <a:gd name="f4" fmla="val h"/>
                <a:gd name="f5" fmla="val 0"/>
                <a:gd name="f6" fmla="val 597294"/>
                <a:gd name="f7" fmla="val 2543540"/>
                <a:gd name="f8" fmla="val 16478"/>
                <a:gd name="f9" fmla="val 2079"/>
                <a:gd name="f10" fmla="val 101441"/>
                <a:gd name="f11" fmla="+- 0 0 6684"/>
                <a:gd name="f12" fmla="val 224885"/>
                <a:gd name="f13" fmla="val 12557"/>
                <a:gd name="f14" fmla="val 299847"/>
                <a:gd name="f15" fmla="val 53991"/>
                <a:gd name="f16" fmla="val 394240"/>
                <a:gd name="f17" fmla="val 106092"/>
                <a:gd name="f18" fmla="val 468440"/>
                <a:gd name="f19" fmla="val 189341"/>
                <a:gd name="f20" fmla="val 503206"/>
                <a:gd name="f21" fmla="val 291354"/>
                <a:gd name="f22" fmla="val 550069"/>
                <a:gd name="f23" fmla="val 429085"/>
                <a:gd name="f24" fmla="val 520827"/>
                <a:gd name="f25" fmla="val 577770"/>
                <a:gd name="f26" fmla="val 525113"/>
                <a:gd name="f27" fmla="val 724265"/>
                <a:gd name="f28" fmla="val 529019"/>
                <a:gd name="f29" fmla="val 856472"/>
                <a:gd name="f30" fmla="val 561118"/>
                <a:gd name="f31" fmla="val 986012"/>
                <a:gd name="f32" fmla="val 578930"/>
                <a:gd name="f33" fmla="val 1117267"/>
                <a:gd name="f34" fmla="val 595122"/>
                <a:gd name="f35" fmla="val 1236234"/>
                <a:gd name="f36" fmla="val 602742"/>
                <a:gd name="f37" fmla="val 1356630"/>
                <a:gd name="f38" fmla="val 592931"/>
                <a:gd name="f39" fmla="val 1476359"/>
                <a:gd name="f40" fmla="val 582073"/>
                <a:gd name="f41" fmla="val 1607709"/>
                <a:gd name="f42" fmla="val 549783"/>
                <a:gd name="f43" fmla="val 1736011"/>
                <a:gd name="f44" fmla="val 1859359"/>
                <a:gd name="f45" fmla="val 450628"/>
                <a:gd name="f46" fmla="val 1998710"/>
                <a:gd name="f47" fmla="val 383857"/>
                <a:gd name="f48" fmla="val 2133298"/>
                <a:gd name="f49" fmla="val 291846"/>
                <a:gd name="f50" fmla="val 2250361"/>
                <a:gd name="f51" fmla="val 231553"/>
                <a:gd name="f52" fmla="val 2327132"/>
                <a:gd name="f53" fmla="val 73819"/>
                <a:gd name="f54" fmla="val 2479532"/>
                <a:gd name="f55" fmla="+- 0 0 -90"/>
                <a:gd name="f56" fmla="*/ f3 1 597294"/>
                <a:gd name="f57" fmla="*/ f4 1 2543540"/>
                <a:gd name="f58" fmla="+- f7 0 f5"/>
                <a:gd name="f59" fmla="+- f6 0 f5"/>
                <a:gd name="f60" fmla="*/ f55 f0 1"/>
                <a:gd name="f61" fmla="*/ f59 1 597294"/>
                <a:gd name="f62" fmla="*/ f58 1 2543540"/>
                <a:gd name="f63" fmla="*/ 16478 f59 1"/>
                <a:gd name="f64" fmla="*/ 2079 f58 1"/>
                <a:gd name="f65" fmla="*/ 299847 f59 1"/>
                <a:gd name="f66" fmla="*/ 53991 f58 1"/>
                <a:gd name="f67" fmla="*/ 503206 f59 1"/>
                <a:gd name="f68" fmla="*/ 291354 f58 1"/>
                <a:gd name="f69" fmla="*/ 525113 f59 1"/>
                <a:gd name="f70" fmla="*/ 724265 f58 1"/>
                <a:gd name="f71" fmla="*/ 578930 f59 1"/>
                <a:gd name="f72" fmla="*/ 1117267 f58 1"/>
                <a:gd name="f73" fmla="*/ 592931 f59 1"/>
                <a:gd name="f74" fmla="*/ 1476359 f58 1"/>
                <a:gd name="f75" fmla="*/ 1859359 f58 1"/>
                <a:gd name="f76" fmla="*/ 291846 f59 1"/>
                <a:gd name="f77" fmla="*/ 2250361 f58 1"/>
                <a:gd name="f78" fmla="*/ 0 f59 1"/>
                <a:gd name="f79" fmla="*/ 2543540 f58 1"/>
                <a:gd name="f80" fmla="*/ f60 1 f2"/>
                <a:gd name="f81" fmla="*/ f63 1 597294"/>
                <a:gd name="f82" fmla="*/ f64 1 2543540"/>
                <a:gd name="f83" fmla="*/ f65 1 597294"/>
                <a:gd name="f84" fmla="*/ f66 1 2543540"/>
                <a:gd name="f85" fmla="*/ f67 1 597294"/>
                <a:gd name="f86" fmla="*/ f68 1 2543540"/>
                <a:gd name="f87" fmla="*/ f69 1 597294"/>
                <a:gd name="f88" fmla="*/ f70 1 2543540"/>
                <a:gd name="f89" fmla="*/ f71 1 597294"/>
                <a:gd name="f90" fmla="*/ f72 1 2543540"/>
                <a:gd name="f91" fmla="*/ f73 1 597294"/>
                <a:gd name="f92" fmla="*/ f74 1 2543540"/>
                <a:gd name="f93" fmla="*/ f75 1 2543540"/>
                <a:gd name="f94" fmla="*/ f76 1 597294"/>
                <a:gd name="f95" fmla="*/ f77 1 2543540"/>
                <a:gd name="f96" fmla="*/ f78 1 597294"/>
                <a:gd name="f97" fmla="*/ f79 1 2543540"/>
                <a:gd name="f98" fmla="*/ f5 1 f61"/>
                <a:gd name="f99" fmla="*/ f6 1 f61"/>
                <a:gd name="f100" fmla="*/ f5 1 f62"/>
                <a:gd name="f101" fmla="*/ f7 1 f62"/>
                <a:gd name="f102" fmla="+- f80 0 f1"/>
                <a:gd name="f103" fmla="*/ f81 1 f61"/>
                <a:gd name="f104" fmla="*/ f82 1 f62"/>
                <a:gd name="f105" fmla="*/ f83 1 f61"/>
                <a:gd name="f106" fmla="*/ f84 1 f62"/>
                <a:gd name="f107" fmla="*/ f85 1 f61"/>
                <a:gd name="f108" fmla="*/ f86 1 f62"/>
                <a:gd name="f109" fmla="*/ f87 1 f61"/>
                <a:gd name="f110" fmla="*/ f88 1 f62"/>
                <a:gd name="f111" fmla="*/ f89 1 f61"/>
                <a:gd name="f112" fmla="*/ f90 1 f62"/>
                <a:gd name="f113" fmla="*/ f91 1 f61"/>
                <a:gd name="f114" fmla="*/ f92 1 f62"/>
                <a:gd name="f115" fmla="*/ f93 1 f62"/>
                <a:gd name="f116" fmla="*/ f94 1 f61"/>
                <a:gd name="f117" fmla="*/ f95 1 f62"/>
                <a:gd name="f118" fmla="*/ f96 1 f61"/>
                <a:gd name="f119" fmla="*/ f97 1 f62"/>
                <a:gd name="f120" fmla="*/ f98 f56 1"/>
                <a:gd name="f121" fmla="*/ f99 f56 1"/>
                <a:gd name="f122" fmla="*/ f101 f57 1"/>
                <a:gd name="f123" fmla="*/ f100 f57 1"/>
                <a:gd name="f124" fmla="*/ f103 f56 1"/>
                <a:gd name="f125" fmla="*/ f104 f57 1"/>
                <a:gd name="f126" fmla="*/ f105 f56 1"/>
                <a:gd name="f127" fmla="*/ f106 f57 1"/>
                <a:gd name="f128" fmla="*/ f107 f56 1"/>
                <a:gd name="f129" fmla="*/ f108 f57 1"/>
                <a:gd name="f130" fmla="*/ f109 f56 1"/>
                <a:gd name="f131" fmla="*/ f110 f57 1"/>
                <a:gd name="f132" fmla="*/ f111 f56 1"/>
                <a:gd name="f133" fmla="*/ f112 f57 1"/>
                <a:gd name="f134" fmla="*/ f113 f56 1"/>
                <a:gd name="f135" fmla="*/ f114 f57 1"/>
                <a:gd name="f136" fmla="*/ f115 f57 1"/>
                <a:gd name="f137" fmla="*/ f116 f56 1"/>
                <a:gd name="f138" fmla="*/ f117 f57 1"/>
                <a:gd name="f139" fmla="*/ f118 f56 1"/>
                <a:gd name="f140" fmla="*/ f119 f57 1"/>
              </a:gdLst>
              <a:ahLst/>
              <a:cxnLst>
                <a:cxn ang="3cd4">
                  <a:pos x="hc" y="t"/>
                </a:cxn>
                <a:cxn ang="0">
                  <a:pos x="r" y="vc"/>
                </a:cxn>
                <a:cxn ang="cd4">
                  <a:pos x="hc" y="b"/>
                </a:cxn>
                <a:cxn ang="cd2">
                  <a:pos x="l" y="vc"/>
                </a:cxn>
                <a:cxn ang="f102">
                  <a:pos x="f124" y="f125"/>
                </a:cxn>
                <a:cxn ang="f102">
                  <a:pos x="f126" y="f127"/>
                </a:cxn>
                <a:cxn ang="f102">
                  <a:pos x="f128" y="f129"/>
                </a:cxn>
                <a:cxn ang="f102">
                  <a:pos x="f130" y="f131"/>
                </a:cxn>
                <a:cxn ang="f102">
                  <a:pos x="f132" y="f133"/>
                </a:cxn>
                <a:cxn ang="f102">
                  <a:pos x="f134" y="f135"/>
                </a:cxn>
                <a:cxn ang="f102">
                  <a:pos x="f128" y="f136"/>
                </a:cxn>
                <a:cxn ang="f102">
                  <a:pos x="f137" y="f138"/>
                </a:cxn>
                <a:cxn ang="f102">
                  <a:pos x="f139" y="f140"/>
                </a:cxn>
              </a:cxnLst>
              <a:rect l="f120" t="f123" r="f121" b="f122"/>
              <a:pathLst>
                <a:path w="597294" h="2543540">
                  <a:moveTo>
                    <a:pt x="f8" y="f9"/>
                  </a:moveTo>
                  <a:cubicBezTo>
                    <a:pt x="f10" y="f11"/>
                    <a:pt x="f12" y="f13"/>
                    <a:pt x="f14" y="f15"/>
                  </a:cubicBezTo>
                  <a:cubicBezTo>
                    <a:pt x="f16" y="f17"/>
                    <a:pt x="f18" y="f19"/>
                    <a:pt x="f20" y="f21"/>
                  </a:cubicBezTo>
                  <a:cubicBezTo>
                    <a:pt x="f22" y="f23"/>
                    <a:pt x="f24" y="f25"/>
                    <a:pt x="f26" y="f27"/>
                  </a:cubicBezTo>
                  <a:cubicBezTo>
                    <a:pt x="f28" y="f29"/>
                    <a:pt x="f30" y="f31"/>
                    <a:pt x="f32" y="f33"/>
                  </a:cubicBezTo>
                  <a:cubicBezTo>
                    <a:pt x="f34" y="f35"/>
                    <a:pt x="f36" y="f37"/>
                    <a:pt x="f38" y="f39"/>
                  </a:cubicBezTo>
                  <a:cubicBezTo>
                    <a:pt x="f40" y="f41"/>
                    <a:pt x="f42" y="f43"/>
                    <a:pt x="f20" y="f44"/>
                  </a:cubicBezTo>
                  <a:cubicBezTo>
                    <a:pt x="f45" y="f46"/>
                    <a:pt x="f47" y="f48"/>
                    <a:pt x="f49" y="f50"/>
                  </a:cubicBezTo>
                  <a:cubicBezTo>
                    <a:pt x="f51" y="f52"/>
                    <a:pt x="f53" y="f54"/>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2" name="Freeform: Shape 21">
              <a:extLst>
                <a:ext uri="{FF2B5EF4-FFF2-40B4-BE49-F238E27FC236}">
                  <a16:creationId xmlns:a16="http://schemas.microsoft.com/office/drawing/2014/main" id="{B4703B55-C6AC-433F-88C9-DA4B5B79C5C6}"/>
                </a:ext>
              </a:extLst>
            </p:cNvPr>
            <p:cNvSpPr/>
            <p:nvPr/>
          </p:nvSpPr>
          <p:spPr>
            <a:xfrm>
              <a:off x="23006" y="881262"/>
              <a:ext cx="258793" cy="1336560"/>
            </a:xfrm>
            <a:custGeom>
              <a:avLst/>
              <a:gdLst>
                <a:gd name="f0" fmla="val 10800000"/>
                <a:gd name="f1" fmla="val 5400000"/>
                <a:gd name="f2" fmla="val 180"/>
                <a:gd name="f3" fmla="val w"/>
                <a:gd name="f4" fmla="val h"/>
                <a:gd name="f5" fmla="val 0"/>
                <a:gd name="f6" fmla="val 389425"/>
                <a:gd name="f7" fmla="val 2011236"/>
                <a:gd name="f8" fmla="val 33"/>
                <a:gd name="f9" fmla="val 57912"/>
                <a:gd name="f10" fmla="+- 0 0 824"/>
                <a:gd name="f11" fmla="val 136112"/>
                <a:gd name="f12" fmla="val 14892"/>
                <a:gd name="f13" fmla="val 171260"/>
                <a:gd name="f14" fmla="val 60326"/>
                <a:gd name="f15" fmla="val 205645"/>
                <a:gd name="f16" fmla="val 104903"/>
                <a:gd name="f17" fmla="val 207740"/>
                <a:gd name="f18" fmla="val 164244"/>
                <a:gd name="f19" fmla="val 211455"/>
                <a:gd name="f20" fmla="val 221204"/>
                <a:gd name="f21" fmla="val 216408"/>
                <a:gd name="f22" fmla="val 297594"/>
                <a:gd name="f23" fmla="val 225838"/>
                <a:gd name="f24" fmla="val 373604"/>
                <a:gd name="f25" fmla="val 243078"/>
                <a:gd name="f26" fmla="val 448089"/>
                <a:gd name="f27" fmla="val 269939"/>
                <a:gd name="f28" fmla="val 564199"/>
                <a:gd name="f29" fmla="val 319183"/>
                <a:gd name="f30" fmla="val 673927"/>
                <a:gd name="f31" fmla="val 346424"/>
                <a:gd name="f32" fmla="val 789941"/>
                <a:gd name="f33" fmla="val 358235"/>
                <a:gd name="f34" fmla="val 840043"/>
                <a:gd name="f35" fmla="val 365951"/>
                <a:gd name="f36" fmla="val 891097"/>
                <a:gd name="f37" fmla="val 372237"/>
                <a:gd name="f38" fmla="val 942151"/>
                <a:gd name="f39" fmla="val 385858"/>
                <a:gd name="f40" fmla="val 1051784"/>
                <a:gd name="f41" fmla="val 394049"/>
                <a:gd name="f42" fmla="val 1162274"/>
                <a:gd name="f43" fmla="val 386620"/>
                <a:gd name="f44" fmla="val 1272478"/>
                <a:gd name="f45" fmla="val 377476"/>
                <a:gd name="f46" fmla="val 1407828"/>
                <a:gd name="f47" fmla="val 344996"/>
                <a:gd name="f48" fmla="val 1541178"/>
                <a:gd name="f49" fmla="val 280416"/>
                <a:gd name="f50" fmla="val 1660241"/>
                <a:gd name="f51" fmla="val 244602"/>
                <a:gd name="f52" fmla="val 1726249"/>
                <a:gd name="f53" fmla="val 199358"/>
                <a:gd name="f54" fmla="val 1786352"/>
                <a:gd name="f55" fmla="val 151257"/>
                <a:gd name="f56" fmla="val 1844073"/>
                <a:gd name="f57" fmla="val 79534"/>
                <a:gd name="f58" fmla="val 1930084"/>
                <a:gd name="f59" fmla="val 89345"/>
                <a:gd name="f60" fmla="val 1941419"/>
                <a:gd name="f61" fmla="val 1905"/>
                <a:gd name="f62" fmla="val 2011237"/>
                <a:gd name="f63" fmla="+- 0 0 -90"/>
                <a:gd name="f64" fmla="*/ f3 1 389425"/>
                <a:gd name="f65" fmla="*/ f4 1 2011236"/>
                <a:gd name="f66" fmla="+- f7 0 f5"/>
                <a:gd name="f67" fmla="+- f6 0 f5"/>
                <a:gd name="f68" fmla="*/ f63 f0 1"/>
                <a:gd name="f69" fmla="*/ f67 1 389425"/>
                <a:gd name="f70" fmla="*/ f66 1 2011236"/>
                <a:gd name="f71" fmla="*/ 0 f67 1"/>
                <a:gd name="f72" fmla="*/ 33 f66 1"/>
                <a:gd name="f73" fmla="*/ 171260 f67 1"/>
                <a:gd name="f74" fmla="*/ 60326 f66 1"/>
                <a:gd name="f75" fmla="*/ 211455 f67 1"/>
                <a:gd name="f76" fmla="*/ 221204 f66 1"/>
                <a:gd name="f77" fmla="*/ 243078 f67 1"/>
                <a:gd name="f78" fmla="*/ 448089 f66 1"/>
                <a:gd name="f79" fmla="*/ 346424 f67 1"/>
                <a:gd name="f80" fmla="*/ 789941 f66 1"/>
                <a:gd name="f81" fmla="*/ 372237 f67 1"/>
                <a:gd name="f82" fmla="*/ 942151 f66 1"/>
                <a:gd name="f83" fmla="*/ 386620 f67 1"/>
                <a:gd name="f84" fmla="*/ 1272478 f66 1"/>
                <a:gd name="f85" fmla="*/ 280416 f67 1"/>
                <a:gd name="f86" fmla="*/ 1660241 f66 1"/>
                <a:gd name="f87" fmla="*/ 151257 f67 1"/>
                <a:gd name="f88" fmla="*/ 1844073 f66 1"/>
                <a:gd name="f89" fmla="*/ 1905 f67 1"/>
                <a:gd name="f90" fmla="*/ 2011237 f66 1"/>
                <a:gd name="f91" fmla="*/ f68 1 f2"/>
                <a:gd name="f92" fmla="*/ f71 1 389425"/>
                <a:gd name="f93" fmla="*/ f72 1 2011236"/>
                <a:gd name="f94" fmla="*/ f73 1 389425"/>
                <a:gd name="f95" fmla="*/ f74 1 2011236"/>
                <a:gd name="f96" fmla="*/ f75 1 389425"/>
                <a:gd name="f97" fmla="*/ f76 1 2011236"/>
                <a:gd name="f98" fmla="*/ f77 1 389425"/>
                <a:gd name="f99" fmla="*/ f78 1 2011236"/>
                <a:gd name="f100" fmla="*/ f79 1 389425"/>
                <a:gd name="f101" fmla="*/ f80 1 2011236"/>
                <a:gd name="f102" fmla="*/ f81 1 389425"/>
                <a:gd name="f103" fmla="*/ f82 1 2011236"/>
                <a:gd name="f104" fmla="*/ f83 1 389425"/>
                <a:gd name="f105" fmla="*/ f84 1 2011236"/>
                <a:gd name="f106" fmla="*/ f85 1 389425"/>
                <a:gd name="f107" fmla="*/ f86 1 2011236"/>
                <a:gd name="f108" fmla="*/ f87 1 389425"/>
                <a:gd name="f109" fmla="*/ f88 1 2011236"/>
                <a:gd name="f110" fmla="*/ f89 1 389425"/>
                <a:gd name="f111" fmla="*/ f90 1 2011236"/>
                <a:gd name="f112" fmla="*/ f5 1 f69"/>
                <a:gd name="f113" fmla="*/ f6 1 f69"/>
                <a:gd name="f114" fmla="*/ f5 1 f70"/>
                <a:gd name="f115" fmla="*/ f7 1 f70"/>
                <a:gd name="f116" fmla="+- f91 0 f1"/>
                <a:gd name="f117" fmla="*/ f92 1 f69"/>
                <a:gd name="f118" fmla="*/ f93 1 f70"/>
                <a:gd name="f119" fmla="*/ f94 1 f69"/>
                <a:gd name="f120" fmla="*/ f95 1 f70"/>
                <a:gd name="f121" fmla="*/ f96 1 f69"/>
                <a:gd name="f122" fmla="*/ f97 1 f70"/>
                <a:gd name="f123" fmla="*/ f98 1 f69"/>
                <a:gd name="f124" fmla="*/ f99 1 f70"/>
                <a:gd name="f125" fmla="*/ f100 1 f69"/>
                <a:gd name="f126" fmla="*/ f101 1 f70"/>
                <a:gd name="f127" fmla="*/ f102 1 f69"/>
                <a:gd name="f128" fmla="*/ f103 1 f70"/>
                <a:gd name="f129" fmla="*/ f104 1 f69"/>
                <a:gd name="f130" fmla="*/ f105 1 f70"/>
                <a:gd name="f131" fmla="*/ f106 1 f69"/>
                <a:gd name="f132" fmla="*/ f107 1 f70"/>
                <a:gd name="f133" fmla="*/ f108 1 f69"/>
                <a:gd name="f134" fmla="*/ f109 1 f70"/>
                <a:gd name="f135" fmla="*/ f110 1 f69"/>
                <a:gd name="f136" fmla="*/ f111 1 f70"/>
                <a:gd name="f137" fmla="*/ f112 f64 1"/>
                <a:gd name="f138" fmla="*/ f113 f64 1"/>
                <a:gd name="f139" fmla="*/ f115 f65 1"/>
                <a:gd name="f140" fmla="*/ f114 f65 1"/>
                <a:gd name="f141" fmla="*/ f117 f64 1"/>
                <a:gd name="f142" fmla="*/ f118 f65 1"/>
                <a:gd name="f143" fmla="*/ f119 f64 1"/>
                <a:gd name="f144" fmla="*/ f120 f65 1"/>
                <a:gd name="f145" fmla="*/ f121 f64 1"/>
                <a:gd name="f146" fmla="*/ f122 f65 1"/>
                <a:gd name="f147" fmla="*/ f123 f64 1"/>
                <a:gd name="f148" fmla="*/ f124 f65 1"/>
                <a:gd name="f149" fmla="*/ f125 f64 1"/>
                <a:gd name="f150" fmla="*/ f126 f65 1"/>
                <a:gd name="f151" fmla="*/ f127 f64 1"/>
                <a:gd name="f152" fmla="*/ f128 f65 1"/>
                <a:gd name="f153" fmla="*/ f129 f64 1"/>
                <a:gd name="f154" fmla="*/ f130 f65 1"/>
                <a:gd name="f155" fmla="*/ f131 f64 1"/>
                <a:gd name="f156" fmla="*/ f132 f65 1"/>
                <a:gd name="f157" fmla="*/ f133 f64 1"/>
                <a:gd name="f158" fmla="*/ f134 f65 1"/>
                <a:gd name="f159" fmla="*/ f135 f64 1"/>
                <a:gd name="f160" fmla="*/ f136 f65 1"/>
              </a:gdLst>
              <a:ahLst/>
              <a:cxnLst>
                <a:cxn ang="3cd4">
                  <a:pos x="hc" y="t"/>
                </a:cxn>
                <a:cxn ang="0">
                  <a:pos x="r" y="vc"/>
                </a:cxn>
                <a:cxn ang="cd4">
                  <a:pos x="hc" y="b"/>
                </a:cxn>
                <a:cxn ang="cd2">
                  <a:pos x="l" y="vc"/>
                </a:cxn>
                <a:cxn ang="f116">
                  <a:pos x="f141" y="f142"/>
                </a:cxn>
                <a:cxn ang="f116">
                  <a:pos x="f143" y="f144"/>
                </a:cxn>
                <a:cxn ang="f116">
                  <a:pos x="f145" y="f146"/>
                </a:cxn>
                <a:cxn ang="f116">
                  <a:pos x="f147" y="f148"/>
                </a:cxn>
                <a:cxn ang="f116">
                  <a:pos x="f149" y="f150"/>
                </a:cxn>
                <a:cxn ang="f116">
                  <a:pos x="f151" y="f152"/>
                </a:cxn>
                <a:cxn ang="f116">
                  <a:pos x="f153" y="f154"/>
                </a:cxn>
                <a:cxn ang="f116">
                  <a:pos x="f155" y="f156"/>
                </a:cxn>
                <a:cxn ang="f116">
                  <a:pos x="f157" y="f158"/>
                </a:cxn>
                <a:cxn ang="f116">
                  <a:pos x="f159" y="f160"/>
                </a:cxn>
              </a:cxnLst>
              <a:rect l="f137" t="f140" r="f138" b="f139"/>
              <a:pathLst>
                <a:path w="389425" h="2011236">
                  <a:moveTo>
                    <a:pt x="f5" y="f8"/>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sp>
        <p:nvSpPr>
          <p:cNvPr id="13" name="Titre 1">
            <a:extLst>
              <a:ext uri="{FF2B5EF4-FFF2-40B4-BE49-F238E27FC236}">
                <a16:creationId xmlns:a16="http://schemas.microsoft.com/office/drawing/2014/main" id="{CABE233B-0C31-444A-8EC4-CCBB06D4919F}"/>
              </a:ext>
            </a:extLst>
          </p:cNvPr>
          <p:cNvSpPr txBox="1">
            <a:spLocks noGrp="1"/>
          </p:cNvSpPr>
          <p:nvPr>
            <p:ph type="title"/>
          </p:nvPr>
        </p:nvSpPr>
        <p:spPr>
          <a:xfrm>
            <a:off x="114912" y="113797"/>
            <a:ext cx="10634368" cy="958840"/>
          </a:xfrm>
        </p:spPr>
        <p:txBody>
          <a:bodyPr/>
          <a:lstStyle/>
          <a:p>
            <a:pPr lvl="0"/>
            <a:r>
              <a:rPr lang="fr-FR" sz="3700" dirty="0"/>
              <a:t>Flow “Voir les parfums en promotion”</a:t>
            </a:r>
          </a:p>
        </p:txBody>
      </p:sp>
      <p:sp>
        <p:nvSpPr>
          <p:cNvPr id="14" name="Espace réservé du contenu 2">
            <a:extLst>
              <a:ext uri="{FF2B5EF4-FFF2-40B4-BE49-F238E27FC236}">
                <a16:creationId xmlns:a16="http://schemas.microsoft.com/office/drawing/2014/main" id="{1100247C-2DA0-47FB-9B0D-DEBB7F198D2E}"/>
              </a:ext>
            </a:extLst>
          </p:cNvPr>
          <p:cNvSpPr txBox="1">
            <a:spLocks noGrp="1"/>
          </p:cNvSpPr>
          <p:nvPr>
            <p:ph idx="1"/>
          </p:nvPr>
        </p:nvSpPr>
        <p:spPr>
          <a:xfrm>
            <a:off x="102120" y="1024493"/>
            <a:ext cx="11819241" cy="3995425"/>
          </a:xfrm>
        </p:spPr>
        <p:txBody>
          <a:bodyPr>
            <a:normAutofit/>
          </a:bodyPr>
          <a:lstStyle/>
          <a:p>
            <a:r>
              <a:rPr lang="fr-FR" sz="1200" dirty="0"/>
              <a:t>Le quatrième flux est celui des promotions.</a:t>
            </a:r>
            <a:br>
              <a:rPr lang="fr-FR" sz="1200" dirty="0"/>
            </a:br>
            <a:r>
              <a:rPr lang="fr-FR" sz="1200" dirty="0"/>
              <a:t>C’est un flux simple mais très utile pour orienter le client vers les meilleures offres du moment.</a:t>
            </a:r>
          </a:p>
          <a:p>
            <a:r>
              <a:rPr lang="fr-FR" sz="1200" dirty="0"/>
              <a:t>Le bot commence par demander à l’utilisateur s’il cherche :</a:t>
            </a:r>
            <a:br>
              <a:rPr lang="fr-FR" sz="1200" dirty="0"/>
            </a:br>
            <a:r>
              <a:rPr lang="fr-FR" sz="1200" dirty="0"/>
              <a:t>– une promotion pour Homme</a:t>
            </a:r>
            <a:br>
              <a:rPr lang="fr-FR" sz="1200" dirty="0"/>
            </a:br>
            <a:r>
              <a:rPr lang="fr-FR" sz="1200" dirty="0"/>
              <a:t>– une promotion pour Femme</a:t>
            </a:r>
            <a:br>
              <a:rPr lang="fr-FR" sz="1200" dirty="0"/>
            </a:br>
            <a:r>
              <a:rPr lang="fr-FR" sz="1200" dirty="0"/>
              <a:t>– ou une promotion Mixte / Tout confondu</a:t>
            </a:r>
          </a:p>
          <a:p>
            <a:r>
              <a:rPr lang="fr-FR" sz="1200" dirty="0"/>
              <a:t>Selon la réponse, </a:t>
            </a:r>
            <a:r>
              <a:rPr lang="fr-FR" sz="1200" dirty="0" err="1"/>
              <a:t>Botpress</a:t>
            </a:r>
            <a:r>
              <a:rPr lang="fr-FR" sz="1200" dirty="0"/>
              <a:t> déclenche un script JavaScript qui va filtrer les promotions stockées dans une liste interne — exactement les mêmes promotions que celles utilisées dans l’application </a:t>
            </a:r>
            <a:r>
              <a:rPr lang="fr-FR" sz="1200" dirty="0" err="1"/>
              <a:t>Streamlit</a:t>
            </a:r>
            <a:r>
              <a:rPr lang="fr-FR" sz="1200" dirty="0"/>
              <a:t>.</a:t>
            </a:r>
            <a:br>
              <a:rPr lang="fr-FR" sz="1200" dirty="0"/>
            </a:br>
            <a:r>
              <a:rPr lang="fr-FR" sz="1200" dirty="0"/>
              <a:t>Ce code va donc récupérer uniquement les parfums en promotion pour la catégorie choisie, et renvoyer à l’utilisateur une liste formatée, avec :</a:t>
            </a:r>
            <a:br>
              <a:rPr lang="fr-FR" sz="1200" dirty="0"/>
            </a:br>
            <a:r>
              <a:rPr lang="fr-FR" sz="1200" dirty="0"/>
              <a:t>– le nom du parfum</a:t>
            </a:r>
            <a:br>
              <a:rPr lang="fr-FR" sz="1200" dirty="0"/>
            </a:br>
            <a:r>
              <a:rPr lang="fr-FR" sz="1200" dirty="0"/>
              <a:t>– la quantité en ml</a:t>
            </a:r>
            <a:br>
              <a:rPr lang="fr-FR" sz="1200" dirty="0"/>
            </a:br>
            <a:r>
              <a:rPr lang="fr-FR" sz="1200" dirty="0"/>
              <a:t>– l’ancien prix barré</a:t>
            </a:r>
            <a:br>
              <a:rPr lang="fr-FR" sz="1200" dirty="0"/>
            </a:br>
            <a:r>
              <a:rPr lang="fr-FR" sz="1200" dirty="0"/>
              <a:t>– le nouveau prix</a:t>
            </a:r>
          </a:p>
          <a:p>
            <a:r>
              <a:rPr lang="fr-FR" sz="1200" dirty="0"/>
              <a:t>Ce flux est très utile car il automatise entièrement la présentation des promotions sans nécessiter une interface manuelle.</a:t>
            </a:r>
            <a:br>
              <a:rPr lang="fr-FR" sz="1200" dirty="0"/>
            </a:br>
            <a:r>
              <a:rPr lang="fr-FR" sz="1200" dirty="0"/>
              <a:t>C’est l’équivalent du catalogue promotionnel de </a:t>
            </a:r>
            <a:r>
              <a:rPr lang="fr-FR" sz="1200" dirty="0" err="1"/>
              <a:t>Streamlit</a:t>
            </a:r>
            <a:r>
              <a:rPr lang="fr-FR" sz="1200" dirty="0"/>
              <a:t>, mais accessible directement via le chat.</a:t>
            </a:r>
          </a:p>
          <a:p>
            <a:pPr lvl="0">
              <a:lnSpc>
                <a:spcPct val="100000"/>
              </a:lnSpc>
            </a:pPr>
            <a:endParaRPr lang="fr-FR" sz="1800" dirty="0"/>
          </a:p>
        </p:txBody>
      </p:sp>
      <p:grpSp>
        <p:nvGrpSpPr>
          <p:cNvPr id="16" name="Bottom Right">
            <a:extLst>
              <a:ext uri="{FF2B5EF4-FFF2-40B4-BE49-F238E27FC236}">
                <a16:creationId xmlns:a16="http://schemas.microsoft.com/office/drawing/2014/main" id="{22383550-DF08-40C0-8533-30A5635C489C}"/>
              </a:ext>
            </a:extLst>
          </p:cNvPr>
          <p:cNvGrpSpPr/>
          <p:nvPr/>
        </p:nvGrpSpPr>
        <p:grpSpPr>
          <a:xfrm>
            <a:off x="7980398" y="3276596"/>
            <a:ext cx="4211598" cy="3581403"/>
            <a:chOff x="7980398" y="3276596"/>
            <a:chExt cx="4211598" cy="3581403"/>
          </a:xfrm>
        </p:grpSpPr>
        <p:sp>
          <p:nvSpPr>
            <p:cNvPr id="17" name="Freeform: Shape 24">
              <a:extLst>
                <a:ext uri="{FF2B5EF4-FFF2-40B4-BE49-F238E27FC236}">
                  <a16:creationId xmlns:a16="http://schemas.microsoft.com/office/drawing/2014/main" id="{51C68973-78CE-47CA-A6FB-31F20DF54EBA}"/>
                </a:ext>
              </a:extLst>
            </p:cNvPr>
            <p:cNvSpPr/>
            <p:nvPr/>
          </p:nvSpPr>
          <p:spPr>
            <a:xfrm>
              <a:off x="10439256" y="6178637"/>
              <a:ext cx="1482105" cy="679362"/>
            </a:xfrm>
            <a:custGeom>
              <a:avLst/>
              <a:gdLst>
                <a:gd name="f0" fmla="val 10800000"/>
                <a:gd name="f1" fmla="val 5400000"/>
                <a:gd name="f2" fmla="val 180"/>
                <a:gd name="f3" fmla="val w"/>
                <a:gd name="f4" fmla="val h"/>
                <a:gd name="f5" fmla="val 0"/>
                <a:gd name="f6" fmla="val 1482102"/>
                <a:gd name="f7" fmla="val 679363"/>
                <a:gd name="f8" fmla="val 741051"/>
                <a:gd name="f9" fmla="val 1102506"/>
                <a:gd name="f10" fmla="val 1404077"/>
                <a:gd name="f11" fmla="val 256390"/>
                <a:gd name="f12" fmla="val 1473822"/>
                <a:gd name="f13" fmla="val 597226"/>
                <a:gd name="f14" fmla="val 8280"/>
                <a:gd name="f15" fmla="val 78025"/>
                <a:gd name="f16" fmla="val 379596"/>
                <a:gd name="f17" fmla="+- 0 0 -90"/>
                <a:gd name="f18" fmla="*/ f3 1 1482102"/>
                <a:gd name="f19" fmla="*/ f4 1 679363"/>
                <a:gd name="f20" fmla="+- f7 0 f5"/>
                <a:gd name="f21" fmla="+- f6 0 f5"/>
                <a:gd name="f22" fmla="*/ f17 f0 1"/>
                <a:gd name="f23" fmla="*/ f21 1 1482102"/>
                <a:gd name="f24" fmla="*/ f20 1 679363"/>
                <a:gd name="f25" fmla="*/ 741051 f21 1"/>
                <a:gd name="f26" fmla="*/ 0 f20 1"/>
                <a:gd name="f27" fmla="*/ 1473822 f21 1"/>
                <a:gd name="f28" fmla="*/ 597226 f20 1"/>
                <a:gd name="f29" fmla="*/ 1482102 f21 1"/>
                <a:gd name="f30" fmla="*/ 679363 f20 1"/>
                <a:gd name="f31" fmla="*/ 0 f21 1"/>
                <a:gd name="f32" fmla="*/ 8280 f21 1"/>
                <a:gd name="f33" fmla="*/ f22 1 f2"/>
                <a:gd name="f34" fmla="*/ f25 1 1482102"/>
                <a:gd name="f35" fmla="*/ f26 1 679363"/>
                <a:gd name="f36" fmla="*/ f27 1 1482102"/>
                <a:gd name="f37" fmla="*/ f28 1 679363"/>
                <a:gd name="f38" fmla="*/ f29 1 1482102"/>
                <a:gd name="f39" fmla="*/ f30 1 679363"/>
                <a:gd name="f40" fmla="*/ f31 1 1482102"/>
                <a:gd name="f41" fmla="*/ f32 1 1482102"/>
                <a:gd name="f42" fmla="*/ f5 1 f23"/>
                <a:gd name="f43" fmla="*/ f6 1 f23"/>
                <a:gd name="f44" fmla="*/ f5 1 f24"/>
                <a:gd name="f45" fmla="*/ f7 1 f24"/>
                <a:gd name="f46" fmla="+- f33 0 f1"/>
                <a:gd name="f47" fmla="*/ f34 1 f23"/>
                <a:gd name="f48" fmla="*/ f35 1 f24"/>
                <a:gd name="f49" fmla="*/ f36 1 f23"/>
                <a:gd name="f50" fmla="*/ f37 1 f24"/>
                <a:gd name="f51" fmla="*/ f38 1 f23"/>
                <a:gd name="f52" fmla="*/ f39 1 f24"/>
                <a:gd name="f53" fmla="*/ f40 1 f23"/>
                <a:gd name="f54" fmla="*/ f41 1 f23"/>
                <a:gd name="f55" fmla="*/ f42 f18 1"/>
                <a:gd name="f56" fmla="*/ f43 f18 1"/>
                <a:gd name="f57" fmla="*/ f45 f19 1"/>
                <a:gd name="f58" fmla="*/ f44 f19 1"/>
                <a:gd name="f59" fmla="*/ f47 f18 1"/>
                <a:gd name="f60" fmla="*/ f48 f19 1"/>
                <a:gd name="f61" fmla="*/ f49 f18 1"/>
                <a:gd name="f62" fmla="*/ f50 f19 1"/>
                <a:gd name="f63" fmla="*/ f51 f18 1"/>
                <a:gd name="f64" fmla="*/ f52 f19 1"/>
                <a:gd name="f65" fmla="*/ f53 f18 1"/>
                <a:gd name="f66" fmla="*/ f54 f18 1"/>
              </a:gdLst>
              <a:ahLst/>
              <a:cxnLst>
                <a:cxn ang="3cd4">
                  <a:pos x="hc" y="t"/>
                </a:cxn>
                <a:cxn ang="0">
                  <a:pos x="r" y="vc"/>
                </a:cxn>
                <a:cxn ang="cd4">
                  <a:pos x="hc" y="b"/>
                </a:cxn>
                <a:cxn ang="cd2">
                  <a:pos x="l" y="vc"/>
                </a:cxn>
                <a:cxn ang="f46">
                  <a:pos x="f59" y="f60"/>
                </a:cxn>
                <a:cxn ang="f46">
                  <a:pos x="f61" y="f62"/>
                </a:cxn>
                <a:cxn ang="f46">
                  <a:pos x="f63" y="f64"/>
                </a:cxn>
                <a:cxn ang="f46">
                  <a:pos x="f65" y="f64"/>
                </a:cxn>
                <a:cxn ang="f46">
                  <a:pos x="f66" y="f62"/>
                </a:cxn>
                <a:cxn ang="f46">
                  <a:pos x="f59" y="f60"/>
                </a:cxn>
              </a:cxnLst>
              <a:rect l="f55" t="f58" r="f56" b="f57"/>
              <a:pathLst>
                <a:path w="1482102" h="679363">
                  <a:moveTo>
                    <a:pt x="f8" y="f5"/>
                  </a:moveTo>
                  <a:cubicBezTo>
                    <a:pt x="f9" y="f5"/>
                    <a:pt x="f10" y="f11"/>
                    <a:pt x="f12" y="f13"/>
                  </a:cubicBezTo>
                  <a:lnTo>
                    <a:pt x="f6" y="f7"/>
                  </a:lnTo>
                  <a:lnTo>
                    <a:pt x="f5" y="f7"/>
                  </a:lnTo>
                  <a:lnTo>
                    <a:pt x="f14" y="f13"/>
                  </a:lnTo>
                  <a:cubicBezTo>
                    <a:pt x="f15" y="f11"/>
                    <a:pt x="f16" y="f5"/>
                    <a:pt x="f8" y="f5"/>
                  </a:cubicBezTo>
                  <a:close/>
                </a:path>
              </a:pathLst>
            </a:cu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grpSp>
          <p:nvGrpSpPr>
            <p:cNvPr id="18" name="Graphic 157">
              <a:extLst>
                <a:ext uri="{FF2B5EF4-FFF2-40B4-BE49-F238E27FC236}">
                  <a16:creationId xmlns:a16="http://schemas.microsoft.com/office/drawing/2014/main" id="{3984BE9E-5DCF-4239-B4D9-930B8F814F22}"/>
                </a:ext>
              </a:extLst>
            </p:cNvPr>
            <p:cNvGrpSpPr/>
            <p:nvPr/>
          </p:nvGrpSpPr>
          <p:grpSpPr>
            <a:xfrm>
              <a:off x="8662742" y="3276596"/>
              <a:ext cx="3529254" cy="3581403"/>
              <a:chOff x="8662742" y="3276596"/>
              <a:chExt cx="3529254" cy="3581403"/>
            </a:xfrm>
          </p:grpSpPr>
          <p:sp>
            <p:nvSpPr>
              <p:cNvPr id="19" name="Freeform: Shape 27">
                <a:extLst>
                  <a:ext uri="{FF2B5EF4-FFF2-40B4-BE49-F238E27FC236}">
                    <a16:creationId xmlns:a16="http://schemas.microsoft.com/office/drawing/2014/main" id="{2431CAA5-D1BE-4C2F-8385-C3BF149178DF}"/>
                  </a:ext>
                </a:extLst>
              </p:cNvPr>
              <p:cNvSpPr/>
              <p:nvPr/>
            </p:nvSpPr>
            <p:spPr>
              <a:xfrm>
                <a:off x="8662742" y="3276596"/>
                <a:ext cx="3516197" cy="3565391"/>
              </a:xfrm>
              <a:custGeom>
                <a:avLst/>
                <a:gdLst>
                  <a:gd name="f0" fmla="val 10800000"/>
                  <a:gd name="f1" fmla="val 5400000"/>
                  <a:gd name="f2" fmla="val 180"/>
                  <a:gd name="f3" fmla="val w"/>
                  <a:gd name="f4" fmla="val h"/>
                  <a:gd name="f5" fmla="val 0"/>
                  <a:gd name="f6" fmla="val 3946874"/>
                  <a:gd name="f7" fmla="val 3989641"/>
                  <a:gd name="f8" fmla="val 19050"/>
                  <a:gd name="f9" fmla="val 3957257"/>
                  <a:gd name="f10" fmla="val 50959"/>
                  <a:gd name="f11" fmla="val 3916013"/>
                  <a:gd name="f12" fmla="val 79439"/>
                  <a:gd name="f13" fmla="val 3891153"/>
                  <a:gd name="f14" fmla="val 165544"/>
                  <a:gd name="f15" fmla="val 3815906"/>
                  <a:gd name="f16" fmla="val 227933"/>
                  <a:gd name="f17" fmla="val 3717989"/>
                  <a:gd name="f18" fmla="val 297371"/>
                  <a:gd name="f19" fmla="val 3626930"/>
                  <a:gd name="f20" fmla="val 346615"/>
                  <a:gd name="f21" fmla="val 3562255"/>
                  <a:gd name="f22" fmla="val 398050"/>
                  <a:gd name="f23" fmla="val 3499009"/>
                  <a:gd name="f24" fmla="val 454343"/>
                  <a:gd name="f25" fmla="val 3440335"/>
                  <a:gd name="f26" fmla="val 506349"/>
                  <a:gd name="f27" fmla="val 3386042"/>
                  <a:gd name="f28" fmla="val 562642"/>
                  <a:gd name="f29" fmla="val 3336227"/>
                  <a:gd name="f30" fmla="val 622363"/>
                  <a:gd name="f31" fmla="val 3290697"/>
                  <a:gd name="f32" fmla="val 719519"/>
                  <a:gd name="f33" fmla="val 3216688"/>
                  <a:gd name="f34" fmla="val 824960"/>
                  <a:gd name="f35" fmla="val 3154585"/>
                  <a:gd name="f36" fmla="val 927068"/>
                  <a:gd name="f37" fmla="val 3087434"/>
                  <a:gd name="f38" fmla="val 1011365"/>
                  <a:gd name="f39" fmla="val 3031998"/>
                  <a:gd name="f40" fmla="val 1093565"/>
                  <a:gd name="f41" fmla="val 2973324"/>
                  <a:gd name="f42" fmla="val 1176338"/>
                  <a:gd name="f43" fmla="val 2915603"/>
                  <a:gd name="f44" fmla="val 1246537"/>
                  <a:gd name="f45" fmla="val 2866644"/>
                  <a:gd name="f46" fmla="val 1317308"/>
                  <a:gd name="f47" fmla="val 2818066"/>
                  <a:gd name="f48" fmla="val 1394270"/>
                  <a:gd name="f49" fmla="val 2780729"/>
                  <a:gd name="f50" fmla="val 1459421"/>
                  <a:gd name="f51" fmla="val 2749106"/>
                  <a:gd name="f52" fmla="val 1528763"/>
                  <a:gd name="f53" fmla="val 2724436"/>
                  <a:gd name="f54" fmla="val 1601057"/>
                  <a:gd name="f55" fmla="val 2723483"/>
                  <a:gd name="f56" fmla="val 1653350"/>
                  <a:gd name="f57" fmla="val 2722721"/>
                  <a:gd name="f58" fmla="val 1704785"/>
                  <a:gd name="f59" fmla="val 2733485"/>
                  <a:gd name="f60" fmla="val 1756220"/>
                  <a:gd name="f61" fmla="val 2743772"/>
                  <a:gd name="f62" fmla="val 1800320"/>
                  <a:gd name="f63" fmla="val 2752630"/>
                  <a:gd name="f64" fmla="val 1844612"/>
                  <a:gd name="f65" fmla="val 2760250"/>
                  <a:gd name="f66" fmla="val 1889189"/>
                  <a:gd name="f67" fmla="val 2765965"/>
                  <a:gd name="f68" fmla="val 1928622"/>
                  <a:gd name="f69" fmla="val 2771013"/>
                  <a:gd name="f70" fmla="val 1968437"/>
                  <a:gd name="f71" fmla="val 2773299"/>
                  <a:gd name="f72" fmla="val 2007394"/>
                  <a:gd name="f73" fmla="val 2073878"/>
                  <a:gd name="f74" fmla="val 2753487"/>
                  <a:gd name="f75" fmla="val 2130647"/>
                  <a:gd name="f76" fmla="val 2712911"/>
                  <a:gd name="f77" fmla="val 2184654"/>
                  <a:gd name="f78" fmla="val 2671763"/>
                  <a:gd name="f79" fmla="val 2245900"/>
                  <a:gd name="f80" fmla="val 2625090"/>
                  <a:gd name="f81" fmla="val 2304002"/>
                  <a:gd name="f82" fmla="val 2573465"/>
                  <a:gd name="f83" fmla="val 2372773"/>
                  <a:gd name="f84" fmla="val 2538984"/>
                  <a:gd name="f85" fmla="val 2394395"/>
                  <a:gd name="f86" fmla="val 2528126"/>
                  <a:gd name="f87" fmla="val 2416874"/>
                  <a:gd name="f88" fmla="val 2518982"/>
                  <a:gd name="f89" fmla="val 2439543"/>
                  <a:gd name="f90" fmla="val 2510504"/>
                  <a:gd name="f91" fmla="val 2509552"/>
                  <a:gd name="f92" fmla="val 2484215"/>
                  <a:gd name="f93" fmla="val 2580037"/>
                  <a:gd name="f94" fmla="val 2459450"/>
                  <a:gd name="f95" fmla="val 2650617"/>
                  <a:gd name="f96" fmla="val 2434781"/>
                  <a:gd name="f97" fmla="val 2695956"/>
                  <a:gd name="f98" fmla="val 2418874"/>
                  <a:gd name="f99" fmla="val 2741295"/>
                  <a:gd name="f100" fmla="val 2402872"/>
                  <a:gd name="f101" fmla="val 2785110"/>
                  <a:gd name="f102" fmla="val 2383060"/>
                  <a:gd name="f103" fmla="val 2824448"/>
                  <a:gd name="f104" fmla="val 2365248"/>
                  <a:gd name="f105" fmla="val 2862358"/>
                  <a:gd name="f106" fmla="val 2344198"/>
                  <a:gd name="f107" fmla="val 2897315"/>
                  <a:gd name="f108" fmla="val 2318861"/>
                  <a:gd name="f109" fmla="val 2934367"/>
                  <a:gd name="f110" fmla="val 2292096"/>
                  <a:gd name="f111" fmla="val 2968085"/>
                  <a:gd name="f112" fmla="val 2260854"/>
                  <a:gd name="f113" fmla="val 2997994"/>
                  <a:gd name="f114" fmla="val 2226183"/>
                  <a:gd name="f115" fmla="val 3020949"/>
                  <a:gd name="f116" fmla="val 2199513"/>
                  <a:gd name="f117" fmla="val 3041714"/>
                  <a:gd name="f118" fmla="val 2170938"/>
                  <a:gd name="f119" fmla="val 3061240"/>
                  <a:gd name="f120" fmla="val 2141506"/>
                  <a:gd name="f121" fmla="val 3091529"/>
                  <a:gd name="f122" fmla="val 2095976"/>
                  <a:gd name="f123" fmla="val 3119533"/>
                  <a:gd name="f124" fmla="val 2049018"/>
                  <a:gd name="f125" fmla="val 3152108"/>
                  <a:gd name="f126" fmla="val 2005203"/>
                  <a:gd name="f127" fmla="val 3188113"/>
                  <a:gd name="f128" fmla="val 1956626"/>
                  <a:gd name="f129" fmla="val 3229261"/>
                  <a:gd name="f130" fmla="val 1912144"/>
                  <a:gd name="f131" fmla="val 3274124"/>
                  <a:gd name="f132" fmla="val 1871567"/>
                  <a:gd name="f133" fmla="val 3311747"/>
                  <a:gd name="f134" fmla="val 1837563"/>
                  <a:gd name="f135" fmla="val 3351848"/>
                  <a:gd name="f136" fmla="val 1806321"/>
                  <a:gd name="f137" fmla="val 3388138"/>
                  <a:gd name="f138" fmla="val 1770888"/>
                  <a:gd name="f139" fmla="val 3416999"/>
                  <a:gd name="f140" fmla="val 1742694"/>
                  <a:gd name="f141" fmla="val 3443002"/>
                  <a:gd name="f142" fmla="val 1711833"/>
                  <a:gd name="f143" fmla="val 3466529"/>
                  <a:gd name="f144" fmla="val 1679162"/>
                  <a:gd name="f145" fmla="val 3495008"/>
                  <a:gd name="f146" fmla="val 1639348"/>
                  <a:gd name="f147" fmla="val 3519392"/>
                  <a:gd name="f148" fmla="val 1596771"/>
                  <a:gd name="f149" fmla="val 3538633"/>
                  <a:gd name="f150" fmla="val 1551718"/>
                  <a:gd name="f151" fmla="val 3562731"/>
                  <a:gd name="f152" fmla="val 1495616"/>
                  <a:gd name="f153" fmla="val 3578924"/>
                  <a:gd name="f154" fmla="val 1436465"/>
                  <a:gd name="f155" fmla="val 3588544"/>
                  <a:gd name="f156" fmla="val 1376172"/>
                  <a:gd name="f157" fmla="val 3592925"/>
                  <a:gd name="f158" fmla="val 1348740"/>
                  <a:gd name="f159" fmla="val 3595688"/>
                  <a:gd name="f160" fmla="val 1321022"/>
                  <a:gd name="f161" fmla="val 3597402"/>
                  <a:gd name="f162" fmla="val 1293305"/>
                  <a:gd name="f163" fmla="val 3605974"/>
                  <a:gd name="f164" fmla="val 1155859"/>
                  <a:gd name="f165" fmla="val 3717703"/>
                  <a:gd name="f166" fmla="val 1018127"/>
                  <a:gd name="f167" fmla="val 3721227"/>
                  <a:gd name="f168" fmla="val 880491"/>
                  <a:gd name="f169" fmla="val 3724751"/>
                  <a:gd name="f170" fmla="val 740855"/>
                  <a:gd name="f171" fmla="val 3743135"/>
                  <a:gd name="f172" fmla="val 602171"/>
                  <a:gd name="f173" fmla="val 3761137"/>
                  <a:gd name="f174" fmla="val 463677"/>
                  <a:gd name="f175" fmla="val 3776186"/>
                  <a:gd name="f176" fmla="val 347758"/>
                  <a:gd name="f177" fmla="val 3934968"/>
                  <a:gd name="f178" fmla="val 116205"/>
                  <a:gd name="f179" fmla="+- 0 0 -90"/>
                  <a:gd name="f180" fmla="*/ f3 1 3946874"/>
                  <a:gd name="f181" fmla="*/ f4 1 3989641"/>
                  <a:gd name="f182" fmla="+- f7 0 f5"/>
                  <a:gd name="f183" fmla="+- f6 0 f5"/>
                  <a:gd name="f184" fmla="*/ f179 f0 1"/>
                  <a:gd name="f185" fmla="*/ f183 1 3946874"/>
                  <a:gd name="f186" fmla="*/ f182 1 3989641"/>
                  <a:gd name="f187" fmla="*/ 0 f183 1"/>
                  <a:gd name="f188" fmla="*/ 3989641 f182 1"/>
                  <a:gd name="f189" fmla="*/ 79439 f183 1"/>
                  <a:gd name="f190" fmla="*/ 3891153 f182 1"/>
                  <a:gd name="f191" fmla="*/ 297371 f183 1"/>
                  <a:gd name="f192" fmla="*/ 3626930 f182 1"/>
                  <a:gd name="f193" fmla="*/ 454343 f183 1"/>
                  <a:gd name="f194" fmla="*/ 3440335 f182 1"/>
                  <a:gd name="f195" fmla="*/ 622363 f183 1"/>
                  <a:gd name="f196" fmla="*/ 3290697 f182 1"/>
                  <a:gd name="f197" fmla="*/ 927068 f183 1"/>
                  <a:gd name="f198" fmla="*/ 3087434 f182 1"/>
                  <a:gd name="f199" fmla="*/ 1176338 f183 1"/>
                  <a:gd name="f200" fmla="*/ 2915603 f182 1"/>
                  <a:gd name="f201" fmla="*/ 1394270 f183 1"/>
                  <a:gd name="f202" fmla="*/ 2780729 f182 1"/>
                  <a:gd name="f203" fmla="*/ 1601057 f183 1"/>
                  <a:gd name="f204" fmla="*/ 2723483 f182 1"/>
                  <a:gd name="f205" fmla="*/ 1756220 f183 1"/>
                  <a:gd name="f206" fmla="*/ 2743772 f182 1"/>
                  <a:gd name="f207" fmla="*/ 1889189 f183 1"/>
                  <a:gd name="f208" fmla="*/ 2765965 f182 1"/>
                  <a:gd name="f209" fmla="*/ 2007394 f183 1"/>
                  <a:gd name="f210" fmla="*/ 2184654 f183 1"/>
                  <a:gd name="f211" fmla="*/ 2671763 f182 1"/>
                  <a:gd name="f212" fmla="*/ 2372773 f183 1"/>
                  <a:gd name="f213" fmla="*/ 2538984 f182 1"/>
                  <a:gd name="f214" fmla="*/ 2439543 f183 1"/>
                  <a:gd name="f215" fmla="*/ 2510504 f182 1"/>
                  <a:gd name="f216" fmla="*/ 2650617 f183 1"/>
                  <a:gd name="f217" fmla="*/ 2434781 f182 1"/>
                  <a:gd name="f218" fmla="*/ 2785110 f183 1"/>
                  <a:gd name="f219" fmla="*/ 2383060 f182 1"/>
                  <a:gd name="f220" fmla="*/ 2897315 f183 1"/>
                  <a:gd name="f221" fmla="*/ 2318861 f182 1"/>
                  <a:gd name="f222" fmla="*/ 2997994 f183 1"/>
                  <a:gd name="f223" fmla="*/ 2226183 f182 1"/>
                  <a:gd name="f224" fmla="*/ 3061240 f183 1"/>
                  <a:gd name="f225" fmla="*/ 2141506 f182 1"/>
                  <a:gd name="f226" fmla="*/ 3152108 f183 1"/>
                  <a:gd name="f227" fmla="*/ 2005203 f182 1"/>
                  <a:gd name="f228" fmla="*/ 3274124 f183 1"/>
                  <a:gd name="f229" fmla="*/ 1871567 f182 1"/>
                  <a:gd name="f230" fmla="*/ 3388138 f183 1"/>
                  <a:gd name="f231" fmla="*/ 1770888 f182 1"/>
                  <a:gd name="f232" fmla="*/ 3466529 f183 1"/>
                  <a:gd name="f233" fmla="*/ 1679162 f182 1"/>
                  <a:gd name="f234" fmla="*/ 3538633 f183 1"/>
                  <a:gd name="f235" fmla="*/ 1551718 f182 1"/>
                  <a:gd name="f236" fmla="*/ 3588544 f183 1"/>
                  <a:gd name="f237" fmla="*/ 1376172 f182 1"/>
                  <a:gd name="f238" fmla="*/ 3597402 f183 1"/>
                  <a:gd name="f239" fmla="*/ 1293305 f182 1"/>
                  <a:gd name="f240" fmla="*/ 3721227 f183 1"/>
                  <a:gd name="f241" fmla="*/ 880491 f182 1"/>
                  <a:gd name="f242" fmla="*/ 3761137 f183 1"/>
                  <a:gd name="f243" fmla="*/ 463677 f182 1"/>
                  <a:gd name="f244" fmla="*/ 3946874 f183 1"/>
                  <a:gd name="f245" fmla="*/ 0 f182 1"/>
                  <a:gd name="f246" fmla="*/ f184 1 f2"/>
                  <a:gd name="f247" fmla="*/ f187 1 3946874"/>
                  <a:gd name="f248" fmla="*/ f188 1 3989641"/>
                  <a:gd name="f249" fmla="*/ f189 1 3946874"/>
                  <a:gd name="f250" fmla="*/ f190 1 3989641"/>
                  <a:gd name="f251" fmla="*/ f191 1 3946874"/>
                  <a:gd name="f252" fmla="*/ f192 1 3989641"/>
                  <a:gd name="f253" fmla="*/ f193 1 3946874"/>
                  <a:gd name="f254" fmla="*/ f194 1 3989641"/>
                  <a:gd name="f255" fmla="*/ f195 1 3946874"/>
                  <a:gd name="f256" fmla="*/ f196 1 3989641"/>
                  <a:gd name="f257" fmla="*/ f197 1 3946874"/>
                  <a:gd name="f258" fmla="*/ f198 1 3989641"/>
                  <a:gd name="f259" fmla="*/ f199 1 3946874"/>
                  <a:gd name="f260" fmla="*/ f200 1 3989641"/>
                  <a:gd name="f261" fmla="*/ f201 1 3946874"/>
                  <a:gd name="f262" fmla="*/ f202 1 3989641"/>
                  <a:gd name="f263" fmla="*/ f203 1 3946874"/>
                  <a:gd name="f264" fmla="*/ f204 1 3989641"/>
                  <a:gd name="f265" fmla="*/ f205 1 3946874"/>
                  <a:gd name="f266" fmla="*/ f206 1 3989641"/>
                  <a:gd name="f267" fmla="*/ f207 1 3946874"/>
                  <a:gd name="f268" fmla="*/ f208 1 3989641"/>
                  <a:gd name="f269" fmla="*/ f209 1 3946874"/>
                  <a:gd name="f270" fmla="*/ f210 1 3946874"/>
                  <a:gd name="f271" fmla="*/ f211 1 3989641"/>
                  <a:gd name="f272" fmla="*/ f212 1 3946874"/>
                  <a:gd name="f273" fmla="*/ f213 1 3989641"/>
                  <a:gd name="f274" fmla="*/ f214 1 3946874"/>
                  <a:gd name="f275" fmla="*/ f215 1 3989641"/>
                  <a:gd name="f276" fmla="*/ f216 1 3946874"/>
                  <a:gd name="f277" fmla="*/ f217 1 3989641"/>
                  <a:gd name="f278" fmla="*/ f218 1 3946874"/>
                  <a:gd name="f279" fmla="*/ f219 1 3989641"/>
                  <a:gd name="f280" fmla="*/ f220 1 3946874"/>
                  <a:gd name="f281" fmla="*/ f221 1 3989641"/>
                  <a:gd name="f282" fmla="*/ f222 1 3946874"/>
                  <a:gd name="f283" fmla="*/ f223 1 3989641"/>
                  <a:gd name="f284" fmla="*/ f224 1 3946874"/>
                  <a:gd name="f285" fmla="*/ f225 1 3989641"/>
                  <a:gd name="f286" fmla="*/ f226 1 3946874"/>
                  <a:gd name="f287" fmla="*/ f227 1 3989641"/>
                  <a:gd name="f288" fmla="*/ f228 1 3946874"/>
                  <a:gd name="f289" fmla="*/ f229 1 3989641"/>
                  <a:gd name="f290" fmla="*/ f230 1 3946874"/>
                  <a:gd name="f291" fmla="*/ f231 1 3989641"/>
                  <a:gd name="f292" fmla="*/ f232 1 3946874"/>
                  <a:gd name="f293" fmla="*/ f233 1 3989641"/>
                  <a:gd name="f294" fmla="*/ f234 1 3946874"/>
                  <a:gd name="f295" fmla="*/ f235 1 3989641"/>
                  <a:gd name="f296" fmla="*/ f236 1 3946874"/>
                  <a:gd name="f297" fmla="*/ f237 1 3989641"/>
                  <a:gd name="f298" fmla="*/ f238 1 3946874"/>
                  <a:gd name="f299" fmla="*/ f239 1 3989641"/>
                  <a:gd name="f300" fmla="*/ f240 1 3946874"/>
                  <a:gd name="f301" fmla="*/ f241 1 3989641"/>
                  <a:gd name="f302" fmla="*/ f242 1 3946874"/>
                  <a:gd name="f303" fmla="*/ f243 1 3989641"/>
                  <a:gd name="f304" fmla="*/ f244 1 3946874"/>
                  <a:gd name="f305" fmla="*/ f245 1 3989641"/>
                  <a:gd name="f306" fmla="*/ f5 1 f185"/>
                  <a:gd name="f307" fmla="*/ f6 1 f185"/>
                  <a:gd name="f308" fmla="*/ f5 1 f186"/>
                  <a:gd name="f309" fmla="*/ f7 1 f186"/>
                  <a:gd name="f310" fmla="+- f246 0 f1"/>
                  <a:gd name="f311" fmla="*/ f247 1 f185"/>
                  <a:gd name="f312" fmla="*/ f248 1 f186"/>
                  <a:gd name="f313" fmla="*/ f249 1 f185"/>
                  <a:gd name="f314" fmla="*/ f250 1 f186"/>
                  <a:gd name="f315" fmla="*/ f251 1 f185"/>
                  <a:gd name="f316" fmla="*/ f252 1 f186"/>
                  <a:gd name="f317" fmla="*/ f253 1 f185"/>
                  <a:gd name="f318" fmla="*/ f254 1 f186"/>
                  <a:gd name="f319" fmla="*/ f255 1 f185"/>
                  <a:gd name="f320" fmla="*/ f256 1 f186"/>
                  <a:gd name="f321" fmla="*/ f257 1 f185"/>
                  <a:gd name="f322" fmla="*/ f258 1 f186"/>
                  <a:gd name="f323" fmla="*/ f259 1 f185"/>
                  <a:gd name="f324" fmla="*/ f260 1 f186"/>
                  <a:gd name="f325" fmla="*/ f261 1 f185"/>
                  <a:gd name="f326" fmla="*/ f262 1 f186"/>
                  <a:gd name="f327" fmla="*/ f263 1 f185"/>
                  <a:gd name="f328" fmla="*/ f264 1 f186"/>
                  <a:gd name="f329" fmla="*/ f265 1 f185"/>
                  <a:gd name="f330" fmla="*/ f266 1 f186"/>
                  <a:gd name="f331" fmla="*/ f267 1 f185"/>
                  <a:gd name="f332" fmla="*/ f268 1 f186"/>
                  <a:gd name="f333" fmla="*/ f269 1 f185"/>
                  <a:gd name="f334" fmla="*/ f270 1 f185"/>
                  <a:gd name="f335" fmla="*/ f271 1 f186"/>
                  <a:gd name="f336" fmla="*/ f272 1 f185"/>
                  <a:gd name="f337" fmla="*/ f273 1 f186"/>
                  <a:gd name="f338" fmla="*/ f274 1 f185"/>
                  <a:gd name="f339" fmla="*/ f275 1 f186"/>
                  <a:gd name="f340" fmla="*/ f276 1 f185"/>
                  <a:gd name="f341" fmla="*/ f277 1 f186"/>
                  <a:gd name="f342" fmla="*/ f278 1 f185"/>
                  <a:gd name="f343" fmla="*/ f279 1 f186"/>
                  <a:gd name="f344" fmla="*/ f280 1 f185"/>
                  <a:gd name="f345" fmla="*/ f281 1 f186"/>
                  <a:gd name="f346" fmla="*/ f282 1 f185"/>
                  <a:gd name="f347" fmla="*/ f283 1 f186"/>
                  <a:gd name="f348" fmla="*/ f284 1 f185"/>
                  <a:gd name="f349" fmla="*/ f285 1 f186"/>
                  <a:gd name="f350" fmla="*/ f286 1 f185"/>
                  <a:gd name="f351" fmla="*/ f287 1 f186"/>
                  <a:gd name="f352" fmla="*/ f288 1 f185"/>
                  <a:gd name="f353" fmla="*/ f289 1 f186"/>
                  <a:gd name="f354" fmla="*/ f290 1 f185"/>
                  <a:gd name="f355" fmla="*/ f291 1 f186"/>
                  <a:gd name="f356" fmla="*/ f292 1 f185"/>
                  <a:gd name="f357" fmla="*/ f293 1 f186"/>
                  <a:gd name="f358" fmla="*/ f294 1 f185"/>
                  <a:gd name="f359" fmla="*/ f295 1 f186"/>
                  <a:gd name="f360" fmla="*/ f296 1 f185"/>
                  <a:gd name="f361" fmla="*/ f297 1 f186"/>
                  <a:gd name="f362" fmla="*/ f298 1 f185"/>
                  <a:gd name="f363" fmla="*/ f299 1 f186"/>
                  <a:gd name="f364" fmla="*/ f300 1 f185"/>
                  <a:gd name="f365" fmla="*/ f301 1 f186"/>
                  <a:gd name="f366" fmla="*/ f302 1 f185"/>
                  <a:gd name="f367" fmla="*/ f303 1 f186"/>
                  <a:gd name="f368" fmla="*/ f304 1 f185"/>
                  <a:gd name="f369" fmla="*/ f305 1 f186"/>
                  <a:gd name="f370" fmla="*/ f306 f180 1"/>
                  <a:gd name="f371" fmla="*/ f307 f180 1"/>
                  <a:gd name="f372" fmla="*/ f309 f181 1"/>
                  <a:gd name="f373" fmla="*/ f308 f181 1"/>
                  <a:gd name="f374" fmla="*/ f311 f180 1"/>
                  <a:gd name="f375" fmla="*/ f312 f181 1"/>
                  <a:gd name="f376" fmla="*/ f313 f180 1"/>
                  <a:gd name="f377" fmla="*/ f314 f181 1"/>
                  <a:gd name="f378" fmla="*/ f315 f180 1"/>
                  <a:gd name="f379" fmla="*/ f316 f181 1"/>
                  <a:gd name="f380" fmla="*/ f317 f180 1"/>
                  <a:gd name="f381" fmla="*/ f318 f181 1"/>
                  <a:gd name="f382" fmla="*/ f319 f180 1"/>
                  <a:gd name="f383" fmla="*/ f320 f181 1"/>
                  <a:gd name="f384" fmla="*/ f321 f180 1"/>
                  <a:gd name="f385" fmla="*/ f322 f181 1"/>
                  <a:gd name="f386" fmla="*/ f323 f180 1"/>
                  <a:gd name="f387" fmla="*/ f324 f181 1"/>
                  <a:gd name="f388" fmla="*/ f325 f180 1"/>
                  <a:gd name="f389" fmla="*/ f326 f181 1"/>
                  <a:gd name="f390" fmla="*/ f327 f180 1"/>
                  <a:gd name="f391" fmla="*/ f328 f181 1"/>
                  <a:gd name="f392" fmla="*/ f329 f180 1"/>
                  <a:gd name="f393" fmla="*/ f330 f181 1"/>
                  <a:gd name="f394" fmla="*/ f331 f180 1"/>
                  <a:gd name="f395" fmla="*/ f332 f181 1"/>
                  <a:gd name="f396" fmla="*/ f333 f180 1"/>
                  <a:gd name="f397" fmla="*/ f334 f180 1"/>
                  <a:gd name="f398" fmla="*/ f335 f181 1"/>
                  <a:gd name="f399" fmla="*/ f336 f180 1"/>
                  <a:gd name="f400" fmla="*/ f337 f181 1"/>
                  <a:gd name="f401" fmla="*/ f338 f180 1"/>
                  <a:gd name="f402" fmla="*/ f339 f181 1"/>
                  <a:gd name="f403" fmla="*/ f340 f180 1"/>
                  <a:gd name="f404" fmla="*/ f341 f181 1"/>
                  <a:gd name="f405" fmla="*/ f342 f180 1"/>
                  <a:gd name="f406" fmla="*/ f343 f181 1"/>
                  <a:gd name="f407" fmla="*/ f344 f180 1"/>
                  <a:gd name="f408" fmla="*/ f345 f181 1"/>
                  <a:gd name="f409" fmla="*/ f346 f180 1"/>
                  <a:gd name="f410" fmla="*/ f347 f181 1"/>
                  <a:gd name="f411" fmla="*/ f348 f180 1"/>
                  <a:gd name="f412" fmla="*/ f349 f181 1"/>
                  <a:gd name="f413" fmla="*/ f350 f180 1"/>
                  <a:gd name="f414" fmla="*/ f351 f181 1"/>
                  <a:gd name="f415" fmla="*/ f352 f180 1"/>
                  <a:gd name="f416" fmla="*/ f353 f181 1"/>
                  <a:gd name="f417" fmla="*/ f354 f180 1"/>
                  <a:gd name="f418" fmla="*/ f355 f181 1"/>
                  <a:gd name="f419" fmla="*/ f356 f180 1"/>
                  <a:gd name="f420" fmla="*/ f357 f181 1"/>
                  <a:gd name="f421" fmla="*/ f358 f180 1"/>
                  <a:gd name="f422" fmla="*/ f359 f181 1"/>
                  <a:gd name="f423" fmla="*/ f360 f180 1"/>
                  <a:gd name="f424" fmla="*/ f361 f181 1"/>
                  <a:gd name="f425" fmla="*/ f362 f180 1"/>
                  <a:gd name="f426" fmla="*/ f363 f181 1"/>
                  <a:gd name="f427" fmla="*/ f364 f180 1"/>
                  <a:gd name="f428" fmla="*/ f365 f181 1"/>
                  <a:gd name="f429" fmla="*/ f366 f180 1"/>
                  <a:gd name="f430" fmla="*/ f367 f181 1"/>
                  <a:gd name="f431" fmla="*/ f368 f180 1"/>
                  <a:gd name="f432" fmla="*/ f369 f181 1"/>
                </a:gdLst>
                <a:ahLst/>
                <a:cxnLst>
                  <a:cxn ang="3cd4">
                    <a:pos x="hc" y="t"/>
                  </a:cxn>
                  <a:cxn ang="0">
                    <a:pos x="r" y="vc"/>
                  </a:cxn>
                  <a:cxn ang="cd4">
                    <a:pos x="hc" y="b"/>
                  </a:cxn>
                  <a:cxn ang="cd2">
                    <a:pos x="l" y="vc"/>
                  </a:cxn>
                  <a:cxn ang="f310">
                    <a:pos x="f374" y="f375"/>
                  </a:cxn>
                  <a:cxn ang="f310">
                    <a:pos x="f376" y="f377"/>
                  </a:cxn>
                  <a:cxn ang="f310">
                    <a:pos x="f378" y="f379"/>
                  </a:cxn>
                  <a:cxn ang="f310">
                    <a:pos x="f380" y="f381"/>
                  </a:cxn>
                  <a:cxn ang="f310">
                    <a:pos x="f382" y="f383"/>
                  </a:cxn>
                  <a:cxn ang="f310">
                    <a:pos x="f384" y="f385"/>
                  </a:cxn>
                  <a:cxn ang="f310">
                    <a:pos x="f386" y="f387"/>
                  </a:cxn>
                  <a:cxn ang="f310">
                    <a:pos x="f388" y="f389"/>
                  </a:cxn>
                  <a:cxn ang="f310">
                    <a:pos x="f390" y="f391"/>
                  </a:cxn>
                  <a:cxn ang="f310">
                    <a:pos x="f392" y="f393"/>
                  </a:cxn>
                  <a:cxn ang="f310">
                    <a:pos x="f394" y="f395"/>
                  </a:cxn>
                  <a:cxn ang="f310">
                    <a:pos x="f396" y="f395"/>
                  </a:cxn>
                  <a:cxn ang="f310">
                    <a:pos x="f397" y="f398"/>
                  </a:cxn>
                  <a:cxn ang="f310">
                    <a:pos x="f399" y="f400"/>
                  </a:cxn>
                  <a:cxn ang="f310">
                    <a:pos x="f401" y="f402"/>
                  </a:cxn>
                  <a:cxn ang="f310">
                    <a:pos x="f403" y="f404"/>
                  </a:cxn>
                  <a:cxn ang="f310">
                    <a:pos x="f405" y="f406"/>
                  </a:cxn>
                  <a:cxn ang="f310">
                    <a:pos x="f407" y="f408"/>
                  </a:cxn>
                  <a:cxn ang="f310">
                    <a:pos x="f409" y="f410"/>
                  </a:cxn>
                  <a:cxn ang="f310">
                    <a:pos x="f411" y="f412"/>
                  </a:cxn>
                  <a:cxn ang="f310">
                    <a:pos x="f413" y="f414"/>
                  </a:cxn>
                  <a:cxn ang="f310">
                    <a:pos x="f415" y="f416"/>
                  </a:cxn>
                  <a:cxn ang="f310">
                    <a:pos x="f417" y="f418"/>
                  </a:cxn>
                  <a:cxn ang="f310">
                    <a:pos x="f419" y="f420"/>
                  </a:cxn>
                  <a:cxn ang="f310">
                    <a:pos x="f421" y="f422"/>
                  </a:cxn>
                  <a:cxn ang="f310">
                    <a:pos x="f423" y="f424"/>
                  </a:cxn>
                  <a:cxn ang="f310">
                    <a:pos x="f425" y="f426"/>
                  </a:cxn>
                  <a:cxn ang="f310">
                    <a:pos x="f427" y="f428"/>
                  </a:cxn>
                  <a:cxn ang="f310">
                    <a:pos x="f429" y="f430"/>
                  </a:cxn>
                  <a:cxn ang="f310">
                    <a:pos x="f431" y="f432"/>
                  </a:cxn>
                </a:cxnLst>
                <a:rect l="f370" t="f373" r="f371" b="f372"/>
                <a:pathLst>
                  <a:path w="3946874" h="3989641">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67"/>
                    </a:cubicBezTo>
                    <a:cubicBezTo>
                      <a:pt x="f73" y="f74"/>
                      <a:pt x="f75" y="f76"/>
                      <a:pt x="f77" y="f78"/>
                    </a:cubicBezTo>
                    <a:cubicBezTo>
                      <a:pt x="f79" y="f80"/>
                      <a:pt x="f81" y="f82"/>
                      <a:pt x="f83" y="f84"/>
                    </a:cubicBezTo>
                    <a:cubicBezTo>
                      <a:pt x="f85" y="f86"/>
                      <a:pt x="f87" y="f88"/>
                      <a:pt x="f89" y="f90"/>
                    </a:cubicBezTo>
                    <a:cubicBezTo>
                      <a:pt x="f91" y="f92"/>
                      <a:pt x="f93" y="f94"/>
                      <a:pt x="f95" y="f96"/>
                    </a:cubicBezTo>
                    <a:cubicBezTo>
                      <a:pt x="f97" y="f98"/>
                      <a:pt x="f99" y="f100"/>
                      <a:pt x="f101" y="f102"/>
                    </a:cubicBezTo>
                    <a:cubicBezTo>
                      <a:pt x="f103" y="f104"/>
                      <a:pt x="f105" y="f106"/>
                      <a:pt x="f107" y="f108"/>
                    </a:cubicBezTo>
                    <a:cubicBezTo>
                      <a:pt x="f109" y="f110"/>
                      <a:pt x="f111" y="f112"/>
                      <a:pt x="f113" y="f114"/>
                    </a:cubicBezTo>
                    <a:cubicBezTo>
                      <a:pt x="f115" y="f116"/>
                      <a:pt x="f117" y="f118"/>
                      <a:pt x="f119" y="f120"/>
                    </a:cubicBezTo>
                    <a:cubicBezTo>
                      <a:pt x="f121" y="f122"/>
                      <a:pt x="f123" y="f124"/>
                      <a:pt x="f125" y="f126"/>
                    </a:cubicBezTo>
                    <a:cubicBezTo>
                      <a:pt x="f127" y="f128"/>
                      <a:pt x="f129" y="f130"/>
                      <a:pt x="f131" y="f132"/>
                    </a:cubicBezTo>
                    <a:cubicBezTo>
                      <a:pt x="f133" y="f134"/>
                      <a:pt x="f135" y="f136"/>
                      <a:pt x="f137" y="f138"/>
                    </a:cubicBezTo>
                    <a:cubicBezTo>
                      <a:pt x="f139" y="f140"/>
                      <a:pt x="f141" y="f142"/>
                      <a:pt x="f143" y="f144"/>
                    </a:cubicBezTo>
                    <a:cubicBezTo>
                      <a:pt x="f145" y="f146"/>
                      <a:pt x="f147" y="f148"/>
                      <a:pt x="f149" y="f150"/>
                    </a:cubicBezTo>
                    <a:cubicBezTo>
                      <a:pt x="f151" y="f152"/>
                      <a:pt x="f153" y="f154"/>
                      <a:pt x="f155" y="f156"/>
                    </a:cubicBezTo>
                    <a:cubicBezTo>
                      <a:pt x="f157" y="f158"/>
                      <a:pt x="f159" y="f160"/>
                      <a:pt x="f161" y="f162"/>
                    </a:cubicBezTo>
                    <a:cubicBezTo>
                      <a:pt x="f163" y="f164"/>
                      <a:pt x="f165" y="f166"/>
                      <a:pt x="f167" y="f168"/>
                    </a:cubicBezTo>
                    <a:cubicBezTo>
                      <a:pt x="f169" y="f170"/>
                      <a:pt x="f171" y="f172"/>
                      <a:pt x="f173" y="f174"/>
                    </a:cubicBezTo>
                    <a:cubicBezTo>
                      <a:pt x="f175" y="f176"/>
                      <a:pt x="f177" y="f178"/>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0" name="Freeform: Shape 28">
                <a:extLst>
                  <a:ext uri="{FF2B5EF4-FFF2-40B4-BE49-F238E27FC236}">
                    <a16:creationId xmlns:a16="http://schemas.microsoft.com/office/drawing/2014/main" id="{FD48E89F-21AE-475D-830B-70C4D29F096D}"/>
                  </a:ext>
                </a:extLst>
              </p:cNvPr>
              <p:cNvSpPr/>
              <p:nvPr/>
            </p:nvSpPr>
            <p:spPr>
              <a:xfrm>
                <a:off x="8913232" y="4186123"/>
                <a:ext cx="3265441" cy="2668127"/>
              </a:xfrm>
              <a:custGeom>
                <a:avLst/>
                <a:gdLst>
                  <a:gd name="f0" fmla="val 10800000"/>
                  <a:gd name="f1" fmla="val 5400000"/>
                  <a:gd name="f2" fmla="val 180"/>
                  <a:gd name="f3" fmla="val w"/>
                  <a:gd name="f4" fmla="val h"/>
                  <a:gd name="f5" fmla="val 0"/>
                  <a:gd name="f6" fmla="val 3665410"/>
                  <a:gd name="f7" fmla="val 2985611"/>
                  <a:gd name="f8" fmla="val 86773"/>
                  <a:gd name="f9" fmla="val 2802827"/>
                  <a:gd name="f10" fmla="val 166211"/>
                  <a:gd name="f11" fmla="val 2699766"/>
                  <a:gd name="f12" fmla="val 240983"/>
                  <a:gd name="f13" fmla="val 2602706"/>
                  <a:gd name="f14" fmla="val 309182"/>
                  <a:gd name="f15" fmla="val 2500122"/>
                  <a:gd name="f16" fmla="val 397002"/>
                  <a:gd name="f17" fmla="val 2414969"/>
                  <a:gd name="f18" fmla="val 465296"/>
                  <a:gd name="f19" fmla="val 2348865"/>
                  <a:gd name="f20" fmla="val 543592"/>
                  <a:gd name="f21" fmla="val 2294477"/>
                  <a:gd name="f22" fmla="val 620173"/>
                  <a:gd name="f23" fmla="val 2237899"/>
                  <a:gd name="f24" fmla="val 688277"/>
                  <a:gd name="f25" fmla="val 2187607"/>
                  <a:gd name="f26" fmla="val 755333"/>
                  <a:gd name="f27" fmla="val 2135886"/>
                  <a:gd name="f28" fmla="val 823341"/>
                  <a:gd name="f29" fmla="val 2085499"/>
                  <a:gd name="f30" fmla="val 908685"/>
                  <a:gd name="f31" fmla="val 2022253"/>
                  <a:gd name="f32" fmla="val 994791"/>
                  <a:gd name="f33" fmla="val 1959197"/>
                  <a:gd name="f34" fmla="val 1089565"/>
                  <a:gd name="f35" fmla="val 1911477"/>
                  <a:gd name="f36" fmla="val 1107662"/>
                  <a:gd name="f37" fmla="val 1902428"/>
                  <a:gd name="f38" fmla="val 1126141"/>
                  <a:gd name="f39" fmla="val 1894141"/>
                  <a:gd name="f40" fmla="val 1145000"/>
                  <a:gd name="f41" fmla="val 1886807"/>
                  <a:gd name="f42" fmla="val 1218819"/>
                  <a:gd name="f43" fmla="val 1858232"/>
                  <a:gd name="f44" fmla="val 1296924"/>
                  <a:gd name="f45" fmla="val 1838611"/>
                  <a:gd name="f46" fmla="val 1375791"/>
                  <a:gd name="f47" fmla="val 1842135"/>
                  <a:gd name="f48" fmla="val 1413129"/>
                  <a:gd name="f49" fmla="val 1843754"/>
                  <a:gd name="f50" fmla="val 1449896"/>
                  <a:gd name="f51" fmla="val 1850422"/>
                  <a:gd name="f52" fmla="val 1486567"/>
                  <a:gd name="f53" fmla="val 1857566"/>
                  <a:gd name="f54" fmla="val 1513618"/>
                  <a:gd name="f55" fmla="val 1862804"/>
                  <a:gd name="f56" fmla="val 1540859"/>
                  <a:gd name="f57" fmla="val 1867376"/>
                  <a:gd name="f58" fmla="val 1568101"/>
                  <a:gd name="f59" fmla="val 1871377"/>
                  <a:gd name="f60" fmla="val 1648778"/>
                  <a:gd name="f61" fmla="val 1883188"/>
                  <a:gd name="f62" fmla="val 1730978"/>
                  <a:gd name="f63" fmla="val 1887665"/>
                  <a:gd name="f64" fmla="val 1810607"/>
                  <a:gd name="f65" fmla="val 1877854"/>
                  <a:gd name="f66" fmla="val 1857661"/>
                  <a:gd name="f67" fmla="val 1941100"/>
                  <a:gd name="f68" fmla="val 1829086"/>
                  <a:gd name="f69" fmla="val 1997964"/>
                  <a:gd name="f70" fmla="val 1790605"/>
                  <a:gd name="f71" fmla="val 2037302"/>
                  <a:gd name="f72" fmla="val 1764030"/>
                  <a:gd name="f73" fmla="val 2073497"/>
                  <a:gd name="f74" fmla="val 1733264"/>
                  <a:gd name="f75" fmla="val 2109883"/>
                  <a:gd name="f76" fmla="val 1702784"/>
                  <a:gd name="f77" fmla="val 2176367"/>
                  <a:gd name="f78" fmla="val 1647063"/>
                  <a:gd name="f79" fmla="val 2244852"/>
                  <a:gd name="f80" fmla="val 1593151"/>
                  <a:gd name="f81" fmla="val 2321433"/>
                  <a:gd name="f82" fmla="val 1552384"/>
                  <a:gd name="f83" fmla="val 2397157"/>
                  <a:gd name="f84" fmla="val 1512094"/>
                  <a:gd name="f85" fmla="val 2479548"/>
                  <a:gd name="f86" fmla="val 1486281"/>
                  <a:gd name="f87" fmla="val 2558891"/>
                  <a:gd name="f88" fmla="val 1453420"/>
                  <a:gd name="f89" fmla="val 2610898"/>
                  <a:gd name="f90" fmla="val 1431798"/>
                  <a:gd name="f91" fmla="val 2661571"/>
                  <a:gd name="f92" fmla="val 1407033"/>
                  <a:gd name="f93" fmla="val 2709767"/>
                  <a:gd name="f94" fmla="val 1377887"/>
                  <a:gd name="f95" fmla="val 2774252"/>
                  <a:gd name="f96" fmla="val 1338929"/>
                  <a:gd name="f97" fmla="val 2834069"/>
                  <a:gd name="f98" fmla="val 1292447"/>
                  <a:gd name="f99" fmla="val 2885408"/>
                  <a:gd name="f100" fmla="val 1237393"/>
                  <a:gd name="f101" fmla="val 2933605"/>
                  <a:gd name="f102" fmla="val 1185767"/>
                  <a:gd name="f103" fmla="val 2973324"/>
                  <a:gd name="f104" fmla="val 1127093"/>
                  <a:gd name="f105" fmla="val 3017711"/>
                  <a:gd name="f106" fmla="val 1072229"/>
                  <a:gd name="f107" fmla="val 3059811"/>
                  <a:gd name="f108" fmla="val 1020223"/>
                  <a:gd name="f109" fmla="val 3105912"/>
                  <a:gd name="f110" fmla="val 971645"/>
                  <a:gd name="f111" fmla="val 3150680"/>
                  <a:gd name="f112" fmla="val 921830"/>
                  <a:gd name="f113" fmla="val 3186113"/>
                  <a:gd name="f114" fmla="val 882396"/>
                  <a:gd name="f115" fmla="val 3220593"/>
                  <a:gd name="f116" fmla="val 842010"/>
                  <a:gd name="f117" fmla="val 3255169"/>
                  <a:gd name="f118" fmla="val 801815"/>
                  <a:gd name="f119" fmla="val 3284887"/>
                  <a:gd name="f120" fmla="val 767239"/>
                  <a:gd name="f121" fmla="val 3314605"/>
                  <a:gd name="f122" fmla="val 732473"/>
                  <a:gd name="f123" fmla="val 3339275"/>
                  <a:gd name="f124" fmla="val 694182"/>
                  <a:gd name="f125" fmla="val 3368707"/>
                  <a:gd name="f126" fmla="val 648367"/>
                  <a:gd name="f127" fmla="val 3390138"/>
                  <a:gd name="f128" fmla="val 597980"/>
                  <a:gd name="f129" fmla="val 3409188"/>
                  <a:gd name="f130" fmla="val 546926"/>
                  <a:gd name="f131" fmla="val 3433382"/>
                  <a:gd name="f132" fmla="val 482156"/>
                  <a:gd name="f133" fmla="val 3453384"/>
                  <a:gd name="f134" fmla="val 415861"/>
                  <a:gd name="f135" fmla="val 3464243"/>
                  <a:gd name="f136" fmla="val 347663"/>
                  <a:gd name="f137" fmla="val 3476244"/>
                  <a:gd name="f138" fmla="val 272224"/>
                  <a:gd name="f139" fmla="val 3661696"/>
                  <a:gd name="f140" fmla="val 76295"/>
                  <a:gd name="f141" fmla="val 3665411"/>
                  <a:gd name="f142" fmla="+- 0 0 -90"/>
                  <a:gd name="f143" fmla="*/ f3 1 3665410"/>
                  <a:gd name="f144" fmla="*/ f4 1 2985611"/>
                  <a:gd name="f145" fmla="+- f7 0 f5"/>
                  <a:gd name="f146" fmla="+- f6 0 f5"/>
                  <a:gd name="f147" fmla="*/ f142 f0 1"/>
                  <a:gd name="f148" fmla="*/ f146 1 3665410"/>
                  <a:gd name="f149" fmla="*/ f145 1 2985611"/>
                  <a:gd name="f150" fmla="*/ 0 f146 1"/>
                  <a:gd name="f151" fmla="*/ 2985611 f145 1"/>
                  <a:gd name="f152" fmla="*/ 166211 f146 1"/>
                  <a:gd name="f153" fmla="*/ 2699766 f145 1"/>
                  <a:gd name="f154" fmla="*/ 397002 f146 1"/>
                  <a:gd name="f155" fmla="*/ 2414969 f145 1"/>
                  <a:gd name="f156" fmla="*/ 620173 f146 1"/>
                  <a:gd name="f157" fmla="*/ 2237899 f145 1"/>
                  <a:gd name="f158" fmla="*/ 823341 f146 1"/>
                  <a:gd name="f159" fmla="*/ 2085499 f145 1"/>
                  <a:gd name="f160" fmla="*/ 1089565 f146 1"/>
                  <a:gd name="f161" fmla="*/ 1911477 f145 1"/>
                  <a:gd name="f162" fmla="*/ 1145000 f146 1"/>
                  <a:gd name="f163" fmla="*/ 1886807 f145 1"/>
                  <a:gd name="f164" fmla="*/ 1375791 f146 1"/>
                  <a:gd name="f165" fmla="*/ 1842135 f145 1"/>
                  <a:gd name="f166" fmla="*/ 1486567 f146 1"/>
                  <a:gd name="f167" fmla="*/ 1857566 f145 1"/>
                  <a:gd name="f168" fmla="*/ 1568101 f146 1"/>
                  <a:gd name="f169" fmla="*/ 1871377 f145 1"/>
                  <a:gd name="f170" fmla="*/ 1810607 f146 1"/>
                  <a:gd name="f171" fmla="*/ 1997964 f146 1"/>
                  <a:gd name="f172" fmla="*/ 1790605 f145 1"/>
                  <a:gd name="f173" fmla="*/ 2109883 f146 1"/>
                  <a:gd name="f174" fmla="*/ 1702784 f145 1"/>
                  <a:gd name="f175" fmla="*/ 2321433 f146 1"/>
                  <a:gd name="f176" fmla="*/ 1552384 f145 1"/>
                  <a:gd name="f177" fmla="*/ 2558891 f146 1"/>
                  <a:gd name="f178" fmla="*/ 1453420 f145 1"/>
                  <a:gd name="f179" fmla="*/ 2709767 f146 1"/>
                  <a:gd name="f180" fmla="*/ 1377887 f145 1"/>
                  <a:gd name="f181" fmla="*/ 2885408 f146 1"/>
                  <a:gd name="f182" fmla="*/ 1237393 f145 1"/>
                  <a:gd name="f183" fmla="*/ 3017711 f146 1"/>
                  <a:gd name="f184" fmla="*/ 1072229 f145 1"/>
                  <a:gd name="f185" fmla="*/ 3150680 f146 1"/>
                  <a:gd name="f186" fmla="*/ 921830 f145 1"/>
                  <a:gd name="f187" fmla="*/ 3255169 f146 1"/>
                  <a:gd name="f188" fmla="*/ 801815 f145 1"/>
                  <a:gd name="f189" fmla="*/ 3339275 f146 1"/>
                  <a:gd name="f190" fmla="*/ 694182 f145 1"/>
                  <a:gd name="f191" fmla="*/ 3409188 f146 1"/>
                  <a:gd name="f192" fmla="*/ 546926 f145 1"/>
                  <a:gd name="f193" fmla="*/ 3464243 f146 1"/>
                  <a:gd name="f194" fmla="*/ 347663 f145 1"/>
                  <a:gd name="f195" fmla="*/ 3665411 f146 1"/>
                  <a:gd name="f196" fmla="*/ 0 f145 1"/>
                  <a:gd name="f197" fmla="*/ f147 1 f2"/>
                  <a:gd name="f198" fmla="*/ f150 1 3665410"/>
                  <a:gd name="f199" fmla="*/ f151 1 2985611"/>
                  <a:gd name="f200" fmla="*/ f152 1 3665410"/>
                  <a:gd name="f201" fmla="*/ f153 1 2985611"/>
                  <a:gd name="f202" fmla="*/ f154 1 3665410"/>
                  <a:gd name="f203" fmla="*/ f155 1 2985611"/>
                  <a:gd name="f204" fmla="*/ f156 1 3665410"/>
                  <a:gd name="f205" fmla="*/ f157 1 2985611"/>
                  <a:gd name="f206" fmla="*/ f158 1 3665410"/>
                  <a:gd name="f207" fmla="*/ f159 1 2985611"/>
                  <a:gd name="f208" fmla="*/ f160 1 3665410"/>
                  <a:gd name="f209" fmla="*/ f161 1 2985611"/>
                  <a:gd name="f210" fmla="*/ f162 1 3665410"/>
                  <a:gd name="f211" fmla="*/ f163 1 2985611"/>
                  <a:gd name="f212" fmla="*/ f164 1 3665410"/>
                  <a:gd name="f213" fmla="*/ f165 1 2985611"/>
                  <a:gd name="f214" fmla="*/ f166 1 3665410"/>
                  <a:gd name="f215" fmla="*/ f167 1 2985611"/>
                  <a:gd name="f216" fmla="*/ f168 1 3665410"/>
                  <a:gd name="f217" fmla="*/ f169 1 2985611"/>
                  <a:gd name="f218" fmla="*/ f170 1 3665410"/>
                  <a:gd name="f219" fmla="*/ f171 1 3665410"/>
                  <a:gd name="f220" fmla="*/ f172 1 2985611"/>
                  <a:gd name="f221" fmla="*/ f173 1 3665410"/>
                  <a:gd name="f222" fmla="*/ f174 1 2985611"/>
                  <a:gd name="f223" fmla="*/ f175 1 3665410"/>
                  <a:gd name="f224" fmla="*/ f176 1 2985611"/>
                  <a:gd name="f225" fmla="*/ f177 1 3665410"/>
                  <a:gd name="f226" fmla="*/ f178 1 2985611"/>
                  <a:gd name="f227" fmla="*/ f179 1 3665410"/>
                  <a:gd name="f228" fmla="*/ f180 1 2985611"/>
                  <a:gd name="f229" fmla="*/ f181 1 3665410"/>
                  <a:gd name="f230" fmla="*/ f182 1 2985611"/>
                  <a:gd name="f231" fmla="*/ f183 1 3665410"/>
                  <a:gd name="f232" fmla="*/ f184 1 2985611"/>
                  <a:gd name="f233" fmla="*/ f185 1 3665410"/>
                  <a:gd name="f234" fmla="*/ f186 1 2985611"/>
                  <a:gd name="f235" fmla="*/ f187 1 3665410"/>
                  <a:gd name="f236" fmla="*/ f188 1 2985611"/>
                  <a:gd name="f237" fmla="*/ f189 1 3665410"/>
                  <a:gd name="f238" fmla="*/ f190 1 2985611"/>
                  <a:gd name="f239" fmla="*/ f191 1 3665410"/>
                  <a:gd name="f240" fmla="*/ f192 1 2985611"/>
                  <a:gd name="f241" fmla="*/ f193 1 3665410"/>
                  <a:gd name="f242" fmla="*/ f194 1 2985611"/>
                  <a:gd name="f243" fmla="*/ f195 1 3665410"/>
                  <a:gd name="f244" fmla="*/ f196 1 2985611"/>
                  <a:gd name="f245" fmla="*/ f5 1 f148"/>
                  <a:gd name="f246" fmla="*/ f6 1 f148"/>
                  <a:gd name="f247" fmla="*/ f5 1 f149"/>
                  <a:gd name="f248" fmla="*/ f7 1 f149"/>
                  <a:gd name="f249" fmla="+- f197 0 f1"/>
                  <a:gd name="f250" fmla="*/ f198 1 f148"/>
                  <a:gd name="f251" fmla="*/ f199 1 f149"/>
                  <a:gd name="f252" fmla="*/ f200 1 f148"/>
                  <a:gd name="f253" fmla="*/ f201 1 f149"/>
                  <a:gd name="f254" fmla="*/ f202 1 f148"/>
                  <a:gd name="f255" fmla="*/ f203 1 f149"/>
                  <a:gd name="f256" fmla="*/ f204 1 f148"/>
                  <a:gd name="f257" fmla="*/ f205 1 f149"/>
                  <a:gd name="f258" fmla="*/ f206 1 f148"/>
                  <a:gd name="f259" fmla="*/ f207 1 f149"/>
                  <a:gd name="f260" fmla="*/ f208 1 f148"/>
                  <a:gd name="f261" fmla="*/ f209 1 f149"/>
                  <a:gd name="f262" fmla="*/ f210 1 f148"/>
                  <a:gd name="f263" fmla="*/ f211 1 f149"/>
                  <a:gd name="f264" fmla="*/ f212 1 f148"/>
                  <a:gd name="f265" fmla="*/ f213 1 f149"/>
                  <a:gd name="f266" fmla="*/ f214 1 f148"/>
                  <a:gd name="f267" fmla="*/ f215 1 f149"/>
                  <a:gd name="f268" fmla="*/ f216 1 f148"/>
                  <a:gd name="f269" fmla="*/ f217 1 f149"/>
                  <a:gd name="f270" fmla="*/ f218 1 f148"/>
                  <a:gd name="f271" fmla="*/ f219 1 f148"/>
                  <a:gd name="f272" fmla="*/ f220 1 f149"/>
                  <a:gd name="f273" fmla="*/ f221 1 f148"/>
                  <a:gd name="f274" fmla="*/ f222 1 f149"/>
                  <a:gd name="f275" fmla="*/ f223 1 f148"/>
                  <a:gd name="f276" fmla="*/ f224 1 f149"/>
                  <a:gd name="f277" fmla="*/ f225 1 f148"/>
                  <a:gd name="f278" fmla="*/ f226 1 f149"/>
                  <a:gd name="f279" fmla="*/ f227 1 f148"/>
                  <a:gd name="f280" fmla="*/ f228 1 f149"/>
                  <a:gd name="f281" fmla="*/ f229 1 f148"/>
                  <a:gd name="f282" fmla="*/ f230 1 f149"/>
                  <a:gd name="f283" fmla="*/ f231 1 f148"/>
                  <a:gd name="f284" fmla="*/ f232 1 f149"/>
                  <a:gd name="f285" fmla="*/ f233 1 f148"/>
                  <a:gd name="f286" fmla="*/ f234 1 f149"/>
                  <a:gd name="f287" fmla="*/ f235 1 f148"/>
                  <a:gd name="f288" fmla="*/ f236 1 f149"/>
                  <a:gd name="f289" fmla="*/ f237 1 f148"/>
                  <a:gd name="f290" fmla="*/ f238 1 f149"/>
                  <a:gd name="f291" fmla="*/ f239 1 f148"/>
                  <a:gd name="f292" fmla="*/ f240 1 f149"/>
                  <a:gd name="f293" fmla="*/ f241 1 f148"/>
                  <a:gd name="f294" fmla="*/ f242 1 f149"/>
                  <a:gd name="f295" fmla="*/ f243 1 f148"/>
                  <a:gd name="f296" fmla="*/ f244 1 f149"/>
                  <a:gd name="f297" fmla="*/ f245 f143 1"/>
                  <a:gd name="f298" fmla="*/ f246 f143 1"/>
                  <a:gd name="f299" fmla="*/ f248 f144 1"/>
                  <a:gd name="f300" fmla="*/ f247 f144 1"/>
                  <a:gd name="f301" fmla="*/ f250 f143 1"/>
                  <a:gd name="f302" fmla="*/ f251 f144 1"/>
                  <a:gd name="f303" fmla="*/ f252 f143 1"/>
                  <a:gd name="f304" fmla="*/ f253 f144 1"/>
                  <a:gd name="f305" fmla="*/ f254 f143 1"/>
                  <a:gd name="f306" fmla="*/ f255 f144 1"/>
                  <a:gd name="f307" fmla="*/ f256 f143 1"/>
                  <a:gd name="f308" fmla="*/ f257 f144 1"/>
                  <a:gd name="f309" fmla="*/ f258 f143 1"/>
                  <a:gd name="f310" fmla="*/ f259 f144 1"/>
                  <a:gd name="f311" fmla="*/ f260 f143 1"/>
                  <a:gd name="f312" fmla="*/ f261 f144 1"/>
                  <a:gd name="f313" fmla="*/ f262 f143 1"/>
                  <a:gd name="f314" fmla="*/ f263 f144 1"/>
                  <a:gd name="f315" fmla="*/ f264 f143 1"/>
                  <a:gd name="f316" fmla="*/ f265 f144 1"/>
                  <a:gd name="f317" fmla="*/ f266 f143 1"/>
                  <a:gd name="f318" fmla="*/ f267 f144 1"/>
                  <a:gd name="f319" fmla="*/ f268 f143 1"/>
                  <a:gd name="f320" fmla="*/ f269 f144 1"/>
                  <a:gd name="f321" fmla="*/ f270 f143 1"/>
                  <a:gd name="f322" fmla="*/ f271 f143 1"/>
                  <a:gd name="f323" fmla="*/ f272 f144 1"/>
                  <a:gd name="f324" fmla="*/ f273 f143 1"/>
                  <a:gd name="f325" fmla="*/ f274 f144 1"/>
                  <a:gd name="f326" fmla="*/ f275 f143 1"/>
                  <a:gd name="f327" fmla="*/ f276 f144 1"/>
                  <a:gd name="f328" fmla="*/ f277 f143 1"/>
                  <a:gd name="f329" fmla="*/ f278 f144 1"/>
                  <a:gd name="f330" fmla="*/ f279 f143 1"/>
                  <a:gd name="f331" fmla="*/ f280 f144 1"/>
                  <a:gd name="f332" fmla="*/ f281 f143 1"/>
                  <a:gd name="f333" fmla="*/ f282 f144 1"/>
                  <a:gd name="f334" fmla="*/ f283 f143 1"/>
                  <a:gd name="f335" fmla="*/ f284 f144 1"/>
                  <a:gd name="f336" fmla="*/ f285 f143 1"/>
                  <a:gd name="f337" fmla="*/ f286 f144 1"/>
                  <a:gd name="f338" fmla="*/ f287 f143 1"/>
                  <a:gd name="f339" fmla="*/ f288 f144 1"/>
                  <a:gd name="f340" fmla="*/ f289 f143 1"/>
                  <a:gd name="f341" fmla="*/ f290 f144 1"/>
                  <a:gd name="f342" fmla="*/ f291 f143 1"/>
                  <a:gd name="f343" fmla="*/ f292 f144 1"/>
                  <a:gd name="f344" fmla="*/ f293 f143 1"/>
                  <a:gd name="f345" fmla="*/ f294 f144 1"/>
                  <a:gd name="f346" fmla="*/ f295 f143 1"/>
                  <a:gd name="f347" fmla="*/ f296 f144 1"/>
                </a:gdLst>
                <a:ahLst/>
                <a:cxnLst>
                  <a:cxn ang="3cd4">
                    <a:pos x="hc" y="t"/>
                  </a:cxn>
                  <a:cxn ang="0">
                    <a:pos x="r" y="vc"/>
                  </a:cxn>
                  <a:cxn ang="cd4">
                    <a:pos x="hc" y="b"/>
                  </a:cxn>
                  <a:cxn ang="cd2">
                    <a:pos x="l" y="vc"/>
                  </a:cxn>
                  <a:cxn ang="f249">
                    <a:pos x="f301" y="f302"/>
                  </a:cxn>
                  <a:cxn ang="f249">
                    <a:pos x="f303" y="f304"/>
                  </a:cxn>
                  <a:cxn ang="f249">
                    <a:pos x="f305" y="f306"/>
                  </a:cxn>
                  <a:cxn ang="f249">
                    <a:pos x="f307" y="f308"/>
                  </a:cxn>
                  <a:cxn ang="f249">
                    <a:pos x="f309" y="f310"/>
                  </a:cxn>
                  <a:cxn ang="f249">
                    <a:pos x="f311" y="f312"/>
                  </a:cxn>
                  <a:cxn ang="f249">
                    <a:pos x="f313" y="f314"/>
                  </a:cxn>
                  <a:cxn ang="f249">
                    <a:pos x="f315" y="f316"/>
                  </a:cxn>
                  <a:cxn ang="f249">
                    <a:pos x="f317" y="f318"/>
                  </a:cxn>
                  <a:cxn ang="f249">
                    <a:pos x="f319" y="f320"/>
                  </a:cxn>
                  <a:cxn ang="f249">
                    <a:pos x="f321" y="f320"/>
                  </a:cxn>
                  <a:cxn ang="f249">
                    <a:pos x="f322" y="f323"/>
                  </a:cxn>
                  <a:cxn ang="f249">
                    <a:pos x="f324" y="f325"/>
                  </a:cxn>
                  <a:cxn ang="f249">
                    <a:pos x="f326" y="f327"/>
                  </a:cxn>
                  <a:cxn ang="f249">
                    <a:pos x="f328" y="f329"/>
                  </a:cxn>
                  <a:cxn ang="f249">
                    <a:pos x="f330" y="f331"/>
                  </a:cxn>
                  <a:cxn ang="f249">
                    <a:pos x="f332" y="f333"/>
                  </a:cxn>
                  <a:cxn ang="f249">
                    <a:pos x="f334" y="f335"/>
                  </a:cxn>
                  <a:cxn ang="f249">
                    <a:pos x="f336" y="f337"/>
                  </a:cxn>
                  <a:cxn ang="f249">
                    <a:pos x="f338" y="f339"/>
                  </a:cxn>
                  <a:cxn ang="f249">
                    <a:pos x="f340" y="f341"/>
                  </a:cxn>
                  <a:cxn ang="f249">
                    <a:pos x="f342" y="f343"/>
                  </a:cxn>
                  <a:cxn ang="f249">
                    <a:pos x="f344" y="f345"/>
                  </a:cxn>
                  <a:cxn ang="f249">
                    <a:pos x="f346" y="f347"/>
                  </a:cxn>
                </a:cxnLst>
                <a:rect l="f297" t="f300" r="f298" b="f299"/>
                <a:pathLst>
                  <a:path w="3665410" h="2985611">
                    <a:moveTo>
                      <a:pt x="f5" y="f7"/>
                    </a:moveTo>
                    <a:cubicBezTo>
                      <a:pt x="f5" y="f7"/>
                      <a:pt x="f8" y="f9"/>
                      <a:pt x="f10" y="f11"/>
                    </a:cubicBezTo>
                    <a:cubicBezTo>
                      <a:pt x="f12" y="f13"/>
                      <a:pt x="f14" y="f15"/>
                      <a:pt x="f16" y="f17"/>
                    </a:cubicBezTo>
                    <a:cubicBezTo>
                      <a:pt x="f18" y="f19"/>
                      <a:pt x="f20" y="f21"/>
                      <a:pt x="f22" y="f23"/>
                    </a:cubicBezTo>
                    <a:cubicBezTo>
                      <a:pt x="f24" y="f25"/>
                      <a:pt x="f26" y="f27"/>
                      <a:pt x="f28" y="f29"/>
                    </a:cubicBezTo>
                    <a:cubicBezTo>
                      <a:pt x="f30" y="f31"/>
                      <a:pt x="f32" y="f33"/>
                      <a:pt x="f34" y="f35"/>
                    </a:cubicBezTo>
                    <a:cubicBezTo>
                      <a:pt x="f36" y="f37"/>
                      <a:pt x="f38" y="f39"/>
                      <a:pt x="f40" y="f41"/>
                    </a:cubicBezTo>
                    <a:cubicBezTo>
                      <a:pt x="f42" y="f43"/>
                      <a:pt x="f44" y="f45"/>
                      <a:pt x="f46" y="f47"/>
                    </a:cubicBezTo>
                    <a:cubicBezTo>
                      <a:pt x="f48" y="f49"/>
                      <a:pt x="f50" y="f51"/>
                      <a:pt x="f52" y="f53"/>
                    </a:cubicBezTo>
                    <a:cubicBezTo>
                      <a:pt x="f54" y="f55"/>
                      <a:pt x="f56" y="f57"/>
                      <a:pt x="f58" y="f59"/>
                    </a:cubicBezTo>
                    <a:cubicBezTo>
                      <a:pt x="f60" y="f61"/>
                      <a:pt x="f62" y="f63"/>
                      <a:pt x="f64" y="f59"/>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cubicBezTo>
                      <a:pt x="f101" y="f102"/>
                      <a:pt x="f103" y="f104"/>
                      <a:pt x="f105" y="f106"/>
                    </a:cubicBezTo>
                    <a:cubicBezTo>
                      <a:pt x="f107" y="f108"/>
                      <a:pt x="f109" y="f110"/>
                      <a:pt x="f111" y="f112"/>
                    </a:cubicBezTo>
                    <a:cubicBezTo>
                      <a:pt x="f113" y="f114"/>
                      <a:pt x="f115" y="f116"/>
                      <a:pt x="f117" y="f118"/>
                    </a:cubicBezTo>
                    <a:cubicBezTo>
                      <a:pt x="f119" y="f120"/>
                      <a:pt x="f121" y="f122"/>
                      <a:pt x="f123" y="f124"/>
                    </a:cubicBezTo>
                    <a:cubicBezTo>
                      <a:pt x="f125" y="f126"/>
                      <a:pt x="f127" y="f128"/>
                      <a:pt x="f129" y="f130"/>
                    </a:cubicBezTo>
                    <a:cubicBezTo>
                      <a:pt x="f131" y="f132"/>
                      <a:pt x="f133" y="f134"/>
                      <a:pt x="f135" y="f136"/>
                    </a:cubicBezTo>
                    <a:cubicBezTo>
                      <a:pt x="f137" y="f138"/>
                      <a:pt x="f139" y="f140"/>
                      <a:pt x="f141"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1" name="Freeform: Shape 29">
                <a:extLst>
                  <a:ext uri="{FF2B5EF4-FFF2-40B4-BE49-F238E27FC236}">
                    <a16:creationId xmlns:a16="http://schemas.microsoft.com/office/drawing/2014/main" id="{2CED841C-AB71-4ABF-AC47-A7925040E0B7}"/>
                  </a:ext>
                </a:extLst>
              </p:cNvPr>
              <p:cNvSpPr/>
              <p:nvPr/>
            </p:nvSpPr>
            <p:spPr>
              <a:xfrm>
                <a:off x="11937263" y="6677625"/>
                <a:ext cx="254733" cy="177905"/>
              </a:xfrm>
              <a:custGeom>
                <a:avLst/>
                <a:gdLst>
                  <a:gd name="f0" fmla="val 10800000"/>
                  <a:gd name="f1" fmla="val 5400000"/>
                  <a:gd name="f2" fmla="val 180"/>
                  <a:gd name="f3" fmla="val w"/>
                  <a:gd name="f4" fmla="val h"/>
                  <a:gd name="f5" fmla="val 0"/>
                  <a:gd name="f6" fmla="val 285940"/>
                  <a:gd name="f7" fmla="val 199072"/>
                  <a:gd name="f8" fmla="val 199073"/>
                  <a:gd name="f9" fmla="val 242125"/>
                  <a:gd name="f10" fmla="val 39243"/>
                  <a:gd name="f11" fmla="+- 0 0 -90"/>
                  <a:gd name="f12" fmla="*/ f3 1 285940"/>
                  <a:gd name="f13" fmla="*/ f4 1 199072"/>
                  <a:gd name="f14" fmla="+- f7 0 f5"/>
                  <a:gd name="f15" fmla="+- f6 0 f5"/>
                  <a:gd name="f16" fmla="*/ f11 f0 1"/>
                  <a:gd name="f17" fmla="*/ f15 1 285940"/>
                  <a:gd name="f18" fmla="*/ f14 1 199072"/>
                  <a:gd name="f19" fmla="*/ 0 f15 1"/>
                  <a:gd name="f20" fmla="*/ 199073 f14 1"/>
                  <a:gd name="f21" fmla="*/ 285940 f15 1"/>
                  <a:gd name="f22" fmla="*/ 0 f14 1"/>
                  <a:gd name="f23" fmla="*/ f16 1 f2"/>
                  <a:gd name="f24" fmla="*/ f19 1 285940"/>
                  <a:gd name="f25" fmla="*/ f20 1 199072"/>
                  <a:gd name="f26" fmla="*/ f21 1 285940"/>
                  <a:gd name="f27" fmla="*/ f22 1 199072"/>
                  <a:gd name="f28" fmla="*/ f5 1 f17"/>
                  <a:gd name="f29" fmla="*/ f6 1 f17"/>
                  <a:gd name="f30" fmla="*/ f5 1 f18"/>
                  <a:gd name="f31" fmla="*/ f7 1 f18"/>
                  <a:gd name="f32" fmla="+- f23 0 f1"/>
                  <a:gd name="f33" fmla="*/ f24 1 f17"/>
                  <a:gd name="f34" fmla="*/ f25 1 f18"/>
                  <a:gd name="f35" fmla="*/ f26 1 f17"/>
                  <a:gd name="f36" fmla="*/ f27 1 f18"/>
                  <a:gd name="f37" fmla="*/ f28 f12 1"/>
                  <a:gd name="f38" fmla="*/ f29 f12 1"/>
                  <a:gd name="f39" fmla="*/ f31 f13 1"/>
                  <a:gd name="f40" fmla="*/ f30 f13 1"/>
                  <a:gd name="f41" fmla="*/ f33 f12 1"/>
                  <a:gd name="f42" fmla="*/ f34 f13 1"/>
                  <a:gd name="f43" fmla="*/ f35 f12 1"/>
                  <a:gd name="f44" fmla="*/ f36 f13 1"/>
                </a:gdLst>
                <a:ahLst/>
                <a:cxnLst>
                  <a:cxn ang="3cd4">
                    <a:pos x="hc" y="t"/>
                  </a:cxn>
                  <a:cxn ang="0">
                    <a:pos x="r" y="vc"/>
                  </a:cxn>
                  <a:cxn ang="cd4">
                    <a:pos x="hc" y="b"/>
                  </a:cxn>
                  <a:cxn ang="cd2">
                    <a:pos x="l" y="vc"/>
                  </a:cxn>
                  <a:cxn ang="f32">
                    <a:pos x="f41" y="f42"/>
                  </a:cxn>
                  <a:cxn ang="f32">
                    <a:pos x="f43" y="f44"/>
                  </a:cxn>
                </a:cxnLst>
                <a:rect l="f37" t="f40" r="f38" b="f39"/>
                <a:pathLst>
                  <a:path w="285940" h="199072">
                    <a:moveTo>
                      <a:pt x="f5" y="f8"/>
                    </a:moveTo>
                    <a:cubicBezTo>
                      <a:pt x="f5" y="f8"/>
                      <a:pt x="f9" y="f10"/>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2" name="Freeform: Shape 30">
                <a:extLst>
                  <a:ext uri="{FF2B5EF4-FFF2-40B4-BE49-F238E27FC236}">
                    <a16:creationId xmlns:a16="http://schemas.microsoft.com/office/drawing/2014/main" id="{308B5E0B-BB59-4972-8426-EF36F6741AB6}"/>
                  </a:ext>
                </a:extLst>
              </p:cNvPr>
              <p:cNvSpPr/>
              <p:nvPr/>
            </p:nvSpPr>
            <p:spPr>
              <a:xfrm>
                <a:off x="11583326" y="6516837"/>
                <a:ext cx="584237" cy="340659"/>
              </a:xfrm>
              <a:custGeom>
                <a:avLst/>
                <a:gdLst>
                  <a:gd name="f0" fmla="val 10800000"/>
                  <a:gd name="f1" fmla="val 5400000"/>
                  <a:gd name="f2" fmla="val 180"/>
                  <a:gd name="f3" fmla="val w"/>
                  <a:gd name="f4" fmla="val h"/>
                  <a:gd name="f5" fmla="val 0"/>
                  <a:gd name="f6" fmla="val 655796"/>
                  <a:gd name="f7" fmla="val 381190"/>
                  <a:gd name="f8" fmla="val 461105"/>
                  <a:gd name="f9" fmla="val 172117"/>
                  <a:gd name="f10" fmla="+- 0 0 -90"/>
                  <a:gd name="f11" fmla="*/ f3 1 655796"/>
                  <a:gd name="f12" fmla="*/ f4 1 381190"/>
                  <a:gd name="f13" fmla="+- f7 0 f5"/>
                  <a:gd name="f14" fmla="+- f6 0 f5"/>
                  <a:gd name="f15" fmla="*/ f10 f0 1"/>
                  <a:gd name="f16" fmla="*/ f14 1 655796"/>
                  <a:gd name="f17" fmla="*/ f13 1 381190"/>
                  <a:gd name="f18" fmla="*/ 0 f14 1"/>
                  <a:gd name="f19" fmla="*/ 381190 f13 1"/>
                  <a:gd name="f20" fmla="*/ 655796 f14 1"/>
                  <a:gd name="f21" fmla="*/ 0 f13 1"/>
                  <a:gd name="f22" fmla="*/ f15 1 f2"/>
                  <a:gd name="f23" fmla="*/ f18 1 655796"/>
                  <a:gd name="f24" fmla="*/ f19 1 381190"/>
                  <a:gd name="f25" fmla="*/ f20 1 655796"/>
                  <a:gd name="f26" fmla="*/ f21 1 381190"/>
                  <a:gd name="f27" fmla="*/ f5 1 f16"/>
                  <a:gd name="f28" fmla="*/ f6 1 f16"/>
                  <a:gd name="f29" fmla="*/ f5 1 f17"/>
                  <a:gd name="f30" fmla="*/ f7 1 f17"/>
                  <a:gd name="f31" fmla="+- f22 0 f1"/>
                  <a:gd name="f32" fmla="*/ f23 1 f16"/>
                  <a:gd name="f33" fmla="*/ f24 1 f17"/>
                  <a:gd name="f34" fmla="*/ f25 1 f16"/>
                  <a:gd name="f35" fmla="*/ f26 1 f17"/>
                  <a:gd name="f36" fmla="*/ f27 f11 1"/>
                  <a:gd name="f37" fmla="*/ f28 f11 1"/>
                  <a:gd name="f38" fmla="*/ f30 f12 1"/>
                  <a:gd name="f39" fmla="*/ f29 f12 1"/>
                  <a:gd name="f40" fmla="*/ f32 f11 1"/>
                  <a:gd name="f41" fmla="*/ f33 f12 1"/>
                  <a:gd name="f42" fmla="*/ f34 f11 1"/>
                  <a:gd name="f43" fmla="*/ f35 f12 1"/>
                </a:gdLst>
                <a:ahLst/>
                <a:cxnLst>
                  <a:cxn ang="3cd4">
                    <a:pos x="hc" y="t"/>
                  </a:cxn>
                  <a:cxn ang="0">
                    <a:pos x="r" y="vc"/>
                  </a:cxn>
                  <a:cxn ang="cd4">
                    <a:pos x="hc" y="b"/>
                  </a:cxn>
                  <a:cxn ang="cd2">
                    <a:pos x="l" y="vc"/>
                  </a:cxn>
                  <a:cxn ang="f31">
                    <a:pos x="f40" y="f41"/>
                  </a:cxn>
                  <a:cxn ang="f31">
                    <a:pos x="f42" y="f43"/>
                  </a:cxn>
                </a:cxnLst>
                <a:rect l="f36" t="f39" r="f37" b="f38"/>
                <a:pathLst>
                  <a:path w="655796" h="381190">
                    <a:moveTo>
                      <a:pt x="f5" y="f7"/>
                    </a:moveTo>
                    <a:cubicBezTo>
                      <a:pt x="f5" y="f7"/>
                      <a:pt x="f8" y="f9"/>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3" name="Freeform: Shape 31">
                <a:extLst>
                  <a:ext uri="{FF2B5EF4-FFF2-40B4-BE49-F238E27FC236}">
                    <a16:creationId xmlns:a16="http://schemas.microsoft.com/office/drawing/2014/main" id="{681F8067-1971-4E01-9976-70436F88B013}"/>
                  </a:ext>
                </a:extLst>
              </p:cNvPr>
              <p:cNvSpPr/>
              <p:nvPr/>
            </p:nvSpPr>
            <p:spPr>
              <a:xfrm>
                <a:off x="9588608" y="5460559"/>
                <a:ext cx="2590065" cy="1380497"/>
              </a:xfrm>
              <a:custGeom>
                <a:avLst/>
                <a:gdLst>
                  <a:gd name="f0" fmla="val 10800000"/>
                  <a:gd name="f1" fmla="val 5400000"/>
                  <a:gd name="f2" fmla="val 180"/>
                  <a:gd name="f3" fmla="val w"/>
                  <a:gd name="f4" fmla="val h"/>
                  <a:gd name="f5" fmla="val 0"/>
                  <a:gd name="f6" fmla="val 2907315"/>
                  <a:gd name="f7" fmla="val 1544764"/>
                  <a:gd name="f8" fmla="val 98012"/>
                  <a:gd name="f9" fmla="val 1443990"/>
                  <a:gd name="f10" fmla="val 201644"/>
                  <a:gd name="f11" fmla="val 1352550"/>
                  <a:gd name="f12" fmla="val 271272"/>
                  <a:gd name="f13" fmla="val 1291209"/>
                  <a:gd name="f14" fmla="val 343662"/>
                  <a:gd name="f15" fmla="val 1234249"/>
                  <a:gd name="f16" fmla="val 423196"/>
                  <a:gd name="f17" fmla="val 1196054"/>
                  <a:gd name="f18" fmla="val 537591"/>
                  <a:gd name="f19" fmla="val 1141095"/>
                  <a:gd name="f20" fmla="val 661226"/>
                  <a:gd name="f21" fmla="val 1127189"/>
                  <a:gd name="f22" fmla="val 782193"/>
                  <a:gd name="f23" fmla="val 1099947"/>
                  <a:gd name="f24" fmla="val 872300"/>
                  <a:gd name="f25" fmla="val 1079659"/>
                  <a:gd name="f26" fmla="val 961358"/>
                  <a:gd name="f27" fmla="val 1051370"/>
                  <a:gd name="f28" fmla="val 1052513"/>
                  <a:gd name="f29" fmla="val 1042321"/>
                  <a:gd name="f30" fmla="val 1139000"/>
                  <a:gd name="f31" fmla="val 1033653"/>
                  <a:gd name="f32" fmla="val 1225868"/>
                  <a:gd name="f33" fmla="val 1040321"/>
                  <a:gd name="f34" fmla="val 1311783"/>
                  <a:gd name="f35" fmla="val 1056037"/>
                  <a:gd name="f36" fmla="val 1369314"/>
                  <a:gd name="f37" fmla="val 1066609"/>
                  <a:gd name="f38" fmla="val 1426559"/>
                  <a:gd name="f39" fmla="val 1079373"/>
                  <a:gd name="f40" fmla="val 1484662"/>
                  <a:gd name="f41" fmla="val 1083469"/>
                  <a:gd name="f42" fmla="val 1587913"/>
                  <a:gd name="f43" fmla="val 1090803"/>
                  <a:gd name="f44" fmla="val 1690402"/>
                  <a:gd name="f45" fmla="val 1064800"/>
                  <a:gd name="f46" fmla="val 1788224"/>
                  <a:gd name="f47" fmla="val 1023080"/>
                  <a:gd name="f48" fmla="val 1956721"/>
                  <a:gd name="f49" fmla="val 951262"/>
                  <a:gd name="f50" fmla="val 2106549"/>
                  <a:gd name="f51" fmla="val 825722"/>
                  <a:gd name="f52" fmla="val 2269045"/>
                  <a:gd name="f53" fmla="val 734758"/>
                  <a:gd name="f54" fmla="val 2359438"/>
                  <a:gd name="f55" fmla="val 684181"/>
                  <a:gd name="f56" fmla="val 2452497"/>
                  <a:gd name="f57" fmla="val 640556"/>
                  <a:gd name="f58" fmla="val 2534984"/>
                  <a:gd name="f59" fmla="val 572738"/>
                  <a:gd name="f60" fmla="val 2673001"/>
                  <a:gd name="f61" fmla="val 459391"/>
                  <a:gd name="f62" fmla="val 2847023"/>
                  <a:gd name="f63" fmla="val 191453"/>
                  <a:gd name="f64" fmla="val 2907316"/>
                  <a:gd name="f65" fmla="+- 0 0 -90"/>
                  <a:gd name="f66" fmla="*/ f3 1 2907315"/>
                  <a:gd name="f67" fmla="*/ f4 1 1544764"/>
                  <a:gd name="f68" fmla="+- f7 0 f5"/>
                  <a:gd name="f69" fmla="+- f6 0 f5"/>
                  <a:gd name="f70" fmla="*/ f65 f0 1"/>
                  <a:gd name="f71" fmla="*/ f69 1 2907315"/>
                  <a:gd name="f72" fmla="*/ f68 1 1544764"/>
                  <a:gd name="f73" fmla="*/ 0 f69 1"/>
                  <a:gd name="f74" fmla="*/ 1544764 f68 1"/>
                  <a:gd name="f75" fmla="*/ 201644 f69 1"/>
                  <a:gd name="f76" fmla="*/ 1352550 f68 1"/>
                  <a:gd name="f77" fmla="*/ 423196 f69 1"/>
                  <a:gd name="f78" fmla="*/ 1196054 f68 1"/>
                  <a:gd name="f79" fmla="*/ 782193 f69 1"/>
                  <a:gd name="f80" fmla="*/ 1099947 f68 1"/>
                  <a:gd name="f81" fmla="*/ 1052513 f69 1"/>
                  <a:gd name="f82" fmla="*/ 1042321 f68 1"/>
                  <a:gd name="f83" fmla="*/ 1311783 f69 1"/>
                  <a:gd name="f84" fmla="*/ 1056037 f68 1"/>
                  <a:gd name="f85" fmla="*/ 1484662 f69 1"/>
                  <a:gd name="f86" fmla="*/ 1083469 f68 1"/>
                  <a:gd name="f87" fmla="*/ 1788224 f69 1"/>
                  <a:gd name="f88" fmla="*/ 1023080 f68 1"/>
                  <a:gd name="f89" fmla="*/ 2269045 f69 1"/>
                  <a:gd name="f90" fmla="*/ 734758 f68 1"/>
                  <a:gd name="f91" fmla="*/ 2534984 f69 1"/>
                  <a:gd name="f92" fmla="*/ 572738 f68 1"/>
                  <a:gd name="f93" fmla="*/ 2907316 f69 1"/>
                  <a:gd name="f94" fmla="*/ 0 f68 1"/>
                  <a:gd name="f95" fmla="*/ f70 1 f2"/>
                  <a:gd name="f96" fmla="*/ f73 1 2907315"/>
                  <a:gd name="f97" fmla="*/ f74 1 1544764"/>
                  <a:gd name="f98" fmla="*/ f75 1 2907315"/>
                  <a:gd name="f99" fmla="*/ f76 1 1544764"/>
                  <a:gd name="f100" fmla="*/ f77 1 2907315"/>
                  <a:gd name="f101" fmla="*/ f78 1 1544764"/>
                  <a:gd name="f102" fmla="*/ f79 1 2907315"/>
                  <a:gd name="f103" fmla="*/ f80 1 1544764"/>
                  <a:gd name="f104" fmla="*/ f81 1 2907315"/>
                  <a:gd name="f105" fmla="*/ f82 1 1544764"/>
                  <a:gd name="f106" fmla="*/ f83 1 2907315"/>
                  <a:gd name="f107" fmla="*/ f84 1 1544764"/>
                  <a:gd name="f108" fmla="*/ f85 1 2907315"/>
                  <a:gd name="f109" fmla="*/ f86 1 1544764"/>
                  <a:gd name="f110" fmla="*/ f87 1 2907315"/>
                  <a:gd name="f111" fmla="*/ f88 1 1544764"/>
                  <a:gd name="f112" fmla="*/ f89 1 2907315"/>
                  <a:gd name="f113" fmla="*/ f90 1 1544764"/>
                  <a:gd name="f114" fmla="*/ f91 1 2907315"/>
                  <a:gd name="f115" fmla="*/ f92 1 1544764"/>
                  <a:gd name="f116" fmla="*/ f93 1 2907315"/>
                  <a:gd name="f117" fmla="*/ f94 1 1544764"/>
                  <a:gd name="f118" fmla="*/ f5 1 f71"/>
                  <a:gd name="f119" fmla="*/ f6 1 f71"/>
                  <a:gd name="f120" fmla="*/ f5 1 f72"/>
                  <a:gd name="f121" fmla="*/ f7 1 f72"/>
                  <a:gd name="f122" fmla="+- f95 0 f1"/>
                  <a:gd name="f123" fmla="*/ f96 1 f71"/>
                  <a:gd name="f124" fmla="*/ f97 1 f72"/>
                  <a:gd name="f125" fmla="*/ f98 1 f71"/>
                  <a:gd name="f126" fmla="*/ f99 1 f72"/>
                  <a:gd name="f127" fmla="*/ f100 1 f71"/>
                  <a:gd name="f128" fmla="*/ f101 1 f72"/>
                  <a:gd name="f129" fmla="*/ f102 1 f71"/>
                  <a:gd name="f130" fmla="*/ f103 1 f72"/>
                  <a:gd name="f131" fmla="*/ f104 1 f71"/>
                  <a:gd name="f132" fmla="*/ f105 1 f72"/>
                  <a:gd name="f133" fmla="*/ f106 1 f71"/>
                  <a:gd name="f134" fmla="*/ f107 1 f72"/>
                  <a:gd name="f135" fmla="*/ f108 1 f71"/>
                  <a:gd name="f136" fmla="*/ f109 1 f72"/>
                  <a:gd name="f137" fmla="*/ f110 1 f71"/>
                  <a:gd name="f138" fmla="*/ f111 1 f72"/>
                  <a:gd name="f139" fmla="*/ f112 1 f71"/>
                  <a:gd name="f140" fmla="*/ f113 1 f72"/>
                  <a:gd name="f141" fmla="*/ f114 1 f71"/>
                  <a:gd name="f142" fmla="*/ f115 1 f72"/>
                  <a:gd name="f143" fmla="*/ f116 1 f71"/>
                  <a:gd name="f144" fmla="*/ f117 1 f72"/>
                  <a:gd name="f145" fmla="*/ f118 f66 1"/>
                  <a:gd name="f146" fmla="*/ f119 f66 1"/>
                  <a:gd name="f147" fmla="*/ f121 f67 1"/>
                  <a:gd name="f148" fmla="*/ f120 f67 1"/>
                  <a:gd name="f149" fmla="*/ f123 f66 1"/>
                  <a:gd name="f150" fmla="*/ f124 f67 1"/>
                  <a:gd name="f151" fmla="*/ f125 f66 1"/>
                  <a:gd name="f152" fmla="*/ f126 f67 1"/>
                  <a:gd name="f153" fmla="*/ f127 f66 1"/>
                  <a:gd name="f154" fmla="*/ f128 f67 1"/>
                  <a:gd name="f155" fmla="*/ f129 f66 1"/>
                  <a:gd name="f156" fmla="*/ f130 f67 1"/>
                  <a:gd name="f157" fmla="*/ f131 f66 1"/>
                  <a:gd name="f158" fmla="*/ f132 f67 1"/>
                  <a:gd name="f159" fmla="*/ f133 f66 1"/>
                  <a:gd name="f160" fmla="*/ f134 f67 1"/>
                  <a:gd name="f161" fmla="*/ f135 f66 1"/>
                  <a:gd name="f162" fmla="*/ f136 f67 1"/>
                  <a:gd name="f163" fmla="*/ f137 f66 1"/>
                  <a:gd name="f164" fmla="*/ f138 f67 1"/>
                  <a:gd name="f165" fmla="*/ f139 f66 1"/>
                  <a:gd name="f166" fmla="*/ f140 f67 1"/>
                  <a:gd name="f167" fmla="*/ f141 f66 1"/>
                  <a:gd name="f168" fmla="*/ f142 f67 1"/>
                  <a:gd name="f169" fmla="*/ f143 f66 1"/>
                  <a:gd name="f170" fmla="*/ f144 f67 1"/>
                </a:gdLst>
                <a:ahLst/>
                <a:cxnLst>
                  <a:cxn ang="3cd4">
                    <a:pos x="hc" y="t"/>
                  </a:cxn>
                  <a:cxn ang="0">
                    <a:pos x="r" y="vc"/>
                  </a:cxn>
                  <a:cxn ang="cd4">
                    <a:pos x="hc" y="b"/>
                  </a:cxn>
                  <a:cxn ang="cd2">
                    <a:pos x="l" y="vc"/>
                  </a:cxn>
                  <a:cxn ang="f122">
                    <a:pos x="f149" y="f150"/>
                  </a:cxn>
                  <a:cxn ang="f122">
                    <a:pos x="f151" y="f152"/>
                  </a:cxn>
                  <a:cxn ang="f122">
                    <a:pos x="f153" y="f154"/>
                  </a:cxn>
                  <a:cxn ang="f122">
                    <a:pos x="f155" y="f156"/>
                  </a:cxn>
                  <a:cxn ang="f122">
                    <a:pos x="f157" y="f158"/>
                  </a:cxn>
                  <a:cxn ang="f122">
                    <a:pos x="f159" y="f160"/>
                  </a:cxn>
                  <a:cxn ang="f122">
                    <a:pos x="f161" y="f162"/>
                  </a:cxn>
                  <a:cxn ang="f122">
                    <a:pos x="f163" y="f164"/>
                  </a:cxn>
                  <a:cxn ang="f122">
                    <a:pos x="f165" y="f166"/>
                  </a:cxn>
                  <a:cxn ang="f122">
                    <a:pos x="f167" y="f168"/>
                  </a:cxn>
                  <a:cxn ang="f122">
                    <a:pos x="f169" y="f170"/>
                  </a:cxn>
                </a:cxnLst>
                <a:rect l="f145" t="f148" r="f146" b="f147"/>
                <a:pathLst>
                  <a:path w="2907315" h="1544764">
                    <a:moveTo>
                      <a:pt x="f5" y="f7"/>
                    </a:moveTo>
                    <a:cubicBezTo>
                      <a:pt x="f5" y="f7"/>
                      <a:pt x="f8" y="f9"/>
                      <a:pt x="f10" y="f11"/>
                    </a:cubicBezTo>
                    <a:cubicBezTo>
                      <a:pt x="f12" y="f13"/>
                      <a:pt x="f14" y="f15"/>
                      <a:pt x="f16" y="f17"/>
                    </a:cubicBezTo>
                    <a:cubicBezTo>
                      <a:pt x="f18" y="f19"/>
                      <a:pt x="f20" y="f21"/>
                      <a:pt x="f22" y="f23"/>
                    </a:cubicBezTo>
                    <a:cubicBezTo>
                      <a:pt x="f24" y="f25"/>
                      <a:pt x="f26" y="f27"/>
                      <a:pt x="f28" y="f29"/>
                    </a:cubicBezTo>
                    <a:cubicBezTo>
                      <a:pt x="f30" y="f31"/>
                      <a:pt x="f32" y="f33"/>
                      <a:pt x="f34" y="f35"/>
                    </a:cubicBezTo>
                    <a:cubicBezTo>
                      <a:pt x="f36" y="f37"/>
                      <a:pt x="f38" y="f39"/>
                      <a:pt x="f40" y="f41"/>
                    </a:cubicBezTo>
                    <a:cubicBezTo>
                      <a:pt x="f42" y="f43"/>
                      <a:pt x="f44" y="f45"/>
                      <a:pt x="f46" y="f47"/>
                    </a:cubicBezTo>
                    <a:cubicBezTo>
                      <a:pt x="f48" y="f49"/>
                      <a:pt x="f50" y="f51"/>
                      <a:pt x="f52" y="f53"/>
                    </a:cubicBezTo>
                    <a:cubicBezTo>
                      <a:pt x="f54" y="f55"/>
                      <a:pt x="f56" y="f57"/>
                      <a:pt x="f58" y="f59"/>
                    </a:cubicBezTo>
                    <a:cubicBezTo>
                      <a:pt x="f60" y="f61"/>
                      <a:pt x="f62" y="f63"/>
                      <a:pt x="f64"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4" name="Freeform: Shape 32">
                <a:extLst>
                  <a:ext uri="{FF2B5EF4-FFF2-40B4-BE49-F238E27FC236}">
                    <a16:creationId xmlns:a16="http://schemas.microsoft.com/office/drawing/2014/main" id="{7D38115A-498B-45EB-8091-DB3AE11B42EC}"/>
                  </a:ext>
                </a:extLst>
              </p:cNvPr>
              <p:cNvSpPr/>
              <p:nvPr/>
            </p:nvSpPr>
            <p:spPr>
              <a:xfrm>
                <a:off x="9369335" y="5113178"/>
                <a:ext cx="2822579" cy="1744821"/>
              </a:xfrm>
              <a:custGeom>
                <a:avLst/>
                <a:gdLst>
                  <a:gd name="f0" fmla="val 10800000"/>
                  <a:gd name="f1" fmla="val 5400000"/>
                  <a:gd name="f2" fmla="val 180"/>
                  <a:gd name="f3" fmla="val w"/>
                  <a:gd name="f4" fmla="val h"/>
                  <a:gd name="f5" fmla="val 0"/>
                  <a:gd name="f6" fmla="val 3168300"/>
                  <a:gd name="f7" fmla="val 1952434"/>
                  <a:gd name="f8" fmla="val 1952435"/>
                  <a:gd name="f9" fmla="val 91059"/>
                  <a:gd name="f10" fmla="val 1796415"/>
                  <a:gd name="f11" fmla="val 202121"/>
                  <a:gd name="f12" fmla="val 1687068"/>
                  <a:gd name="f13" fmla="val 301943"/>
                  <a:gd name="f14" fmla="val 1588675"/>
                  <a:gd name="f15" fmla="val 416528"/>
                  <a:gd name="f16" fmla="val 1505617"/>
                  <a:gd name="f17" fmla="val 545116"/>
                  <a:gd name="f18" fmla="val 1450277"/>
                  <a:gd name="f19" fmla="val 659987"/>
                  <a:gd name="f20" fmla="val 1400747"/>
                  <a:gd name="f21" fmla="val 783622"/>
                  <a:gd name="f22" fmla="val 1377601"/>
                  <a:gd name="f23" fmla="val 906780"/>
                  <a:gd name="f24" fmla="val 1354455"/>
                  <a:gd name="f25" fmla="val 1048036"/>
                  <a:gd name="f26" fmla="val 1327976"/>
                  <a:gd name="f27" fmla="val 1189482"/>
                  <a:gd name="f28" fmla="val 1301972"/>
                  <a:gd name="f29" fmla="val 1332262"/>
                  <a:gd name="f30" fmla="val 1285304"/>
                  <a:gd name="f31" fmla="val 1452182"/>
                  <a:gd name="f32" fmla="val 1271302"/>
                  <a:gd name="f33" fmla="val 1573340"/>
                  <a:gd name="f34" fmla="val 1265873"/>
                  <a:gd name="f35" fmla="val 1691259"/>
                  <a:gd name="f36" fmla="val 1240060"/>
                  <a:gd name="f37" fmla="val 1800035"/>
                  <a:gd name="f38" fmla="val 1216247"/>
                  <a:gd name="f39" fmla="val 1904619"/>
                  <a:gd name="f40" fmla="val 1176718"/>
                  <a:gd name="f41" fmla="val 2010346"/>
                  <a:gd name="f42" fmla="val 1141667"/>
                  <a:gd name="f43" fmla="val 2136743"/>
                  <a:gd name="f44" fmla="val 1099661"/>
                  <a:gd name="f45" fmla="val 2265902"/>
                  <a:gd name="f46" fmla="val 1066229"/>
                  <a:gd name="f47" fmla="val 2393252"/>
                  <a:gd name="f48" fmla="val 1027271"/>
                  <a:gd name="f49" fmla="val 2457450"/>
                  <a:gd name="f50" fmla="val 1007650"/>
                  <a:gd name="f51" fmla="val 2521744"/>
                  <a:gd name="f52" fmla="val 987552"/>
                  <a:gd name="f53" fmla="val 2582037"/>
                  <a:gd name="f54" fmla="val 958120"/>
                  <a:gd name="f55" fmla="val 2648807"/>
                  <a:gd name="f56" fmla="val 925449"/>
                  <a:gd name="f57" fmla="val 2710815"/>
                  <a:gd name="f58" fmla="val 883349"/>
                  <a:gd name="f59" fmla="val 2760155"/>
                  <a:gd name="f60" fmla="val 827723"/>
                  <a:gd name="f61" fmla="val 2827496"/>
                  <a:gd name="f62" fmla="val 751904"/>
                  <a:gd name="f63" fmla="val 2867978"/>
                  <a:gd name="f64" fmla="val 657511"/>
                  <a:gd name="f65" fmla="val 2914364"/>
                  <a:gd name="f66" fmla="val 567023"/>
                  <a:gd name="f67" fmla="val 2972753"/>
                  <a:gd name="f68" fmla="val 453200"/>
                  <a:gd name="f69" fmla="val 3119152"/>
                  <a:gd name="f70" fmla="val 118015"/>
                  <a:gd name="f71" fmla="val 3168301"/>
                  <a:gd name="f72" fmla="+- 0 0 -90"/>
                  <a:gd name="f73" fmla="*/ f3 1 3168300"/>
                  <a:gd name="f74" fmla="*/ f4 1 1952434"/>
                  <a:gd name="f75" fmla="+- f7 0 f5"/>
                  <a:gd name="f76" fmla="+- f6 0 f5"/>
                  <a:gd name="f77" fmla="*/ f72 f0 1"/>
                  <a:gd name="f78" fmla="*/ f76 1 3168300"/>
                  <a:gd name="f79" fmla="*/ f75 1 1952434"/>
                  <a:gd name="f80" fmla="*/ 0 f76 1"/>
                  <a:gd name="f81" fmla="*/ 1952435 f75 1"/>
                  <a:gd name="f82" fmla="*/ 202121 f76 1"/>
                  <a:gd name="f83" fmla="*/ 1687068 f75 1"/>
                  <a:gd name="f84" fmla="*/ 545116 f76 1"/>
                  <a:gd name="f85" fmla="*/ 1450277 f75 1"/>
                  <a:gd name="f86" fmla="*/ 906780 f76 1"/>
                  <a:gd name="f87" fmla="*/ 1354455 f75 1"/>
                  <a:gd name="f88" fmla="*/ 1332262 f76 1"/>
                  <a:gd name="f89" fmla="*/ 1285304 f75 1"/>
                  <a:gd name="f90" fmla="*/ 1691259 f76 1"/>
                  <a:gd name="f91" fmla="*/ 1240060 f75 1"/>
                  <a:gd name="f92" fmla="*/ 2010346 f76 1"/>
                  <a:gd name="f93" fmla="*/ 1141667 f75 1"/>
                  <a:gd name="f94" fmla="*/ 2393252 f76 1"/>
                  <a:gd name="f95" fmla="*/ 1027271 f75 1"/>
                  <a:gd name="f96" fmla="*/ 2582037 f76 1"/>
                  <a:gd name="f97" fmla="*/ 958120 f75 1"/>
                  <a:gd name="f98" fmla="*/ 2760155 f76 1"/>
                  <a:gd name="f99" fmla="*/ 827723 f75 1"/>
                  <a:gd name="f100" fmla="*/ 2914364 f76 1"/>
                  <a:gd name="f101" fmla="*/ 567023 f75 1"/>
                  <a:gd name="f102" fmla="*/ 3168301 f76 1"/>
                  <a:gd name="f103" fmla="*/ 0 f75 1"/>
                  <a:gd name="f104" fmla="*/ f77 1 f2"/>
                  <a:gd name="f105" fmla="*/ f80 1 3168300"/>
                  <a:gd name="f106" fmla="*/ f81 1 1952434"/>
                  <a:gd name="f107" fmla="*/ f82 1 3168300"/>
                  <a:gd name="f108" fmla="*/ f83 1 1952434"/>
                  <a:gd name="f109" fmla="*/ f84 1 3168300"/>
                  <a:gd name="f110" fmla="*/ f85 1 1952434"/>
                  <a:gd name="f111" fmla="*/ f86 1 3168300"/>
                  <a:gd name="f112" fmla="*/ f87 1 1952434"/>
                  <a:gd name="f113" fmla="*/ f88 1 3168300"/>
                  <a:gd name="f114" fmla="*/ f89 1 1952434"/>
                  <a:gd name="f115" fmla="*/ f90 1 3168300"/>
                  <a:gd name="f116" fmla="*/ f91 1 1952434"/>
                  <a:gd name="f117" fmla="*/ f92 1 3168300"/>
                  <a:gd name="f118" fmla="*/ f93 1 1952434"/>
                  <a:gd name="f119" fmla="*/ f94 1 3168300"/>
                  <a:gd name="f120" fmla="*/ f95 1 1952434"/>
                  <a:gd name="f121" fmla="*/ f96 1 3168300"/>
                  <a:gd name="f122" fmla="*/ f97 1 1952434"/>
                  <a:gd name="f123" fmla="*/ f98 1 3168300"/>
                  <a:gd name="f124" fmla="*/ f99 1 1952434"/>
                  <a:gd name="f125" fmla="*/ f100 1 3168300"/>
                  <a:gd name="f126" fmla="*/ f101 1 1952434"/>
                  <a:gd name="f127" fmla="*/ f102 1 3168300"/>
                  <a:gd name="f128" fmla="*/ f103 1 1952434"/>
                  <a:gd name="f129" fmla="*/ f5 1 f78"/>
                  <a:gd name="f130" fmla="*/ f6 1 f78"/>
                  <a:gd name="f131" fmla="*/ f5 1 f79"/>
                  <a:gd name="f132" fmla="*/ f7 1 f79"/>
                  <a:gd name="f133" fmla="+- f104 0 f1"/>
                  <a:gd name="f134" fmla="*/ f105 1 f78"/>
                  <a:gd name="f135" fmla="*/ f106 1 f79"/>
                  <a:gd name="f136" fmla="*/ f107 1 f78"/>
                  <a:gd name="f137" fmla="*/ f108 1 f79"/>
                  <a:gd name="f138" fmla="*/ f109 1 f78"/>
                  <a:gd name="f139" fmla="*/ f110 1 f79"/>
                  <a:gd name="f140" fmla="*/ f111 1 f78"/>
                  <a:gd name="f141" fmla="*/ f112 1 f79"/>
                  <a:gd name="f142" fmla="*/ f113 1 f78"/>
                  <a:gd name="f143" fmla="*/ f114 1 f79"/>
                  <a:gd name="f144" fmla="*/ f115 1 f78"/>
                  <a:gd name="f145" fmla="*/ f116 1 f79"/>
                  <a:gd name="f146" fmla="*/ f117 1 f78"/>
                  <a:gd name="f147" fmla="*/ f118 1 f79"/>
                  <a:gd name="f148" fmla="*/ f119 1 f78"/>
                  <a:gd name="f149" fmla="*/ f120 1 f79"/>
                  <a:gd name="f150" fmla="*/ f121 1 f78"/>
                  <a:gd name="f151" fmla="*/ f122 1 f79"/>
                  <a:gd name="f152" fmla="*/ f123 1 f78"/>
                  <a:gd name="f153" fmla="*/ f124 1 f79"/>
                  <a:gd name="f154" fmla="*/ f125 1 f78"/>
                  <a:gd name="f155" fmla="*/ f126 1 f79"/>
                  <a:gd name="f156" fmla="*/ f127 1 f78"/>
                  <a:gd name="f157" fmla="*/ f128 1 f79"/>
                  <a:gd name="f158" fmla="*/ f129 f73 1"/>
                  <a:gd name="f159" fmla="*/ f130 f73 1"/>
                  <a:gd name="f160" fmla="*/ f132 f74 1"/>
                  <a:gd name="f161" fmla="*/ f131 f74 1"/>
                  <a:gd name="f162" fmla="*/ f134 f73 1"/>
                  <a:gd name="f163" fmla="*/ f135 f74 1"/>
                  <a:gd name="f164" fmla="*/ f136 f73 1"/>
                  <a:gd name="f165" fmla="*/ f137 f74 1"/>
                  <a:gd name="f166" fmla="*/ f138 f73 1"/>
                  <a:gd name="f167" fmla="*/ f139 f74 1"/>
                  <a:gd name="f168" fmla="*/ f140 f73 1"/>
                  <a:gd name="f169" fmla="*/ f141 f74 1"/>
                  <a:gd name="f170" fmla="*/ f142 f73 1"/>
                  <a:gd name="f171" fmla="*/ f143 f74 1"/>
                  <a:gd name="f172" fmla="*/ f144 f73 1"/>
                  <a:gd name="f173" fmla="*/ f145 f74 1"/>
                  <a:gd name="f174" fmla="*/ f146 f73 1"/>
                  <a:gd name="f175" fmla="*/ f147 f74 1"/>
                  <a:gd name="f176" fmla="*/ f148 f73 1"/>
                  <a:gd name="f177" fmla="*/ f149 f74 1"/>
                  <a:gd name="f178" fmla="*/ f150 f73 1"/>
                  <a:gd name="f179" fmla="*/ f151 f74 1"/>
                  <a:gd name="f180" fmla="*/ f152 f73 1"/>
                  <a:gd name="f181" fmla="*/ f153 f74 1"/>
                  <a:gd name="f182" fmla="*/ f154 f73 1"/>
                  <a:gd name="f183" fmla="*/ f155 f74 1"/>
                  <a:gd name="f184" fmla="*/ f156 f73 1"/>
                  <a:gd name="f185" fmla="*/ f157 f74 1"/>
                </a:gdLst>
                <a:ahLst/>
                <a:cxnLst>
                  <a:cxn ang="3cd4">
                    <a:pos x="hc" y="t"/>
                  </a:cxn>
                  <a:cxn ang="0">
                    <a:pos x="r" y="vc"/>
                  </a:cxn>
                  <a:cxn ang="cd4">
                    <a:pos x="hc" y="b"/>
                  </a:cxn>
                  <a:cxn ang="cd2">
                    <a:pos x="l" y="vc"/>
                  </a:cxn>
                  <a:cxn ang="f133">
                    <a:pos x="f162" y="f163"/>
                  </a:cxn>
                  <a:cxn ang="f133">
                    <a:pos x="f164" y="f165"/>
                  </a:cxn>
                  <a:cxn ang="f133">
                    <a:pos x="f166" y="f167"/>
                  </a:cxn>
                  <a:cxn ang="f133">
                    <a:pos x="f168" y="f169"/>
                  </a:cxn>
                  <a:cxn ang="f133">
                    <a:pos x="f170" y="f171"/>
                  </a:cxn>
                  <a:cxn ang="f133">
                    <a:pos x="f172" y="f173"/>
                  </a:cxn>
                  <a:cxn ang="f133">
                    <a:pos x="f174" y="f175"/>
                  </a:cxn>
                  <a:cxn ang="f133">
                    <a:pos x="f176" y="f177"/>
                  </a:cxn>
                  <a:cxn ang="f133">
                    <a:pos x="f178" y="f179"/>
                  </a:cxn>
                  <a:cxn ang="f133">
                    <a:pos x="f180" y="f181"/>
                  </a:cxn>
                  <a:cxn ang="f133">
                    <a:pos x="f182" y="f183"/>
                  </a:cxn>
                  <a:cxn ang="f133">
                    <a:pos x="f184" y="f185"/>
                  </a:cxn>
                </a:cxnLst>
                <a:rect l="f158" t="f161" r="f159" b="f160"/>
                <a:pathLst>
                  <a:path w="3168300" h="1952434">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35" y="f36"/>
                    </a:cubicBezTo>
                    <a:cubicBezTo>
                      <a:pt x="f37" y="f38"/>
                      <a:pt x="f39" y="f40"/>
                      <a:pt x="f41" y="f42"/>
                    </a:cubicBezTo>
                    <a:cubicBezTo>
                      <a:pt x="f43" y="f44"/>
                      <a:pt x="f45" y="f46"/>
                      <a:pt x="f47" y="f48"/>
                    </a:cubicBezTo>
                    <a:cubicBezTo>
                      <a:pt x="f49" y="f50"/>
                      <a:pt x="f51" y="f52"/>
                      <a:pt x="f53" y="f54"/>
                    </a:cubicBezTo>
                    <a:cubicBezTo>
                      <a:pt x="f55" y="f56"/>
                      <a:pt x="f57" y="f58"/>
                      <a:pt x="f59" y="f60"/>
                    </a:cubicBezTo>
                    <a:cubicBezTo>
                      <a:pt x="f61" y="f62"/>
                      <a:pt x="f63" y="f64"/>
                      <a:pt x="f65" y="f66"/>
                    </a:cubicBezTo>
                    <a:cubicBezTo>
                      <a:pt x="f67" y="f68"/>
                      <a:pt x="f69" y="f70"/>
                      <a:pt x="f71"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5" name="Freeform: Shape 33">
                <a:extLst>
                  <a:ext uri="{FF2B5EF4-FFF2-40B4-BE49-F238E27FC236}">
                    <a16:creationId xmlns:a16="http://schemas.microsoft.com/office/drawing/2014/main" id="{AA0FB59B-50B4-4F44-903F-FAE075683628}"/>
                  </a:ext>
                </a:extLst>
              </p:cNvPr>
              <p:cNvSpPr/>
              <p:nvPr/>
            </p:nvSpPr>
            <p:spPr>
              <a:xfrm>
                <a:off x="9188339" y="4664253"/>
                <a:ext cx="2990508" cy="2191277"/>
              </a:xfrm>
              <a:custGeom>
                <a:avLst/>
                <a:gdLst>
                  <a:gd name="f0" fmla="val 10800000"/>
                  <a:gd name="f1" fmla="val 5400000"/>
                  <a:gd name="f2" fmla="val 180"/>
                  <a:gd name="f3" fmla="val w"/>
                  <a:gd name="f4" fmla="val h"/>
                  <a:gd name="f5" fmla="val 0"/>
                  <a:gd name="f6" fmla="val 3356800"/>
                  <a:gd name="f7" fmla="val 2452020"/>
                  <a:gd name="f8" fmla="val 2452021"/>
                  <a:gd name="f9" fmla="val 57150"/>
                  <a:gd name="f10" fmla="val 2344198"/>
                  <a:gd name="f11" fmla="val 130874"/>
                  <a:gd name="f12" fmla="val 2247710"/>
                  <a:gd name="f13" fmla="val 218694"/>
                  <a:gd name="f14" fmla="val 2132648"/>
                  <a:gd name="f15" fmla="val 328136"/>
                  <a:gd name="f16" fmla="val 2036635"/>
                  <a:gd name="f17" fmla="val 437197"/>
                  <a:gd name="f18" fmla="val 1941195"/>
                  <a:gd name="f19" fmla="val 529304"/>
                  <a:gd name="f20" fmla="val 1860709"/>
                  <a:gd name="f21" fmla="val 623030"/>
                  <a:gd name="f22" fmla="val 1779556"/>
                  <a:gd name="f23" fmla="val 737140"/>
                  <a:gd name="f24" fmla="val 1736884"/>
                  <a:gd name="f25" fmla="val 830866"/>
                  <a:gd name="f26" fmla="val 1701736"/>
                  <a:gd name="f27" fmla="val 932021"/>
                  <a:gd name="f28" fmla="val 1695450"/>
                  <a:gd name="f29" fmla="val 1031843"/>
                  <a:gd name="f30" fmla="val 1685068"/>
                  <a:gd name="f31" fmla="val 1117092"/>
                  <a:gd name="f32" fmla="val 1676210"/>
                  <a:gd name="f33" fmla="val 1202055"/>
                  <a:gd name="f34" fmla="val 1665160"/>
                  <a:gd name="f35" fmla="val 1287304"/>
                  <a:gd name="f36" fmla="val 1655826"/>
                  <a:gd name="f37" fmla="val 1348931"/>
                  <a:gd name="f38" fmla="val 1649063"/>
                  <a:gd name="f39" fmla="val 1410653"/>
                  <a:gd name="f40" fmla="val 1643539"/>
                  <a:gd name="f41" fmla="val 1471994"/>
                  <a:gd name="f42" fmla="val 1634300"/>
                  <a:gd name="f43" fmla="val 1618679"/>
                  <a:gd name="f44" fmla="val 1612011"/>
                  <a:gd name="f45" fmla="val 1761935"/>
                  <a:gd name="f46" fmla="val 1571149"/>
                  <a:gd name="f47" fmla="val 1898237"/>
                  <a:gd name="f48" fmla="val 1512665"/>
                  <a:gd name="f49" fmla="val 2010442"/>
                  <a:gd name="f50" fmla="val 1464564"/>
                  <a:gd name="f51" fmla="val 2117503"/>
                  <a:gd name="f52" fmla="val 1405128"/>
                  <a:gd name="f53" fmla="val 2229136"/>
                  <a:gd name="f54" fmla="val 1355598"/>
                  <a:gd name="f55" fmla="val 2322481"/>
                  <a:gd name="f56" fmla="val 1314164"/>
                  <a:gd name="f57" fmla="val 2418969"/>
                  <a:gd name="f58" fmla="val 1280160"/>
                  <a:gd name="f59" fmla="val 2512314"/>
                  <a:gd name="f60" fmla="val 1238631"/>
                  <a:gd name="f61" fmla="val 2599087"/>
                  <a:gd name="f62" fmla="val 1199960"/>
                  <a:gd name="f63" fmla="val 2683193"/>
                  <a:gd name="f64" fmla="val 1154811"/>
                  <a:gd name="f65" fmla="val 2758535"/>
                  <a:gd name="f66" fmla="val 1096994"/>
                  <a:gd name="f67" fmla="val 2825020"/>
                  <a:gd name="f68" fmla="val 1046035"/>
                  <a:gd name="f69" fmla="val 2883789"/>
                  <a:gd name="f70" fmla="val 985837"/>
                  <a:gd name="f71" fmla="val 2935510"/>
                  <a:gd name="f72" fmla="val 919925"/>
                  <a:gd name="f73" fmla="val 2992184"/>
                  <a:gd name="f74" fmla="val 847725"/>
                  <a:gd name="f75" fmla="val 3039904"/>
                  <a:gd name="f76" fmla="val 769144"/>
                  <a:gd name="f77" fmla="val 3081719"/>
                  <a:gd name="f78" fmla="val 687419"/>
                  <a:gd name="f79" fmla="val 3138297"/>
                  <a:gd name="f80" fmla="val 576739"/>
                  <a:gd name="f81" fmla="val 3314129"/>
                  <a:gd name="f82" fmla="val 116776"/>
                  <a:gd name="f83" fmla="+- 0 0 -90"/>
                  <a:gd name="f84" fmla="*/ f3 1 3356800"/>
                  <a:gd name="f85" fmla="*/ f4 1 2452020"/>
                  <a:gd name="f86" fmla="+- f7 0 f5"/>
                  <a:gd name="f87" fmla="+- f6 0 f5"/>
                  <a:gd name="f88" fmla="*/ f83 f0 1"/>
                  <a:gd name="f89" fmla="*/ f87 1 3356800"/>
                  <a:gd name="f90" fmla="*/ f86 1 2452020"/>
                  <a:gd name="f91" fmla="*/ 0 f87 1"/>
                  <a:gd name="f92" fmla="*/ 2452021 f86 1"/>
                  <a:gd name="f93" fmla="*/ 130874 f87 1"/>
                  <a:gd name="f94" fmla="*/ 2247710 f86 1"/>
                  <a:gd name="f95" fmla="*/ 437197 f87 1"/>
                  <a:gd name="f96" fmla="*/ 1941195 f86 1"/>
                  <a:gd name="f97" fmla="*/ 737140 f87 1"/>
                  <a:gd name="f98" fmla="*/ 1736884 f86 1"/>
                  <a:gd name="f99" fmla="*/ 1031843 f87 1"/>
                  <a:gd name="f100" fmla="*/ 1685068 f86 1"/>
                  <a:gd name="f101" fmla="*/ 1287304 f87 1"/>
                  <a:gd name="f102" fmla="*/ 1655826 f86 1"/>
                  <a:gd name="f103" fmla="*/ 1471994 f87 1"/>
                  <a:gd name="f104" fmla="*/ 1634300 f86 1"/>
                  <a:gd name="f105" fmla="*/ 1898237 f87 1"/>
                  <a:gd name="f106" fmla="*/ 1512665 f86 1"/>
                  <a:gd name="f107" fmla="*/ 2229136 f87 1"/>
                  <a:gd name="f108" fmla="*/ 1355598 f86 1"/>
                  <a:gd name="f109" fmla="*/ 2512314 f87 1"/>
                  <a:gd name="f110" fmla="*/ 1238631 f86 1"/>
                  <a:gd name="f111" fmla="*/ 2758535 f87 1"/>
                  <a:gd name="f112" fmla="*/ 1096994 f86 1"/>
                  <a:gd name="f113" fmla="*/ 2935510 f87 1"/>
                  <a:gd name="f114" fmla="*/ 919925 f86 1"/>
                  <a:gd name="f115" fmla="*/ 3081719 f87 1"/>
                  <a:gd name="f116" fmla="*/ 687419 f86 1"/>
                  <a:gd name="f117" fmla="*/ 3356800 f87 1"/>
                  <a:gd name="f118" fmla="*/ 0 f86 1"/>
                  <a:gd name="f119" fmla="*/ f88 1 f2"/>
                  <a:gd name="f120" fmla="*/ f91 1 3356800"/>
                  <a:gd name="f121" fmla="*/ f92 1 2452020"/>
                  <a:gd name="f122" fmla="*/ f93 1 3356800"/>
                  <a:gd name="f123" fmla="*/ f94 1 2452020"/>
                  <a:gd name="f124" fmla="*/ f95 1 3356800"/>
                  <a:gd name="f125" fmla="*/ f96 1 2452020"/>
                  <a:gd name="f126" fmla="*/ f97 1 3356800"/>
                  <a:gd name="f127" fmla="*/ f98 1 2452020"/>
                  <a:gd name="f128" fmla="*/ f99 1 3356800"/>
                  <a:gd name="f129" fmla="*/ f100 1 2452020"/>
                  <a:gd name="f130" fmla="*/ f101 1 3356800"/>
                  <a:gd name="f131" fmla="*/ f102 1 2452020"/>
                  <a:gd name="f132" fmla="*/ f103 1 3356800"/>
                  <a:gd name="f133" fmla="*/ f104 1 2452020"/>
                  <a:gd name="f134" fmla="*/ f105 1 3356800"/>
                  <a:gd name="f135" fmla="*/ f106 1 2452020"/>
                  <a:gd name="f136" fmla="*/ f107 1 3356800"/>
                  <a:gd name="f137" fmla="*/ f108 1 2452020"/>
                  <a:gd name="f138" fmla="*/ f109 1 3356800"/>
                  <a:gd name="f139" fmla="*/ f110 1 2452020"/>
                  <a:gd name="f140" fmla="*/ f111 1 3356800"/>
                  <a:gd name="f141" fmla="*/ f112 1 2452020"/>
                  <a:gd name="f142" fmla="*/ f113 1 3356800"/>
                  <a:gd name="f143" fmla="*/ f114 1 2452020"/>
                  <a:gd name="f144" fmla="*/ f115 1 3356800"/>
                  <a:gd name="f145" fmla="*/ f116 1 2452020"/>
                  <a:gd name="f146" fmla="*/ f117 1 3356800"/>
                  <a:gd name="f147" fmla="*/ f118 1 2452020"/>
                  <a:gd name="f148" fmla="*/ f5 1 f89"/>
                  <a:gd name="f149" fmla="*/ f6 1 f89"/>
                  <a:gd name="f150" fmla="*/ f5 1 f90"/>
                  <a:gd name="f151" fmla="*/ f7 1 f90"/>
                  <a:gd name="f152" fmla="+- f119 0 f1"/>
                  <a:gd name="f153" fmla="*/ f120 1 f89"/>
                  <a:gd name="f154" fmla="*/ f121 1 f90"/>
                  <a:gd name="f155" fmla="*/ f122 1 f89"/>
                  <a:gd name="f156" fmla="*/ f123 1 f90"/>
                  <a:gd name="f157" fmla="*/ f124 1 f89"/>
                  <a:gd name="f158" fmla="*/ f125 1 f90"/>
                  <a:gd name="f159" fmla="*/ f126 1 f89"/>
                  <a:gd name="f160" fmla="*/ f127 1 f90"/>
                  <a:gd name="f161" fmla="*/ f128 1 f89"/>
                  <a:gd name="f162" fmla="*/ f129 1 f90"/>
                  <a:gd name="f163" fmla="*/ f130 1 f89"/>
                  <a:gd name="f164" fmla="*/ f131 1 f90"/>
                  <a:gd name="f165" fmla="*/ f132 1 f89"/>
                  <a:gd name="f166" fmla="*/ f133 1 f90"/>
                  <a:gd name="f167" fmla="*/ f134 1 f89"/>
                  <a:gd name="f168" fmla="*/ f135 1 f90"/>
                  <a:gd name="f169" fmla="*/ f136 1 f89"/>
                  <a:gd name="f170" fmla="*/ f137 1 f90"/>
                  <a:gd name="f171" fmla="*/ f138 1 f89"/>
                  <a:gd name="f172" fmla="*/ f139 1 f90"/>
                  <a:gd name="f173" fmla="*/ f140 1 f89"/>
                  <a:gd name="f174" fmla="*/ f141 1 f90"/>
                  <a:gd name="f175" fmla="*/ f142 1 f89"/>
                  <a:gd name="f176" fmla="*/ f143 1 f90"/>
                  <a:gd name="f177" fmla="*/ f144 1 f89"/>
                  <a:gd name="f178" fmla="*/ f145 1 f90"/>
                  <a:gd name="f179" fmla="*/ f146 1 f89"/>
                  <a:gd name="f180" fmla="*/ f147 1 f90"/>
                  <a:gd name="f181" fmla="*/ f148 f84 1"/>
                  <a:gd name="f182" fmla="*/ f149 f84 1"/>
                  <a:gd name="f183" fmla="*/ f151 f85 1"/>
                  <a:gd name="f184" fmla="*/ f150 f85 1"/>
                  <a:gd name="f185" fmla="*/ f153 f84 1"/>
                  <a:gd name="f186" fmla="*/ f154 f85 1"/>
                  <a:gd name="f187" fmla="*/ f155 f84 1"/>
                  <a:gd name="f188" fmla="*/ f156 f85 1"/>
                  <a:gd name="f189" fmla="*/ f157 f84 1"/>
                  <a:gd name="f190" fmla="*/ f158 f85 1"/>
                  <a:gd name="f191" fmla="*/ f159 f84 1"/>
                  <a:gd name="f192" fmla="*/ f160 f85 1"/>
                  <a:gd name="f193" fmla="*/ f161 f84 1"/>
                  <a:gd name="f194" fmla="*/ f162 f85 1"/>
                  <a:gd name="f195" fmla="*/ f163 f84 1"/>
                  <a:gd name="f196" fmla="*/ f164 f85 1"/>
                  <a:gd name="f197" fmla="*/ f165 f84 1"/>
                  <a:gd name="f198" fmla="*/ f166 f85 1"/>
                  <a:gd name="f199" fmla="*/ f167 f84 1"/>
                  <a:gd name="f200" fmla="*/ f168 f85 1"/>
                  <a:gd name="f201" fmla="*/ f169 f84 1"/>
                  <a:gd name="f202" fmla="*/ f170 f85 1"/>
                  <a:gd name="f203" fmla="*/ f171 f84 1"/>
                  <a:gd name="f204" fmla="*/ f172 f85 1"/>
                  <a:gd name="f205" fmla="*/ f173 f84 1"/>
                  <a:gd name="f206" fmla="*/ f174 f85 1"/>
                  <a:gd name="f207" fmla="*/ f175 f84 1"/>
                  <a:gd name="f208" fmla="*/ f176 f85 1"/>
                  <a:gd name="f209" fmla="*/ f177 f84 1"/>
                  <a:gd name="f210" fmla="*/ f178 f85 1"/>
                  <a:gd name="f211" fmla="*/ f179 f84 1"/>
                  <a:gd name="f212" fmla="*/ f180 f85 1"/>
                </a:gdLst>
                <a:ahLst/>
                <a:cxnLst>
                  <a:cxn ang="3cd4">
                    <a:pos x="hc" y="t"/>
                  </a:cxn>
                  <a:cxn ang="0">
                    <a:pos x="r" y="vc"/>
                  </a:cxn>
                  <a:cxn ang="cd4">
                    <a:pos x="hc" y="b"/>
                  </a:cxn>
                  <a:cxn ang="cd2">
                    <a:pos x="l" y="vc"/>
                  </a:cxn>
                  <a:cxn ang="f152">
                    <a:pos x="f185" y="f186"/>
                  </a:cxn>
                  <a:cxn ang="f152">
                    <a:pos x="f187" y="f188"/>
                  </a:cxn>
                  <a:cxn ang="f152">
                    <a:pos x="f189" y="f190"/>
                  </a:cxn>
                  <a:cxn ang="f152">
                    <a:pos x="f191" y="f192"/>
                  </a:cxn>
                  <a:cxn ang="f152">
                    <a:pos x="f193" y="f194"/>
                  </a:cxn>
                  <a:cxn ang="f152">
                    <a:pos x="f195" y="f196"/>
                  </a:cxn>
                  <a:cxn ang="f152">
                    <a:pos x="f197" y="f198"/>
                  </a:cxn>
                  <a:cxn ang="f152">
                    <a:pos x="f199" y="f200"/>
                  </a:cxn>
                  <a:cxn ang="f152">
                    <a:pos x="f201" y="f202"/>
                  </a:cxn>
                  <a:cxn ang="f152">
                    <a:pos x="f203" y="f204"/>
                  </a:cxn>
                  <a:cxn ang="f152">
                    <a:pos x="f205" y="f206"/>
                  </a:cxn>
                  <a:cxn ang="f152">
                    <a:pos x="f207" y="f208"/>
                  </a:cxn>
                  <a:cxn ang="f152">
                    <a:pos x="f209" y="f210"/>
                  </a:cxn>
                  <a:cxn ang="f152">
                    <a:pos x="f211" y="f212"/>
                  </a:cxn>
                </a:cxnLst>
                <a:rect l="f181" t="f184" r="f182" b="f183"/>
                <a:pathLst>
                  <a:path w="3356800" h="2452020">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35" y="f36"/>
                    </a:cubicBezTo>
                    <a:cubicBezTo>
                      <a:pt x="f37" y="f38"/>
                      <a:pt x="f39" y="f40"/>
                      <a:pt x="f41" y="f42"/>
                    </a:cubicBezTo>
                    <a:cubicBezTo>
                      <a:pt x="f43" y="f44"/>
                      <a:pt x="f45" y="f46"/>
                      <a:pt x="f47" y="f48"/>
                    </a:cubicBezTo>
                    <a:cubicBezTo>
                      <a:pt x="f49" y="f50"/>
                      <a:pt x="f51" y="f52"/>
                      <a:pt x="f53" y="f54"/>
                    </a:cubicBezTo>
                    <a:cubicBezTo>
                      <a:pt x="f55" y="f56"/>
                      <a:pt x="f57" y="f58"/>
                      <a:pt x="f59" y="f60"/>
                    </a:cubicBezTo>
                    <a:cubicBezTo>
                      <a:pt x="f61" y="f62"/>
                      <a:pt x="f63" y="f64"/>
                      <a:pt x="f65" y="f66"/>
                    </a:cubicBezTo>
                    <a:cubicBezTo>
                      <a:pt x="f67" y="f68"/>
                      <a:pt x="f69" y="f70"/>
                      <a:pt x="f71" y="f72"/>
                    </a:cubicBezTo>
                    <a:cubicBezTo>
                      <a:pt x="f73" y="f74"/>
                      <a:pt x="f75" y="f76"/>
                      <a:pt x="f77" y="f78"/>
                    </a:cubicBezTo>
                    <a:cubicBezTo>
                      <a:pt x="f79" y="f80"/>
                      <a:pt x="f81" y="f82"/>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sp>
          <p:nvSpPr>
            <p:cNvPr id="26" name="Freeform: Shape 26">
              <a:extLst>
                <a:ext uri="{FF2B5EF4-FFF2-40B4-BE49-F238E27FC236}">
                  <a16:creationId xmlns:a16="http://schemas.microsoft.com/office/drawing/2014/main" id="{AB8C0727-037E-4F9C-A0E6-FBA55AD336B5}"/>
                </a:ext>
              </a:extLst>
            </p:cNvPr>
            <p:cNvSpPr/>
            <p:nvPr/>
          </p:nvSpPr>
          <p:spPr>
            <a:xfrm>
              <a:off x="7980398" y="5197175"/>
              <a:ext cx="4211598" cy="1660824"/>
            </a:xfrm>
            <a:custGeom>
              <a:avLst/>
              <a:gdLst>
                <a:gd name="f0" fmla="val 10800000"/>
                <a:gd name="f1" fmla="val 5400000"/>
                <a:gd name="f2" fmla="val 180"/>
                <a:gd name="f3" fmla="val w"/>
                <a:gd name="f4" fmla="val h"/>
                <a:gd name="f5" fmla="val 0"/>
                <a:gd name="f6" fmla="val 4211600"/>
                <a:gd name="f7" fmla="val 1660822"/>
                <a:gd name="f8" fmla="val 58430"/>
                <a:gd name="f9" fmla="val 4136524"/>
                <a:gd name="f10" fmla="val 208808"/>
                <a:gd name="f11" fmla="val 4089791"/>
                <a:gd name="f12" fmla="val 287770"/>
                <a:gd name="f13" fmla="val 4030588"/>
                <a:gd name="f14" fmla="val 363780"/>
                <a:gd name="f15" fmla="val 3973354"/>
                <a:gd name="f16" fmla="val 437313"/>
                <a:gd name="f17" fmla="val 3943819"/>
                <a:gd name="f18" fmla="val 475222"/>
                <a:gd name="f19" fmla="val 3913231"/>
                <a:gd name="f20" fmla="val 514465"/>
                <a:gd name="f21" fmla="val 3884746"/>
                <a:gd name="f22" fmla="val 553613"/>
                <a:gd name="f23" fmla="val 3872801"/>
                <a:gd name="f24" fmla="val 569996"/>
                <a:gd name="f25" fmla="val 3861119"/>
                <a:gd name="f26" fmla="val 586569"/>
                <a:gd name="f27" fmla="val 3849435"/>
                <a:gd name="f28" fmla="val 603143"/>
                <a:gd name="f29" fmla="val 3796665"/>
                <a:gd name="f30" fmla="val 678009"/>
                <a:gd name="f31" fmla="val 3742187"/>
                <a:gd name="f32" fmla="val 755352"/>
                <a:gd name="f33" fmla="val 3661849"/>
                <a:gd name="f34" fmla="val 819075"/>
                <a:gd name="f35" fmla="val 3596214"/>
                <a:gd name="f36" fmla="val 871176"/>
                <a:gd name="f37" fmla="val 3509050"/>
                <a:gd name="f38" fmla="val 916230"/>
                <a:gd name="f39" fmla="val 3402589"/>
                <a:gd name="f40" fmla="val 952996"/>
                <a:gd name="f41" fmla="val 3312406"/>
                <a:gd name="f42" fmla="val 984048"/>
                <a:gd name="f43" fmla="val 3215660"/>
                <a:gd name="f44" fmla="val 1005003"/>
                <a:gd name="f45" fmla="val 3130202"/>
                <a:gd name="f46" fmla="val 1023386"/>
                <a:gd name="f47" fmla="val 3058529"/>
                <a:gd name="f48" fmla="val 1038816"/>
                <a:gd name="f49" fmla="val 2985412"/>
                <a:gd name="f50" fmla="val 1053675"/>
                <a:gd name="f51" fmla="val 2914657"/>
                <a:gd name="f52" fmla="val 1068058"/>
                <a:gd name="f53" fmla="val 2805176"/>
                <a:gd name="f54" fmla="val 1090251"/>
                <a:gd name="f55" fmla="val 2692021"/>
                <a:gd name="f56" fmla="val 1113207"/>
                <a:gd name="f57" fmla="val 2582149"/>
                <a:gd name="f58" fmla="val 1138924"/>
                <a:gd name="f59" fmla="val 2549330"/>
                <a:gd name="f60" fmla="val 1146639"/>
                <a:gd name="f61" fmla="val 2516644"/>
                <a:gd name="f62" fmla="val 1154450"/>
                <a:gd name="f63" fmla="val 2483958"/>
                <a:gd name="f64" fmla="val 1162356"/>
                <a:gd name="f65" fmla="val 2367257"/>
                <a:gd name="f66" fmla="val 1190550"/>
                <a:gd name="f67" fmla="val 2246621"/>
                <a:gd name="f68" fmla="val 1219601"/>
                <a:gd name="f69" fmla="val 2123750"/>
                <a:gd name="f70" fmla="val 1238651"/>
                <a:gd name="f71" fmla="val 2004294"/>
                <a:gd name="f72" fmla="val 1257129"/>
                <a:gd name="f73" fmla="val 1880769"/>
                <a:gd name="f74" fmla="val 1265416"/>
                <a:gd name="f75" fmla="val 1761444"/>
                <a:gd name="f76" fmla="val 1273417"/>
                <a:gd name="f77" fmla="val 1711167"/>
                <a:gd name="f78" fmla="val 1276751"/>
                <a:gd name="f79" fmla="val 1659184"/>
                <a:gd name="f80" fmla="val 1280275"/>
                <a:gd name="f81" fmla="val 1608382"/>
                <a:gd name="f82" fmla="val 1284466"/>
                <a:gd name="f83" fmla="val 1408589"/>
                <a:gd name="f84" fmla="val 1300944"/>
                <a:gd name="f85" fmla="val 1214570"/>
                <a:gd name="f86" fmla="val 1325805"/>
                <a:gd name="f87" fmla="val 999942"/>
                <a:gd name="f88" fmla="val 1354284"/>
                <a:gd name="f89" fmla="val 826403"/>
                <a:gd name="f90" fmla="val 1377240"/>
                <a:gd name="f91" fmla="val 647744"/>
                <a:gd name="f92" fmla="val 1400957"/>
                <a:gd name="f93" fmla="val 484705"/>
                <a:gd name="f94" fmla="val 1450487"/>
                <a:gd name="f95" fmla="val 355831"/>
                <a:gd name="f96" fmla="val 1489635"/>
                <a:gd name="f97" fmla="val 231387"/>
                <a:gd name="f98" fmla="val 1544374"/>
                <a:gd name="f99" fmla="val 113310"/>
                <a:gd name="f100" fmla="val 1613700"/>
                <a:gd name="f101" fmla="val 39668"/>
                <a:gd name="f102" fmla="val 96701"/>
                <a:gd name="f103" fmla="val 1598934"/>
                <a:gd name="f104" fmla="val 216635"/>
                <a:gd name="f105" fmla="val 1528533"/>
                <a:gd name="f106" fmla="val 343196"/>
                <a:gd name="f107" fmla="val 1472919"/>
                <a:gd name="f108" fmla="val 474335"/>
                <a:gd name="f109" fmla="val 1433056"/>
                <a:gd name="f110" fmla="val 639999"/>
                <a:gd name="f111" fmla="val 1382669"/>
                <a:gd name="f112" fmla="val 820102"/>
                <a:gd name="f113" fmla="val 1358856"/>
                <a:gd name="f114" fmla="val 994299"/>
                <a:gd name="f115" fmla="val 1335806"/>
                <a:gd name="f116" fmla="val 1210239"/>
                <a:gd name="f117" fmla="val 1307231"/>
                <a:gd name="f118" fmla="val 1404650"/>
                <a:gd name="f119" fmla="val 1282275"/>
                <a:gd name="f120" fmla="val 1605231"/>
                <a:gd name="f121" fmla="val 1265702"/>
                <a:gd name="f122" fmla="val 1656428"/>
                <a:gd name="f123" fmla="val 1261511"/>
                <a:gd name="f124" fmla="val 1708411"/>
                <a:gd name="f125" fmla="val 1257987"/>
                <a:gd name="f126" fmla="val 1758819"/>
                <a:gd name="f127" fmla="val 1254558"/>
                <a:gd name="f128" fmla="val 1877487"/>
                <a:gd name="f129" fmla="val 1246557"/>
                <a:gd name="f130" fmla="val 2000094"/>
                <a:gd name="f131" fmla="val 1238365"/>
                <a:gd name="f132" fmla="val 2118106"/>
                <a:gd name="f133" fmla="val 1220077"/>
                <a:gd name="f134" fmla="val 2239531"/>
                <a:gd name="f135" fmla="val 1201313"/>
                <a:gd name="f136" fmla="val 2359513"/>
                <a:gd name="f137" fmla="val 1172357"/>
                <a:gd name="f138" fmla="val 2475557"/>
                <a:gd name="f139" fmla="val 1144353"/>
                <a:gd name="f140" fmla="val 2508243"/>
                <a:gd name="f141" fmla="val 1136448"/>
                <a:gd name="f142" fmla="val 2541060"/>
                <a:gd name="f143" fmla="val 1128542"/>
                <a:gd name="f144" fmla="val 2573878"/>
                <a:gd name="f145" fmla="val 1120827"/>
                <a:gd name="f146" fmla="val 2684276"/>
                <a:gd name="f147" fmla="val 1094919"/>
                <a:gd name="f148" fmla="val 2797694"/>
                <a:gd name="f149" fmla="val 1071963"/>
                <a:gd name="f150" fmla="val 2907437"/>
                <a:gd name="f151" fmla="val 1049675"/>
                <a:gd name="f152" fmla="val 2978061"/>
                <a:gd name="f153" fmla="val 1035387"/>
                <a:gd name="f154" fmla="val 3051178"/>
                <a:gd name="f155" fmla="val 1020528"/>
                <a:gd name="f156" fmla="val 3122589"/>
                <a:gd name="f157" fmla="val 1005098"/>
                <a:gd name="f158" fmla="val 3206997"/>
                <a:gd name="f159" fmla="val 986810"/>
                <a:gd name="f160" fmla="val 3302823"/>
                <a:gd name="f161" fmla="val 966141"/>
                <a:gd name="f162" fmla="val 3391169"/>
                <a:gd name="f163" fmla="val 935756"/>
                <a:gd name="f164" fmla="val 3494479"/>
                <a:gd name="f165" fmla="val 900132"/>
                <a:gd name="f166" fmla="val 3578886"/>
                <a:gd name="f167" fmla="val 856508"/>
                <a:gd name="f168" fmla="val 3642290"/>
                <a:gd name="f169" fmla="val 806216"/>
                <a:gd name="f170" fmla="val 3720133"/>
                <a:gd name="f171" fmla="val 744303"/>
                <a:gd name="f172" fmla="val 3773953"/>
                <a:gd name="f173" fmla="val 668103"/>
                <a:gd name="f174" fmla="val 3825937"/>
                <a:gd name="f175" fmla="val 594475"/>
                <a:gd name="f176" fmla="val 3837621"/>
                <a:gd name="f177" fmla="val 577902"/>
                <a:gd name="f178" fmla="val 561233"/>
                <a:gd name="f179" fmla="val 3861381"/>
                <a:gd name="f180" fmla="val 544755"/>
                <a:gd name="f181" fmla="val 3889997"/>
                <a:gd name="f182" fmla="val 505416"/>
                <a:gd name="f183" fmla="val 3920715"/>
                <a:gd name="f184" fmla="val 465983"/>
                <a:gd name="f185" fmla="val 3950381"/>
                <a:gd name="f186" fmla="val 427978"/>
                <a:gd name="f187" fmla="val 4007353"/>
                <a:gd name="f188" fmla="val 354921"/>
                <a:gd name="f189" fmla="val 4066163"/>
                <a:gd name="f190" fmla="val 279388"/>
                <a:gd name="f191" fmla="val 4112370"/>
                <a:gd name="f192" fmla="val 201378"/>
                <a:gd name="f193" fmla="val 4144662"/>
                <a:gd name="f194" fmla="val 146800"/>
                <a:gd name="f195" fmla="val 4170785"/>
                <a:gd name="f196" fmla="val 89364"/>
                <a:gd name="f197" fmla="val 4195989"/>
                <a:gd name="f198" fmla="val 33834"/>
                <a:gd name="f199" fmla="+- 0 0 -90"/>
                <a:gd name="f200" fmla="*/ f3 1 4211600"/>
                <a:gd name="f201" fmla="*/ f4 1 1660822"/>
                <a:gd name="f202" fmla="+- f7 0 f5"/>
                <a:gd name="f203" fmla="+- f6 0 f5"/>
                <a:gd name="f204" fmla="*/ f199 f0 1"/>
                <a:gd name="f205" fmla="*/ f203 1 4211600"/>
                <a:gd name="f206" fmla="*/ f202 1 1660822"/>
                <a:gd name="f207" fmla="*/ 4211600 f203 1"/>
                <a:gd name="f208" fmla="*/ 0 f202 1"/>
                <a:gd name="f209" fmla="*/ 58430 f202 1"/>
                <a:gd name="f210" fmla="*/ 4136524 f203 1"/>
                <a:gd name="f211" fmla="*/ 208808 f202 1"/>
                <a:gd name="f212" fmla="*/ 3973354 f203 1"/>
                <a:gd name="f213" fmla="*/ 437313 f202 1"/>
                <a:gd name="f214" fmla="*/ 3884746 f203 1"/>
                <a:gd name="f215" fmla="*/ 553613 f202 1"/>
                <a:gd name="f216" fmla="*/ 3849435 f203 1"/>
                <a:gd name="f217" fmla="*/ 603143 f202 1"/>
                <a:gd name="f218" fmla="*/ 3661849 f203 1"/>
                <a:gd name="f219" fmla="*/ 819075 f202 1"/>
                <a:gd name="f220" fmla="*/ 3402589 f203 1"/>
                <a:gd name="f221" fmla="*/ 952996 f202 1"/>
                <a:gd name="f222" fmla="*/ 3130202 f203 1"/>
                <a:gd name="f223" fmla="*/ 1023386 f202 1"/>
                <a:gd name="f224" fmla="*/ 2914657 f203 1"/>
                <a:gd name="f225" fmla="*/ 1068058 f202 1"/>
                <a:gd name="f226" fmla="*/ 2582149 f203 1"/>
                <a:gd name="f227" fmla="*/ 1138924 f202 1"/>
                <a:gd name="f228" fmla="*/ 2483958 f203 1"/>
                <a:gd name="f229" fmla="*/ 1162356 f202 1"/>
                <a:gd name="f230" fmla="*/ 2123750 f203 1"/>
                <a:gd name="f231" fmla="*/ 1238651 f202 1"/>
                <a:gd name="f232" fmla="*/ 1761444 f203 1"/>
                <a:gd name="f233" fmla="*/ 1273417 f202 1"/>
                <a:gd name="f234" fmla="*/ 1608382 f203 1"/>
                <a:gd name="f235" fmla="*/ 1284466 f202 1"/>
                <a:gd name="f236" fmla="*/ 999942 f203 1"/>
                <a:gd name="f237" fmla="*/ 1354284 f202 1"/>
                <a:gd name="f238" fmla="*/ 484705 f203 1"/>
                <a:gd name="f239" fmla="*/ 1450487 f202 1"/>
                <a:gd name="f240" fmla="*/ 113310 f203 1"/>
                <a:gd name="f241" fmla="*/ 1613700 f202 1"/>
                <a:gd name="f242" fmla="*/ 39668 f203 1"/>
                <a:gd name="f243" fmla="*/ 1660822 f202 1"/>
                <a:gd name="f244" fmla="*/ 0 f203 1"/>
                <a:gd name="f245" fmla="*/ 96701 f203 1"/>
                <a:gd name="f246" fmla="*/ 1598934 f202 1"/>
                <a:gd name="f247" fmla="*/ 474335 f203 1"/>
                <a:gd name="f248" fmla="*/ 1433056 f202 1"/>
                <a:gd name="f249" fmla="*/ 994299 f203 1"/>
                <a:gd name="f250" fmla="*/ 1335806 f202 1"/>
                <a:gd name="f251" fmla="*/ 1605231 f203 1"/>
                <a:gd name="f252" fmla="*/ 1265702 f202 1"/>
                <a:gd name="f253" fmla="*/ 1758819 f203 1"/>
                <a:gd name="f254" fmla="*/ 1254558 f202 1"/>
                <a:gd name="f255" fmla="*/ 2118106 f203 1"/>
                <a:gd name="f256" fmla="*/ 1220077 f202 1"/>
                <a:gd name="f257" fmla="*/ 2475557 f203 1"/>
                <a:gd name="f258" fmla="*/ 1144353 f202 1"/>
                <a:gd name="f259" fmla="*/ 2573878 f203 1"/>
                <a:gd name="f260" fmla="*/ 1120827 f202 1"/>
                <a:gd name="f261" fmla="*/ 2907437 f203 1"/>
                <a:gd name="f262" fmla="*/ 1049675 f202 1"/>
                <a:gd name="f263" fmla="*/ 3122589 f203 1"/>
                <a:gd name="f264" fmla="*/ 1005098 f202 1"/>
                <a:gd name="f265" fmla="*/ 3391169 f203 1"/>
                <a:gd name="f266" fmla="*/ 935756 f202 1"/>
                <a:gd name="f267" fmla="*/ 3642290 f203 1"/>
                <a:gd name="f268" fmla="*/ 806216 f202 1"/>
                <a:gd name="f269" fmla="*/ 3825937 f203 1"/>
                <a:gd name="f270" fmla="*/ 594475 f202 1"/>
                <a:gd name="f271" fmla="*/ 3861381 f203 1"/>
                <a:gd name="f272" fmla="*/ 544755 f202 1"/>
                <a:gd name="f273" fmla="*/ 3950381 f203 1"/>
                <a:gd name="f274" fmla="*/ 427978 f202 1"/>
                <a:gd name="f275" fmla="*/ 4112370 f203 1"/>
                <a:gd name="f276" fmla="*/ 201378 f202 1"/>
                <a:gd name="f277" fmla="*/ 4195989 f203 1"/>
                <a:gd name="f278" fmla="*/ 33834 f202 1"/>
                <a:gd name="f279" fmla="*/ f204 1 f2"/>
                <a:gd name="f280" fmla="*/ f207 1 4211600"/>
                <a:gd name="f281" fmla="*/ f208 1 1660822"/>
                <a:gd name="f282" fmla="*/ f209 1 1660822"/>
                <a:gd name="f283" fmla="*/ f210 1 4211600"/>
                <a:gd name="f284" fmla="*/ f211 1 1660822"/>
                <a:gd name="f285" fmla="*/ f212 1 4211600"/>
                <a:gd name="f286" fmla="*/ f213 1 1660822"/>
                <a:gd name="f287" fmla="*/ f214 1 4211600"/>
                <a:gd name="f288" fmla="*/ f215 1 1660822"/>
                <a:gd name="f289" fmla="*/ f216 1 4211600"/>
                <a:gd name="f290" fmla="*/ f217 1 1660822"/>
                <a:gd name="f291" fmla="*/ f218 1 4211600"/>
                <a:gd name="f292" fmla="*/ f219 1 1660822"/>
                <a:gd name="f293" fmla="*/ f220 1 4211600"/>
                <a:gd name="f294" fmla="*/ f221 1 1660822"/>
                <a:gd name="f295" fmla="*/ f222 1 4211600"/>
                <a:gd name="f296" fmla="*/ f223 1 1660822"/>
                <a:gd name="f297" fmla="*/ f224 1 4211600"/>
                <a:gd name="f298" fmla="*/ f225 1 1660822"/>
                <a:gd name="f299" fmla="*/ f226 1 4211600"/>
                <a:gd name="f300" fmla="*/ f227 1 1660822"/>
                <a:gd name="f301" fmla="*/ f228 1 4211600"/>
                <a:gd name="f302" fmla="*/ f229 1 1660822"/>
                <a:gd name="f303" fmla="*/ f230 1 4211600"/>
                <a:gd name="f304" fmla="*/ f231 1 1660822"/>
                <a:gd name="f305" fmla="*/ f232 1 4211600"/>
                <a:gd name="f306" fmla="*/ f233 1 1660822"/>
                <a:gd name="f307" fmla="*/ f234 1 4211600"/>
                <a:gd name="f308" fmla="*/ f235 1 1660822"/>
                <a:gd name="f309" fmla="*/ f236 1 4211600"/>
                <a:gd name="f310" fmla="*/ f237 1 1660822"/>
                <a:gd name="f311" fmla="*/ f238 1 4211600"/>
                <a:gd name="f312" fmla="*/ f239 1 1660822"/>
                <a:gd name="f313" fmla="*/ f240 1 4211600"/>
                <a:gd name="f314" fmla="*/ f241 1 1660822"/>
                <a:gd name="f315" fmla="*/ f242 1 4211600"/>
                <a:gd name="f316" fmla="*/ f243 1 1660822"/>
                <a:gd name="f317" fmla="*/ f244 1 4211600"/>
                <a:gd name="f318" fmla="*/ f245 1 4211600"/>
                <a:gd name="f319" fmla="*/ f246 1 1660822"/>
                <a:gd name="f320" fmla="*/ f247 1 4211600"/>
                <a:gd name="f321" fmla="*/ f248 1 1660822"/>
                <a:gd name="f322" fmla="*/ f249 1 4211600"/>
                <a:gd name="f323" fmla="*/ f250 1 1660822"/>
                <a:gd name="f324" fmla="*/ f251 1 4211600"/>
                <a:gd name="f325" fmla="*/ f252 1 1660822"/>
                <a:gd name="f326" fmla="*/ f253 1 4211600"/>
                <a:gd name="f327" fmla="*/ f254 1 1660822"/>
                <a:gd name="f328" fmla="*/ f255 1 4211600"/>
                <a:gd name="f329" fmla="*/ f256 1 1660822"/>
                <a:gd name="f330" fmla="*/ f257 1 4211600"/>
                <a:gd name="f331" fmla="*/ f258 1 1660822"/>
                <a:gd name="f332" fmla="*/ f259 1 4211600"/>
                <a:gd name="f333" fmla="*/ f260 1 1660822"/>
                <a:gd name="f334" fmla="*/ f261 1 4211600"/>
                <a:gd name="f335" fmla="*/ f262 1 1660822"/>
                <a:gd name="f336" fmla="*/ f263 1 4211600"/>
                <a:gd name="f337" fmla="*/ f264 1 1660822"/>
                <a:gd name="f338" fmla="*/ f265 1 4211600"/>
                <a:gd name="f339" fmla="*/ f266 1 1660822"/>
                <a:gd name="f340" fmla="*/ f267 1 4211600"/>
                <a:gd name="f341" fmla="*/ f268 1 1660822"/>
                <a:gd name="f342" fmla="*/ f269 1 4211600"/>
                <a:gd name="f343" fmla="*/ f270 1 1660822"/>
                <a:gd name="f344" fmla="*/ f271 1 4211600"/>
                <a:gd name="f345" fmla="*/ f272 1 1660822"/>
                <a:gd name="f346" fmla="*/ f273 1 4211600"/>
                <a:gd name="f347" fmla="*/ f274 1 1660822"/>
                <a:gd name="f348" fmla="*/ f275 1 4211600"/>
                <a:gd name="f349" fmla="*/ f276 1 1660822"/>
                <a:gd name="f350" fmla="*/ f277 1 4211600"/>
                <a:gd name="f351" fmla="*/ f278 1 1660822"/>
                <a:gd name="f352" fmla="*/ f5 1 f205"/>
                <a:gd name="f353" fmla="*/ f6 1 f205"/>
                <a:gd name="f354" fmla="*/ f5 1 f206"/>
                <a:gd name="f355" fmla="*/ f7 1 f206"/>
                <a:gd name="f356" fmla="+- f279 0 f1"/>
                <a:gd name="f357" fmla="*/ f280 1 f205"/>
                <a:gd name="f358" fmla="*/ f281 1 f206"/>
                <a:gd name="f359" fmla="*/ f282 1 f206"/>
                <a:gd name="f360" fmla="*/ f283 1 f205"/>
                <a:gd name="f361" fmla="*/ f284 1 f206"/>
                <a:gd name="f362" fmla="*/ f285 1 f205"/>
                <a:gd name="f363" fmla="*/ f286 1 f206"/>
                <a:gd name="f364" fmla="*/ f287 1 f205"/>
                <a:gd name="f365" fmla="*/ f288 1 f206"/>
                <a:gd name="f366" fmla="*/ f289 1 f205"/>
                <a:gd name="f367" fmla="*/ f290 1 f206"/>
                <a:gd name="f368" fmla="*/ f291 1 f205"/>
                <a:gd name="f369" fmla="*/ f292 1 f206"/>
                <a:gd name="f370" fmla="*/ f293 1 f205"/>
                <a:gd name="f371" fmla="*/ f294 1 f206"/>
                <a:gd name="f372" fmla="*/ f295 1 f205"/>
                <a:gd name="f373" fmla="*/ f296 1 f206"/>
                <a:gd name="f374" fmla="*/ f297 1 f205"/>
                <a:gd name="f375" fmla="*/ f298 1 f206"/>
                <a:gd name="f376" fmla="*/ f299 1 f205"/>
                <a:gd name="f377" fmla="*/ f300 1 f206"/>
                <a:gd name="f378" fmla="*/ f301 1 f205"/>
                <a:gd name="f379" fmla="*/ f302 1 f206"/>
                <a:gd name="f380" fmla="*/ f303 1 f205"/>
                <a:gd name="f381" fmla="*/ f304 1 f206"/>
                <a:gd name="f382" fmla="*/ f305 1 f205"/>
                <a:gd name="f383" fmla="*/ f306 1 f206"/>
                <a:gd name="f384" fmla="*/ f307 1 f205"/>
                <a:gd name="f385" fmla="*/ f308 1 f206"/>
                <a:gd name="f386" fmla="*/ f309 1 f205"/>
                <a:gd name="f387" fmla="*/ f310 1 f206"/>
                <a:gd name="f388" fmla="*/ f311 1 f205"/>
                <a:gd name="f389" fmla="*/ f312 1 f206"/>
                <a:gd name="f390" fmla="*/ f313 1 f205"/>
                <a:gd name="f391" fmla="*/ f314 1 f206"/>
                <a:gd name="f392" fmla="*/ f315 1 f205"/>
                <a:gd name="f393" fmla="*/ f316 1 f206"/>
                <a:gd name="f394" fmla="*/ f317 1 f205"/>
                <a:gd name="f395" fmla="*/ f318 1 f205"/>
                <a:gd name="f396" fmla="*/ f319 1 f206"/>
                <a:gd name="f397" fmla="*/ f320 1 f205"/>
                <a:gd name="f398" fmla="*/ f321 1 f206"/>
                <a:gd name="f399" fmla="*/ f322 1 f205"/>
                <a:gd name="f400" fmla="*/ f323 1 f206"/>
                <a:gd name="f401" fmla="*/ f324 1 f205"/>
                <a:gd name="f402" fmla="*/ f325 1 f206"/>
                <a:gd name="f403" fmla="*/ f326 1 f205"/>
                <a:gd name="f404" fmla="*/ f327 1 f206"/>
                <a:gd name="f405" fmla="*/ f328 1 f205"/>
                <a:gd name="f406" fmla="*/ f329 1 f206"/>
                <a:gd name="f407" fmla="*/ f330 1 f205"/>
                <a:gd name="f408" fmla="*/ f331 1 f206"/>
                <a:gd name="f409" fmla="*/ f332 1 f205"/>
                <a:gd name="f410" fmla="*/ f333 1 f206"/>
                <a:gd name="f411" fmla="*/ f334 1 f205"/>
                <a:gd name="f412" fmla="*/ f335 1 f206"/>
                <a:gd name="f413" fmla="*/ f336 1 f205"/>
                <a:gd name="f414" fmla="*/ f337 1 f206"/>
                <a:gd name="f415" fmla="*/ f338 1 f205"/>
                <a:gd name="f416" fmla="*/ f339 1 f206"/>
                <a:gd name="f417" fmla="*/ f340 1 f205"/>
                <a:gd name="f418" fmla="*/ f341 1 f206"/>
                <a:gd name="f419" fmla="*/ f342 1 f205"/>
                <a:gd name="f420" fmla="*/ f343 1 f206"/>
                <a:gd name="f421" fmla="*/ f344 1 f205"/>
                <a:gd name="f422" fmla="*/ f345 1 f206"/>
                <a:gd name="f423" fmla="*/ f346 1 f205"/>
                <a:gd name="f424" fmla="*/ f347 1 f206"/>
                <a:gd name="f425" fmla="*/ f348 1 f205"/>
                <a:gd name="f426" fmla="*/ f349 1 f206"/>
                <a:gd name="f427" fmla="*/ f350 1 f205"/>
                <a:gd name="f428" fmla="*/ f351 1 f206"/>
                <a:gd name="f429" fmla="*/ f352 f200 1"/>
                <a:gd name="f430" fmla="*/ f353 f200 1"/>
                <a:gd name="f431" fmla="*/ f355 f201 1"/>
                <a:gd name="f432" fmla="*/ f354 f201 1"/>
                <a:gd name="f433" fmla="*/ f357 f200 1"/>
                <a:gd name="f434" fmla="*/ f358 f201 1"/>
                <a:gd name="f435" fmla="*/ f359 f201 1"/>
                <a:gd name="f436" fmla="*/ f360 f200 1"/>
                <a:gd name="f437" fmla="*/ f361 f201 1"/>
                <a:gd name="f438" fmla="*/ f362 f200 1"/>
                <a:gd name="f439" fmla="*/ f363 f201 1"/>
                <a:gd name="f440" fmla="*/ f364 f200 1"/>
                <a:gd name="f441" fmla="*/ f365 f201 1"/>
                <a:gd name="f442" fmla="*/ f366 f200 1"/>
                <a:gd name="f443" fmla="*/ f367 f201 1"/>
                <a:gd name="f444" fmla="*/ f368 f200 1"/>
                <a:gd name="f445" fmla="*/ f369 f201 1"/>
                <a:gd name="f446" fmla="*/ f370 f200 1"/>
                <a:gd name="f447" fmla="*/ f371 f201 1"/>
                <a:gd name="f448" fmla="*/ f372 f200 1"/>
                <a:gd name="f449" fmla="*/ f373 f201 1"/>
                <a:gd name="f450" fmla="*/ f374 f200 1"/>
                <a:gd name="f451" fmla="*/ f375 f201 1"/>
                <a:gd name="f452" fmla="*/ f376 f200 1"/>
                <a:gd name="f453" fmla="*/ f377 f201 1"/>
                <a:gd name="f454" fmla="*/ f378 f200 1"/>
                <a:gd name="f455" fmla="*/ f379 f201 1"/>
                <a:gd name="f456" fmla="*/ f380 f200 1"/>
                <a:gd name="f457" fmla="*/ f381 f201 1"/>
                <a:gd name="f458" fmla="*/ f382 f200 1"/>
                <a:gd name="f459" fmla="*/ f383 f201 1"/>
                <a:gd name="f460" fmla="*/ f384 f200 1"/>
                <a:gd name="f461" fmla="*/ f385 f201 1"/>
                <a:gd name="f462" fmla="*/ f386 f200 1"/>
                <a:gd name="f463" fmla="*/ f387 f201 1"/>
                <a:gd name="f464" fmla="*/ f388 f200 1"/>
                <a:gd name="f465" fmla="*/ f389 f201 1"/>
                <a:gd name="f466" fmla="*/ f390 f200 1"/>
                <a:gd name="f467" fmla="*/ f391 f201 1"/>
                <a:gd name="f468" fmla="*/ f392 f200 1"/>
                <a:gd name="f469" fmla="*/ f393 f201 1"/>
                <a:gd name="f470" fmla="*/ f394 f200 1"/>
                <a:gd name="f471" fmla="*/ f395 f200 1"/>
                <a:gd name="f472" fmla="*/ f396 f201 1"/>
                <a:gd name="f473" fmla="*/ f397 f200 1"/>
                <a:gd name="f474" fmla="*/ f398 f201 1"/>
                <a:gd name="f475" fmla="*/ f399 f200 1"/>
                <a:gd name="f476" fmla="*/ f400 f201 1"/>
                <a:gd name="f477" fmla="*/ f401 f200 1"/>
                <a:gd name="f478" fmla="*/ f402 f201 1"/>
                <a:gd name="f479" fmla="*/ f403 f200 1"/>
                <a:gd name="f480" fmla="*/ f404 f201 1"/>
                <a:gd name="f481" fmla="*/ f405 f200 1"/>
                <a:gd name="f482" fmla="*/ f406 f201 1"/>
                <a:gd name="f483" fmla="*/ f407 f200 1"/>
                <a:gd name="f484" fmla="*/ f408 f201 1"/>
                <a:gd name="f485" fmla="*/ f409 f200 1"/>
                <a:gd name="f486" fmla="*/ f410 f201 1"/>
                <a:gd name="f487" fmla="*/ f411 f200 1"/>
                <a:gd name="f488" fmla="*/ f412 f201 1"/>
                <a:gd name="f489" fmla="*/ f413 f200 1"/>
                <a:gd name="f490" fmla="*/ f414 f201 1"/>
                <a:gd name="f491" fmla="*/ f415 f200 1"/>
                <a:gd name="f492" fmla="*/ f416 f201 1"/>
                <a:gd name="f493" fmla="*/ f417 f200 1"/>
                <a:gd name="f494" fmla="*/ f418 f201 1"/>
                <a:gd name="f495" fmla="*/ f419 f200 1"/>
                <a:gd name="f496" fmla="*/ f420 f201 1"/>
                <a:gd name="f497" fmla="*/ f421 f200 1"/>
                <a:gd name="f498" fmla="*/ f422 f201 1"/>
                <a:gd name="f499" fmla="*/ f423 f200 1"/>
                <a:gd name="f500" fmla="*/ f424 f201 1"/>
                <a:gd name="f501" fmla="*/ f425 f200 1"/>
                <a:gd name="f502" fmla="*/ f426 f201 1"/>
                <a:gd name="f503" fmla="*/ f427 f200 1"/>
                <a:gd name="f504" fmla="*/ f428 f201 1"/>
              </a:gdLst>
              <a:ahLst/>
              <a:cxnLst>
                <a:cxn ang="3cd4">
                  <a:pos x="hc" y="t"/>
                </a:cxn>
                <a:cxn ang="0">
                  <a:pos x="r" y="vc"/>
                </a:cxn>
                <a:cxn ang="cd4">
                  <a:pos x="hc" y="b"/>
                </a:cxn>
                <a:cxn ang="cd2">
                  <a:pos x="l" y="vc"/>
                </a:cxn>
                <a:cxn ang="f356">
                  <a:pos x="f433" y="f434"/>
                </a:cxn>
                <a:cxn ang="f356">
                  <a:pos x="f433" y="f435"/>
                </a:cxn>
                <a:cxn ang="f356">
                  <a:pos x="f436" y="f437"/>
                </a:cxn>
                <a:cxn ang="f356">
                  <a:pos x="f438" y="f439"/>
                </a:cxn>
                <a:cxn ang="f356">
                  <a:pos x="f440" y="f441"/>
                </a:cxn>
                <a:cxn ang="f356">
                  <a:pos x="f442" y="f443"/>
                </a:cxn>
                <a:cxn ang="f356">
                  <a:pos x="f444" y="f445"/>
                </a:cxn>
                <a:cxn ang="f356">
                  <a:pos x="f446" y="f447"/>
                </a:cxn>
                <a:cxn ang="f356">
                  <a:pos x="f448" y="f449"/>
                </a:cxn>
                <a:cxn ang="f356">
                  <a:pos x="f450" y="f451"/>
                </a:cxn>
                <a:cxn ang="f356">
                  <a:pos x="f452" y="f453"/>
                </a:cxn>
                <a:cxn ang="f356">
                  <a:pos x="f454" y="f455"/>
                </a:cxn>
                <a:cxn ang="f356">
                  <a:pos x="f456" y="f457"/>
                </a:cxn>
                <a:cxn ang="f356">
                  <a:pos x="f458" y="f459"/>
                </a:cxn>
                <a:cxn ang="f356">
                  <a:pos x="f460" y="f461"/>
                </a:cxn>
                <a:cxn ang="f356">
                  <a:pos x="f462" y="f463"/>
                </a:cxn>
                <a:cxn ang="f356">
                  <a:pos x="f464" y="f465"/>
                </a:cxn>
                <a:cxn ang="f356">
                  <a:pos x="f466" y="f467"/>
                </a:cxn>
                <a:cxn ang="f356">
                  <a:pos x="f468" y="f469"/>
                </a:cxn>
                <a:cxn ang="f356">
                  <a:pos x="f470" y="f469"/>
                </a:cxn>
                <a:cxn ang="f356">
                  <a:pos x="f471" y="f472"/>
                </a:cxn>
                <a:cxn ang="f356">
                  <a:pos x="f473" y="f474"/>
                </a:cxn>
                <a:cxn ang="f356">
                  <a:pos x="f475" y="f476"/>
                </a:cxn>
                <a:cxn ang="f356">
                  <a:pos x="f477" y="f478"/>
                </a:cxn>
                <a:cxn ang="f356">
                  <a:pos x="f479" y="f480"/>
                </a:cxn>
                <a:cxn ang="f356">
                  <a:pos x="f481" y="f482"/>
                </a:cxn>
                <a:cxn ang="f356">
                  <a:pos x="f483" y="f484"/>
                </a:cxn>
                <a:cxn ang="f356">
                  <a:pos x="f485" y="f486"/>
                </a:cxn>
                <a:cxn ang="f356">
                  <a:pos x="f487" y="f488"/>
                </a:cxn>
                <a:cxn ang="f356">
                  <a:pos x="f489" y="f490"/>
                </a:cxn>
                <a:cxn ang="f356">
                  <a:pos x="f491" y="f492"/>
                </a:cxn>
                <a:cxn ang="f356">
                  <a:pos x="f493" y="f494"/>
                </a:cxn>
                <a:cxn ang="f356">
                  <a:pos x="f495" y="f496"/>
                </a:cxn>
                <a:cxn ang="f356">
                  <a:pos x="f497" y="f498"/>
                </a:cxn>
                <a:cxn ang="f356">
                  <a:pos x="f499" y="f500"/>
                </a:cxn>
                <a:cxn ang="f356">
                  <a:pos x="f501" y="f502"/>
                </a:cxn>
                <a:cxn ang="f356">
                  <a:pos x="f503" y="f504"/>
                </a:cxn>
              </a:cxnLst>
              <a:rect l="f429" t="f432" r="f430" b="f431"/>
              <a:pathLst>
                <a:path w="4211600" h="1660822">
                  <a:moveTo>
                    <a:pt x="f6" y="f5"/>
                  </a:moveTo>
                  <a:lnTo>
                    <a:pt x="f6" y="f8"/>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cubicBezTo>
                    <a:pt x="f53" y="f54"/>
                    <a:pt x="f55" y="f56"/>
                    <a:pt x="f57" y="f58"/>
                  </a:cubicBezTo>
                  <a:cubicBezTo>
                    <a:pt x="f59" y="f60"/>
                    <a:pt x="f61" y="f62"/>
                    <a:pt x="f63" y="f64"/>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lnTo>
                    <a:pt x="f101" y="f7"/>
                  </a:lnTo>
                  <a:lnTo>
                    <a:pt x="f5" y="f7"/>
                  </a:lnTo>
                  <a:lnTo>
                    <a:pt x="f102" y="f103"/>
                  </a:lnTo>
                  <a:cubicBezTo>
                    <a:pt x="f104" y="f105"/>
                    <a:pt x="f106" y="f107"/>
                    <a:pt x="f108" y="f109"/>
                  </a:cubicBezTo>
                  <a:cubicBezTo>
                    <a:pt x="f110" y="f111"/>
                    <a:pt x="f112" y="f113"/>
                    <a:pt x="f114" y="f115"/>
                  </a:cubicBezTo>
                  <a:cubicBezTo>
                    <a:pt x="f116" y="f117"/>
                    <a:pt x="f118" y="f119"/>
                    <a:pt x="f120" y="f121"/>
                  </a:cubicBezTo>
                  <a:cubicBezTo>
                    <a:pt x="f122" y="f123"/>
                    <a:pt x="f124" y="f125"/>
                    <a:pt x="f126" y="f127"/>
                  </a:cubicBezTo>
                  <a:cubicBezTo>
                    <a:pt x="f128" y="f129"/>
                    <a:pt x="f130" y="f131"/>
                    <a:pt x="f132" y="f133"/>
                  </a:cubicBezTo>
                  <a:cubicBezTo>
                    <a:pt x="f134" y="f135"/>
                    <a:pt x="f136" y="f137"/>
                    <a:pt x="f138" y="f139"/>
                  </a:cubicBezTo>
                  <a:cubicBezTo>
                    <a:pt x="f140" y="f141"/>
                    <a:pt x="f142" y="f143"/>
                    <a:pt x="f144" y="f145"/>
                  </a:cubicBezTo>
                  <a:cubicBezTo>
                    <a:pt x="f146" y="f147"/>
                    <a:pt x="f148" y="f149"/>
                    <a:pt x="f150" y="f151"/>
                  </a:cubicBezTo>
                  <a:cubicBezTo>
                    <a:pt x="f152" y="f153"/>
                    <a:pt x="f154" y="f155"/>
                    <a:pt x="f156" y="f157"/>
                  </a:cubicBezTo>
                  <a:cubicBezTo>
                    <a:pt x="f158" y="f159"/>
                    <a:pt x="f160" y="f161"/>
                    <a:pt x="f162" y="f163"/>
                  </a:cubicBezTo>
                  <a:cubicBezTo>
                    <a:pt x="f164" y="f165"/>
                    <a:pt x="f166" y="f167"/>
                    <a:pt x="f168" y="f169"/>
                  </a:cubicBezTo>
                  <a:cubicBezTo>
                    <a:pt x="f170" y="f171"/>
                    <a:pt x="f172" y="f173"/>
                    <a:pt x="f174" y="f175"/>
                  </a:cubicBezTo>
                  <a:cubicBezTo>
                    <a:pt x="f176" y="f177"/>
                    <a:pt x="f27" y="f178"/>
                    <a:pt x="f179" y="f180"/>
                  </a:cubicBezTo>
                  <a:cubicBezTo>
                    <a:pt x="f181" y="f182"/>
                    <a:pt x="f183" y="f184"/>
                    <a:pt x="f185" y="f186"/>
                  </a:cubicBezTo>
                  <a:cubicBezTo>
                    <a:pt x="f187" y="f188"/>
                    <a:pt x="f189" y="f190"/>
                    <a:pt x="f191" y="f192"/>
                  </a:cubicBezTo>
                  <a:cubicBezTo>
                    <a:pt x="f193" y="f194"/>
                    <a:pt x="f195" y="f196"/>
                    <a:pt x="f197" y="f198"/>
                  </a:cubicBezTo>
                  <a:close/>
                </a:path>
              </a:pathLst>
            </a:custGeom>
            <a:solidFill>
              <a:srgbClr val="E45221"/>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Segoe UI"/>
              </a:endParaRPr>
            </a:p>
          </p:txBody>
        </p:sp>
      </p:grpSp>
      <p:pic>
        <p:nvPicPr>
          <p:cNvPr id="28" name="Image 27">
            <a:extLst>
              <a:ext uri="{FF2B5EF4-FFF2-40B4-BE49-F238E27FC236}">
                <a16:creationId xmlns:a16="http://schemas.microsoft.com/office/drawing/2014/main" id="{96DD09AC-A67A-69B7-C21B-CFEC83128BAC}"/>
              </a:ext>
            </a:extLst>
          </p:cNvPr>
          <p:cNvPicPr>
            <a:picLocks noChangeAspect="1"/>
          </p:cNvPicPr>
          <p:nvPr/>
        </p:nvPicPr>
        <p:blipFill>
          <a:blip r:embed="rId2"/>
          <a:stretch>
            <a:fillRect/>
          </a:stretch>
        </p:blipFill>
        <p:spPr>
          <a:xfrm>
            <a:off x="4409363" y="4785360"/>
            <a:ext cx="7719894" cy="2025281"/>
          </a:xfrm>
          <a:prstGeom prst="rect">
            <a:avLst/>
          </a:prstGeom>
        </p:spPr>
      </p:pic>
    </p:spTree>
    <p:extLst>
      <p:ext uri="{BB962C8B-B14F-4D97-AF65-F5344CB8AC3E}">
        <p14:creationId xmlns:p14="http://schemas.microsoft.com/office/powerpoint/2010/main" val="1165070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31551984-8B62-4F73-98B5-AB6F56016F34}"/>
              </a:ext>
            </a:extLst>
          </p:cNvPr>
          <p:cNvSpPr>
            <a:spLocks noMove="1" noResize="1"/>
          </p:cNvSpPr>
          <p:nvPr/>
        </p:nvSpPr>
        <p:spPr>
          <a:xfrm>
            <a:off x="0" y="0"/>
            <a:ext cx="12188952" cy="6858000"/>
          </a:xfrm>
          <a:prstGeom prst="rect">
            <a:avLst/>
          </a:prstGeom>
          <a:solidFill>
            <a:srgbClr val="FFFFFF"/>
          </a:solidFill>
          <a:ln w="12701" cap="flat">
            <a:solidFill>
              <a:srgbClr val="F2F2F2"/>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sp>
        <p:nvSpPr>
          <p:cNvPr id="3" name="Rectangle 11">
            <a:extLst>
              <a:ext uri="{FF2B5EF4-FFF2-40B4-BE49-F238E27FC236}">
                <a16:creationId xmlns:a16="http://schemas.microsoft.com/office/drawing/2014/main" id="{01E7F4DC-BE72-4FA5-830B-58549B8E76C2}"/>
              </a:ext>
            </a:extLst>
          </p:cNvPr>
          <p:cNvSpPr>
            <a:spLocks noMove="1" noResize="1"/>
          </p:cNvSpPr>
          <p:nvPr/>
        </p:nvSpPr>
        <p:spPr>
          <a:xfrm>
            <a:off x="0" y="0"/>
            <a:ext cx="12188952" cy="6858000"/>
          </a:xfrm>
          <a:prstGeom prst="rect">
            <a:avLst/>
          </a:prstGeom>
          <a:solidFill>
            <a:srgbClr val="F3F0E9"/>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grpSp>
        <p:nvGrpSpPr>
          <p:cNvPr id="4" name="Top left">
            <a:extLst>
              <a:ext uri="{FF2B5EF4-FFF2-40B4-BE49-F238E27FC236}">
                <a16:creationId xmlns:a16="http://schemas.microsoft.com/office/drawing/2014/main" id="{40019FC3-E3F0-4882-A221-65A996BB5C1D}"/>
              </a:ext>
            </a:extLst>
          </p:cNvPr>
          <p:cNvGrpSpPr/>
          <p:nvPr/>
        </p:nvGrpSpPr>
        <p:grpSpPr>
          <a:xfrm>
            <a:off x="10844" y="-3101"/>
            <a:ext cx="2198958" cy="3349530"/>
            <a:chOff x="10844" y="-3101"/>
            <a:chExt cx="2198958" cy="3349530"/>
          </a:xfrm>
        </p:grpSpPr>
        <p:sp>
          <p:nvSpPr>
            <p:cNvPr id="5" name="Freeform: Shape 14">
              <a:extLst>
                <a:ext uri="{FF2B5EF4-FFF2-40B4-BE49-F238E27FC236}">
                  <a16:creationId xmlns:a16="http://schemas.microsoft.com/office/drawing/2014/main" id="{71465EC0-C5E2-4BE4-A4B9-8998D25D5AD9}"/>
                </a:ext>
              </a:extLst>
            </p:cNvPr>
            <p:cNvSpPr/>
            <p:nvPr/>
          </p:nvSpPr>
          <p:spPr>
            <a:xfrm rot="10799991">
              <a:off x="692840" y="-3101"/>
              <a:ext cx="1326108" cy="597606"/>
            </a:xfrm>
            <a:custGeom>
              <a:avLst/>
              <a:gdLst>
                <a:gd name="f0" fmla="val 10800000"/>
                <a:gd name="f1" fmla="val 5400000"/>
                <a:gd name="f2" fmla="val 180"/>
                <a:gd name="f3" fmla="val w"/>
                <a:gd name="f4" fmla="val h"/>
                <a:gd name="f5" fmla="val 0"/>
                <a:gd name="f6" fmla="val 1482102"/>
                <a:gd name="f7" fmla="val 679363"/>
                <a:gd name="f8" fmla="val 741051"/>
                <a:gd name="f9" fmla="val 1102506"/>
                <a:gd name="f10" fmla="val 1404077"/>
                <a:gd name="f11" fmla="val 256390"/>
                <a:gd name="f12" fmla="val 1473822"/>
                <a:gd name="f13" fmla="val 597226"/>
                <a:gd name="f14" fmla="val 8280"/>
                <a:gd name="f15" fmla="val 78025"/>
                <a:gd name="f16" fmla="val 379596"/>
                <a:gd name="f17" fmla="+- 0 0 -90"/>
                <a:gd name="f18" fmla="*/ f3 1 1482102"/>
                <a:gd name="f19" fmla="*/ f4 1 679363"/>
                <a:gd name="f20" fmla="+- f7 0 f5"/>
                <a:gd name="f21" fmla="+- f6 0 f5"/>
                <a:gd name="f22" fmla="*/ f17 f0 1"/>
                <a:gd name="f23" fmla="*/ f21 1 1482102"/>
                <a:gd name="f24" fmla="*/ f20 1 679363"/>
                <a:gd name="f25" fmla="*/ 741051 f21 1"/>
                <a:gd name="f26" fmla="*/ 0 f20 1"/>
                <a:gd name="f27" fmla="*/ 1473822 f21 1"/>
                <a:gd name="f28" fmla="*/ 597226 f20 1"/>
                <a:gd name="f29" fmla="*/ 1482102 f21 1"/>
                <a:gd name="f30" fmla="*/ 679363 f20 1"/>
                <a:gd name="f31" fmla="*/ 0 f21 1"/>
                <a:gd name="f32" fmla="*/ 8280 f21 1"/>
                <a:gd name="f33" fmla="*/ f22 1 f2"/>
                <a:gd name="f34" fmla="*/ f25 1 1482102"/>
                <a:gd name="f35" fmla="*/ f26 1 679363"/>
                <a:gd name="f36" fmla="*/ f27 1 1482102"/>
                <a:gd name="f37" fmla="*/ f28 1 679363"/>
                <a:gd name="f38" fmla="*/ f29 1 1482102"/>
                <a:gd name="f39" fmla="*/ f30 1 679363"/>
                <a:gd name="f40" fmla="*/ f31 1 1482102"/>
                <a:gd name="f41" fmla="*/ f32 1 1482102"/>
                <a:gd name="f42" fmla="*/ f5 1 f23"/>
                <a:gd name="f43" fmla="*/ f6 1 f23"/>
                <a:gd name="f44" fmla="*/ f5 1 f24"/>
                <a:gd name="f45" fmla="*/ f7 1 f24"/>
                <a:gd name="f46" fmla="+- f33 0 f1"/>
                <a:gd name="f47" fmla="*/ f34 1 f23"/>
                <a:gd name="f48" fmla="*/ f35 1 f24"/>
                <a:gd name="f49" fmla="*/ f36 1 f23"/>
                <a:gd name="f50" fmla="*/ f37 1 f24"/>
                <a:gd name="f51" fmla="*/ f38 1 f23"/>
                <a:gd name="f52" fmla="*/ f39 1 f24"/>
                <a:gd name="f53" fmla="*/ f40 1 f23"/>
                <a:gd name="f54" fmla="*/ f41 1 f23"/>
                <a:gd name="f55" fmla="*/ f42 f18 1"/>
                <a:gd name="f56" fmla="*/ f43 f18 1"/>
                <a:gd name="f57" fmla="*/ f45 f19 1"/>
                <a:gd name="f58" fmla="*/ f44 f19 1"/>
                <a:gd name="f59" fmla="*/ f47 f18 1"/>
                <a:gd name="f60" fmla="*/ f48 f19 1"/>
                <a:gd name="f61" fmla="*/ f49 f18 1"/>
                <a:gd name="f62" fmla="*/ f50 f19 1"/>
                <a:gd name="f63" fmla="*/ f51 f18 1"/>
                <a:gd name="f64" fmla="*/ f52 f19 1"/>
                <a:gd name="f65" fmla="*/ f53 f18 1"/>
                <a:gd name="f66" fmla="*/ f54 f18 1"/>
              </a:gdLst>
              <a:ahLst/>
              <a:cxnLst>
                <a:cxn ang="3cd4">
                  <a:pos x="hc" y="t"/>
                </a:cxn>
                <a:cxn ang="0">
                  <a:pos x="r" y="vc"/>
                </a:cxn>
                <a:cxn ang="cd4">
                  <a:pos x="hc" y="b"/>
                </a:cxn>
                <a:cxn ang="cd2">
                  <a:pos x="l" y="vc"/>
                </a:cxn>
                <a:cxn ang="f46">
                  <a:pos x="f59" y="f60"/>
                </a:cxn>
                <a:cxn ang="f46">
                  <a:pos x="f61" y="f62"/>
                </a:cxn>
                <a:cxn ang="f46">
                  <a:pos x="f63" y="f64"/>
                </a:cxn>
                <a:cxn ang="f46">
                  <a:pos x="f65" y="f64"/>
                </a:cxn>
                <a:cxn ang="f46">
                  <a:pos x="f66" y="f62"/>
                </a:cxn>
                <a:cxn ang="f46">
                  <a:pos x="f59" y="f60"/>
                </a:cxn>
              </a:cxnLst>
              <a:rect l="f55" t="f58" r="f56" b="f57"/>
              <a:pathLst>
                <a:path w="1482102" h="679363">
                  <a:moveTo>
                    <a:pt x="f8" y="f5"/>
                  </a:moveTo>
                  <a:cubicBezTo>
                    <a:pt x="f9" y="f5"/>
                    <a:pt x="f10" y="f11"/>
                    <a:pt x="f12" y="f13"/>
                  </a:cubicBezTo>
                  <a:lnTo>
                    <a:pt x="f6" y="f7"/>
                  </a:lnTo>
                  <a:lnTo>
                    <a:pt x="f5" y="f7"/>
                  </a:lnTo>
                  <a:lnTo>
                    <a:pt x="f14" y="f13"/>
                  </a:lnTo>
                  <a:cubicBezTo>
                    <a:pt x="f15" y="f11"/>
                    <a:pt x="f16" y="f5"/>
                    <a:pt x="f8" y="f5"/>
                  </a:cubicBezTo>
                  <a:close/>
                </a:path>
              </a:pathLst>
            </a:cu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sp>
          <p:nvSpPr>
            <p:cNvPr id="6" name="Freeform: Shape 15">
              <a:extLst>
                <a:ext uri="{FF2B5EF4-FFF2-40B4-BE49-F238E27FC236}">
                  <a16:creationId xmlns:a16="http://schemas.microsoft.com/office/drawing/2014/main" id="{0C0A8AE6-3A31-417C-9D7C-BFE751A543B7}"/>
                </a:ext>
              </a:extLst>
            </p:cNvPr>
            <p:cNvSpPr/>
            <p:nvPr/>
          </p:nvSpPr>
          <p:spPr>
            <a:xfrm>
              <a:off x="19394" y="15243"/>
              <a:ext cx="2190408" cy="3331186"/>
            </a:xfrm>
            <a:custGeom>
              <a:avLst/>
              <a:gdLst>
                <a:gd name="f0" fmla="val 10800000"/>
                <a:gd name="f1" fmla="val 5400000"/>
                <a:gd name="f2" fmla="val 180"/>
                <a:gd name="f3" fmla="val w"/>
                <a:gd name="f4" fmla="val h"/>
                <a:gd name="f5" fmla="val 0"/>
                <a:gd name="f6" fmla="val 3296088"/>
                <a:gd name="f7" fmla="val 5012722"/>
                <a:gd name="f8" fmla="val 81820"/>
                <a:gd name="f9" fmla="val 4949095"/>
                <a:gd name="f10" fmla="val 163544"/>
                <a:gd name="f11" fmla="val 4885468"/>
                <a:gd name="f12" fmla="val 244031"/>
                <a:gd name="f13" fmla="val 4820222"/>
                <a:gd name="f14" fmla="val 417671"/>
                <a:gd name="f15" fmla="val 4679633"/>
                <a:gd name="f16" fmla="val 589883"/>
                <a:gd name="f17" fmla="val 4535139"/>
                <a:gd name="f18" fmla="val 729234"/>
                <a:gd name="f19" fmla="val 4360641"/>
                <a:gd name="f20" fmla="val 779431"/>
                <a:gd name="f21" fmla="val 4297776"/>
                <a:gd name="f22" fmla="val 825818"/>
                <a:gd name="f23" fmla="val 4231958"/>
                <a:gd name="f24" fmla="val 881444"/>
                <a:gd name="f25" fmla="val 4173950"/>
                <a:gd name="f26" fmla="val 959358"/>
                <a:gd name="f27" fmla="val 4092607"/>
                <a:gd name="f28" fmla="val 1054799"/>
                <a:gd name="f29" fmla="val 4031075"/>
                <a:gd name="f30" fmla="val 1151287"/>
                <a:gd name="f31" fmla="val 3972877"/>
                <a:gd name="f32" fmla="val 1263968"/>
                <a:gd name="f33" fmla="val 3904964"/>
                <a:gd name="f34" fmla="val 1379315"/>
                <a:gd name="f35" fmla="val 3841337"/>
                <a:gd name="f36" fmla="val 1498664"/>
                <a:gd name="f37" fmla="val 3786188"/>
                <a:gd name="f38" fmla="val 1573149"/>
                <a:gd name="f39" fmla="val 3751802"/>
                <a:gd name="f40" fmla="val 1649159"/>
                <a:gd name="f41" fmla="val 3720179"/>
                <a:gd name="f42" fmla="val 1716881"/>
                <a:gd name="f43" fmla="val 3674174"/>
                <a:gd name="f44" fmla="val 1794034"/>
                <a:gd name="f45" fmla="val 3621691"/>
                <a:gd name="f46" fmla="val 1856708"/>
                <a:gd name="f47" fmla="val 3551492"/>
                <a:gd name="f48" fmla="val 1913573"/>
                <a:gd name="f49" fmla="val 3477387"/>
                <a:gd name="f50" fmla="val 2016157"/>
                <a:gd name="f51" fmla="val 3343751"/>
                <a:gd name="f52" fmla="val 2099024"/>
                <a:gd name="f53" fmla="val 3196114"/>
                <a:gd name="f54" fmla="val 2167700"/>
                <a:gd name="f55" fmla="val 3042190"/>
                <a:gd name="f56" fmla="val 2206752"/>
                <a:gd name="f57" fmla="val 2954655"/>
                <a:gd name="f58" fmla="val 2241233"/>
                <a:gd name="f59" fmla="val 2865215"/>
                <a:gd name="f60" fmla="val 2273903"/>
                <a:gd name="f61" fmla="val 2775014"/>
                <a:gd name="f62" fmla="val 2328482"/>
                <a:gd name="f63" fmla="val 2624423"/>
                <a:gd name="f64" fmla="val 2379440"/>
                <a:gd name="f65" fmla="val 2471642"/>
                <a:gd name="f66" fmla="val 2463356"/>
                <a:gd name="f67" fmla="val 2335530"/>
                <a:gd name="f68" fmla="val 2542127"/>
                <a:gd name="f69" fmla="val 2207705"/>
                <a:gd name="f70" fmla="val 2647855"/>
                <a:gd name="f71" fmla="val 2099501"/>
                <a:gd name="f72" fmla="val 2741866"/>
                <a:gd name="f73" fmla="val 1982248"/>
                <a:gd name="f74" fmla="val 2830449"/>
                <a:gd name="f75" fmla="val 1871758"/>
                <a:gd name="f76" fmla="val 2908554"/>
                <a:gd name="f77" fmla="val 1753362"/>
                <a:gd name="f78" fmla="val 2985897"/>
                <a:gd name="f79" fmla="val 1634681"/>
                <a:gd name="f80" fmla="val 3071146"/>
                <a:gd name="f81" fmla="val 1503902"/>
                <a:gd name="f82" fmla="val 3156395"/>
                <a:gd name="f83" fmla="val 1372172"/>
                <a:gd name="f84" fmla="val 3212687"/>
                <a:gd name="f85" fmla="val 1226820"/>
                <a:gd name="f86" fmla="val 3246025"/>
                <a:gd name="f87" fmla="val 1140809"/>
                <a:gd name="f88" fmla="val 3268790"/>
                <a:gd name="f89" fmla="val 1051084"/>
                <a:gd name="f90" fmla="val 3281553"/>
                <a:gd name="f91" fmla="val 959644"/>
                <a:gd name="f92" fmla="val 3293555"/>
                <a:gd name="f93" fmla="val 874014"/>
                <a:gd name="f94" fmla="val 3296888"/>
                <a:gd name="f95" fmla="val 787527"/>
                <a:gd name="f96" fmla="val 3295936"/>
                <a:gd name="f97" fmla="val 701135"/>
                <a:gd name="f98" fmla="val 3294888"/>
                <a:gd name="f99" fmla="val 612172"/>
                <a:gd name="f100" fmla="val 3289268"/>
                <a:gd name="f101" fmla="val 523018"/>
                <a:gd name="f102" fmla="val 3267266"/>
                <a:gd name="f103" fmla="val 436817"/>
                <a:gd name="f104" fmla="val 3227832"/>
                <a:gd name="f105" fmla="val 282416"/>
                <a:gd name="f106" fmla="val 3105341"/>
                <a:gd name="f107" fmla="+- 0 0 -90"/>
                <a:gd name="f108" fmla="*/ f3 1 3296088"/>
                <a:gd name="f109" fmla="*/ f4 1 5012722"/>
                <a:gd name="f110" fmla="+- f7 0 f5"/>
                <a:gd name="f111" fmla="+- f6 0 f5"/>
                <a:gd name="f112" fmla="*/ f107 f0 1"/>
                <a:gd name="f113" fmla="*/ f111 1 3296088"/>
                <a:gd name="f114" fmla="*/ f110 1 5012722"/>
                <a:gd name="f115" fmla="*/ 0 f111 1"/>
                <a:gd name="f116" fmla="*/ 5012722 f110 1"/>
                <a:gd name="f117" fmla="*/ 244031 f111 1"/>
                <a:gd name="f118" fmla="*/ 4820222 f110 1"/>
                <a:gd name="f119" fmla="*/ 729234 f111 1"/>
                <a:gd name="f120" fmla="*/ 4360641 f110 1"/>
                <a:gd name="f121" fmla="*/ 881444 f111 1"/>
                <a:gd name="f122" fmla="*/ 4173950 f110 1"/>
                <a:gd name="f123" fmla="*/ 1151287 f111 1"/>
                <a:gd name="f124" fmla="*/ 3972877 f110 1"/>
                <a:gd name="f125" fmla="*/ 1498664 f111 1"/>
                <a:gd name="f126" fmla="*/ 3786188 f110 1"/>
                <a:gd name="f127" fmla="*/ 1716881 f111 1"/>
                <a:gd name="f128" fmla="*/ 3674174 f110 1"/>
                <a:gd name="f129" fmla="*/ 1913573 f111 1"/>
                <a:gd name="f130" fmla="*/ 3477387 f110 1"/>
                <a:gd name="f131" fmla="*/ 2167700 f111 1"/>
                <a:gd name="f132" fmla="*/ 3042190 f110 1"/>
                <a:gd name="f133" fmla="*/ 2273903 f111 1"/>
                <a:gd name="f134" fmla="*/ 2775014 f110 1"/>
                <a:gd name="f135" fmla="*/ 2463356 f111 1"/>
                <a:gd name="f136" fmla="*/ 2335530 f110 1"/>
                <a:gd name="f137" fmla="*/ 2741866 f111 1"/>
                <a:gd name="f138" fmla="*/ 1982248 f110 1"/>
                <a:gd name="f139" fmla="*/ 2985897 f111 1"/>
                <a:gd name="f140" fmla="*/ 1634681 f110 1"/>
                <a:gd name="f141" fmla="*/ 3212687 f111 1"/>
                <a:gd name="f142" fmla="*/ 1226820 f110 1"/>
                <a:gd name="f143" fmla="*/ 3281553 f111 1"/>
                <a:gd name="f144" fmla="*/ 959644 f110 1"/>
                <a:gd name="f145" fmla="*/ 3295936 f111 1"/>
                <a:gd name="f146" fmla="*/ 701135 f110 1"/>
                <a:gd name="f147" fmla="*/ 3267266 f111 1"/>
                <a:gd name="f148" fmla="*/ 436817 f110 1"/>
                <a:gd name="f149" fmla="*/ 3105341 f111 1"/>
                <a:gd name="f150" fmla="*/ 0 f110 1"/>
                <a:gd name="f151" fmla="*/ f112 1 f2"/>
                <a:gd name="f152" fmla="*/ f115 1 3296088"/>
                <a:gd name="f153" fmla="*/ f116 1 5012722"/>
                <a:gd name="f154" fmla="*/ f117 1 3296088"/>
                <a:gd name="f155" fmla="*/ f118 1 5012722"/>
                <a:gd name="f156" fmla="*/ f119 1 3296088"/>
                <a:gd name="f157" fmla="*/ f120 1 5012722"/>
                <a:gd name="f158" fmla="*/ f121 1 3296088"/>
                <a:gd name="f159" fmla="*/ f122 1 5012722"/>
                <a:gd name="f160" fmla="*/ f123 1 3296088"/>
                <a:gd name="f161" fmla="*/ f124 1 5012722"/>
                <a:gd name="f162" fmla="*/ f125 1 3296088"/>
                <a:gd name="f163" fmla="*/ f126 1 5012722"/>
                <a:gd name="f164" fmla="*/ f127 1 3296088"/>
                <a:gd name="f165" fmla="*/ f128 1 5012722"/>
                <a:gd name="f166" fmla="*/ f129 1 3296088"/>
                <a:gd name="f167" fmla="*/ f130 1 5012722"/>
                <a:gd name="f168" fmla="*/ f131 1 3296088"/>
                <a:gd name="f169" fmla="*/ f132 1 5012722"/>
                <a:gd name="f170" fmla="*/ f133 1 3296088"/>
                <a:gd name="f171" fmla="*/ f134 1 5012722"/>
                <a:gd name="f172" fmla="*/ f135 1 3296088"/>
                <a:gd name="f173" fmla="*/ f136 1 5012722"/>
                <a:gd name="f174" fmla="*/ f137 1 3296088"/>
                <a:gd name="f175" fmla="*/ f138 1 5012722"/>
                <a:gd name="f176" fmla="*/ f139 1 3296088"/>
                <a:gd name="f177" fmla="*/ f140 1 5012722"/>
                <a:gd name="f178" fmla="*/ f141 1 3296088"/>
                <a:gd name="f179" fmla="*/ f142 1 5012722"/>
                <a:gd name="f180" fmla="*/ f143 1 3296088"/>
                <a:gd name="f181" fmla="*/ f144 1 5012722"/>
                <a:gd name="f182" fmla="*/ f145 1 3296088"/>
                <a:gd name="f183" fmla="*/ f146 1 5012722"/>
                <a:gd name="f184" fmla="*/ f147 1 3296088"/>
                <a:gd name="f185" fmla="*/ f148 1 5012722"/>
                <a:gd name="f186" fmla="*/ f149 1 3296088"/>
                <a:gd name="f187" fmla="*/ f150 1 5012722"/>
                <a:gd name="f188" fmla="*/ f5 1 f113"/>
                <a:gd name="f189" fmla="*/ f6 1 f113"/>
                <a:gd name="f190" fmla="*/ f5 1 f114"/>
                <a:gd name="f191" fmla="*/ f7 1 f114"/>
                <a:gd name="f192" fmla="+- f151 0 f1"/>
                <a:gd name="f193" fmla="*/ f152 1 f113"/>
                <a:gd name="f194" fmla="*/ f153 1 f114"/>
                <a:gd name="f195" fmla="*/ f154 1 f113"/>
                <a:gd name="f196" fmla="*/ f155 1 f114"/>
                <a:gd name="f197" fmla="*/ f156 1 f113"/>
                <a:gd name="f198" fmla="*/ f157 1 f114"/>
                <a:gd name="f199" fmla="*/ f158 1 f113"/>
                <a:gd name="f200" fmla="*/ f159 1 f114"/>
                <a:gd name="f201" fmla="*/ f160 1 f113"/>
                <a:gd name="f202" fmla="*/ f161 1 f114"/>
                <a:gd name="f203" fmla="*/ f162 1 f113"/>
                <a:gd name="f204" fmla="*/ f163 1 f114"/>
                <a:gd name="f205" fmla="*/ f164 1 f113"/>
                <a:gd name="f206" fmla="*/ f165 1 f114"/>
                <a:gd name="f207" fmla="*/ f166 1 f113"/>
                <a:gd name="f208" fmla="*/ f167 1 f114"/>
                <a:gd name="f209" fmla="*/ f168 1 f113"/>
                <a:gd name="f210" fmla="*/ f169 1 f114"/>
                <a:gd name="f211" fmla="*/ f170 1 f113"/>
                <a:gd name="f212" fmla="*/ f171 1 f114"/>
                <a:gd name="f213" fmla="*/ f172 1 f113"/>
                <a:gd name="f214" fmla="*/ f173 1 f114"/>
                <a:gd name="f215" fmla="*/ f174 1 f113"/>
                <a:gd name="f216" fmla="*/ f175 1 f114"/>
                <a:gd name="f217" fmla="*/ f176 1 f113"/>
                <a:gd name="f218" fmla="*/ f177 1 f114"/>
                <a:gd name="f219" fmla="*/ f178 1 f113"/>
                <a:gd name="f220" fmla="*/ f179 1 f114"/>
                <a:gd name="f221" fmla="*/ f180 1 f113"/>
                <a:gd name="f222" fmla="*/ f181 1 f114"/>
                <a:gd name="f223" fmla="*/ f182 1 f113"/>
                <a:gd name="f224" fmla="*/ f183 1 f114"/>
                <a:gd name="f225" fmla="*/ f184 1 f113"/>
                <a:gd name="f226" fmla="*/ f185 1 f114"/>
                <a:gd name="f227" fmla="*/ f186 1 f113"/>
                <a:gd name="f228" fmla="*/ f187 1 f114"/>
                <a:gd name="f229" fmla="*/ f188 f108 1"/>
                <a:gd name="f230" fmla="*/ f189 f108 1"/>
                <a:gd name="f231" fmla="*/ f191 f109 1"/>
                <a:gd name="f232" fmla="*/ f190 f109 1"/>
                <a:gd name="f233" fmla="*/ f193 f108 1"/>
                <a:gd name="f234" fmla="*/ f194 f109 1"/>
                <a:gd name="f235" fmla="*/ f195 f108 1"/>
                <a:gd name="f236" fmla="*/ f196 f109 1"/>
                <a:gd name="f237" fmla="*/ f197 f108 1"/>
                <a:gd name="f238" fmla="*/ f198 f109 1"/>
                <a:gd name="f239" fmla="*/ f199 f108 1"/>
                <a:gd name="f240" fmla="*/ f200 f109 1"/>
                <a:gd name="f241" fmla="*/ f201 f108 1"/>
                <a:gd name="f242" fmla="*/ f202 f109 1"/>
                <a:gd name="f243" fmla="*/ f203 f108 1"/>
                <a:gd name="f244" fmla="*/ f204 f109 1"/>
                <a:gd name="f245" fmla="*/ f205 f108 1"/>
                <a:gd name="f246" fmla="*/ f206 f109 1"/>
                <a:gd name="f247" fmla="*/ f207 f108 1"/>
                <a:gd name="f248" fmla="*/ f208 f109 1"/>
                <a:gd name="f249" fmla="*/ f209 f108 1"/>
                <a:gd name="f250" fmla="*/ f210 f109 1"/>
                <a:gd name="f251" fmla="*/ f211 f108 1"/>
                <a:gd name="f252" fmla="*/ f212 f109 1"/>
                <a:gd name="f253" fmla="*/ f213 f108 1"/>
                <a:gd name="f254" fmla="*/ f214 f109 1"/>
                <a:gd name="f255" fmla="*/ f215 f108 1"/>
                <a:gd name="f256" fmla="*/ f216 f109 1"/>
                <a:gd name="f257" fmla="*/ f217 f108 1"/>
                <a:gd name="f258" fmla="*/ f218 f109 1"/>
                <a:gd name="f259" fmla="*/ f219 f108 1"/>
                <a:gd name="f260" fmla="*/ f220 f109 1"/>
                <a:gd name="f261" fmla="*/ f221 f108 1"/>
                <a:gd name="f262" fmla="*/ f222 f109 1"/>
                <a:gd name="f263" fmla="*/ f223 f108 1"/>
                <a:gd name="f264" fmla="*/ f224 f109 1"/>
                <a:gd name="f265" fmla="*/ f225 f108 1"/>
                <a:gd name="f266" fmla="*/ f226 f109 1"/>
                <a:gd name="f267" fmla="*/ f227 f108 1"/>
                <a:gd name="f268" fmla="*/ f228 f109 1"/>
              </a:gdLst>
              <a:ahLst/>
              <a:cxnLst>
                <a:cxn ang="3cd4">
                  <a:pos x="hc" y="t"/>
                </a:cxn>
                <a:cxn ang="0">
                  <a:pos x="r" y="vc"/>
                </a:cxn>
                <a:cxn ang="cd4">
                  <a:pos x="hc" y="b"/>
                </a:cxn>
                <a:cxn ang="cd2">
                  <a:pos x="l" y="vc"/>
                </a:cxn>
                <a:cxn ang="f192">
                  <a:pos x="f233" y="f234"/>
                </a:cxn>
                <a:cxn ang="f192">
                  <a:pos x="f235" y="f236"/>
                </a:cxn>
                <a:cxn ang="f192">
                  <a:pos x="f237" y="f238"/>
                </a:cxn>
                <a:cxn ang="f192">
                  <a:pos x="f239" y="f240"/>
                </a:cxn>
                <a:cxn ang="f192">
                  <a:pos x="f241" y="f242"/>
                </a:cxn>
                <a:cxn ang="f192">
                  <a:pos x="f243" y="f244"/>
                </a:cxn>
                <a:cxn ang="f192">
                  <a:pos x="f245" y="f246"/>
                </a:cxn>
                <a:cxn ang="f192">
                  <a:pos x="f247" y="f248"/>
                </a:cxn>
                <a:cxn ang="f192">
                  <a:pos x="f249" y="f250"/>
                </a:cxn>
                <a:cxn ang="f192">
                  <a:pos x="f251" y="f252"/>
                </a:cxn>
                <a:cxn ang="f192">
                  <a:pos x="f253" y="f254"/>
                </a:cxn>
                <a:cxn ang="f192">
                  <a:pos x="f255" y="f256"/>
                </a:cxn>
                <a:cxn ang="f192">
                  <a:pos x="f257" y="f258"/>
                </a:cxn>
                <a:cxn ang="f192">
                  <a:pos x="f259" y="f260"/>
                </a:cxn>
                <a:cxn ang="f192">
                  <a:pos x="f261" y="f262"/>
                </a:cxn>
                <a:cxn ang="f192">
                  <a:pos x="f263" y="f264"/>
                </a:cxn>
                <a:cxn ang="f192">
                  <a:pos x="f265" y="f266"/>
                </a:cxn>
                <a:cxn ang="f192">
                  <a:pos x="f267" y="f268"/>
                </a:cxn>
              </a:cxnLst>
              <a:rect l="f229" t="f232" r="f230" b="f231"/>
              <a:pathLst>
                <a:path w="3296088" h="5012722">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5"/>
                    <a:pt x="f106"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7" name="Freeform: Shape 16">
              <a:extLst>
                <a:ext uri="{FF2B5EF4-FFF2-40B4-BE49-F238E27FC236}">
                  <a16:creationId xmlns:a16="http://schemas.microsoft.com/office/drawing/2014/main" id="{4443D9E1-91D9-4079-B57B-7D5BEB48AD1F}"/>
                </a:ext>
              </a:extLst>
            </p:cNvPr>
            <p:cNvSpPr/>
            <p:nvPr/>
          </p:nvSpPr>
          <p:spPr>
            <a:xfrm>
              <a:off x="10844" y="15179"/>
              <a:ext cx="1978670" cy="3074962"/>
            </a:xfrm>
            <a:custGeom>
              <a:avLst/>
              <a:gdLst>
                <a:gd name="f0" fmla="val 10800000"/>
                <a:gd name="f1" fmla="val 5400000"/>
                <a:gd name="f2" fmla="val 180"/>
                <a:gd name="f3" fmla="val w"/>
                <a:gd name="f4" fmla="val h"/>
                <a:gd name="f5" fmla="val 0"/>
                <a:gd name="f6" fmla="val 2977477"/>
                <a:gd name="f7" fmla="val 4627149"/>
                <a:gd name="f8" fmla="val 4627150"/>
                <a:gd name="f9" fmla="val 79820"/>
                <a:gd name="f10" fmla="val 4552283"/>
                <a:gd name="f11" fmla="val 203835"/>
                <a:gd name="f12" fmla="val 4424648"/>
                <a:gd name="f13" fmla="val 275082"/>
                <a:gd name="f14" fmla="val 4341590"/>
                <a:gd name="f15" fmla="val 354711"/>
                <a:gd name="f16" fmla="val 4248722"/>
                <a:gd name="f17" fmla="val 421005"/>
                <a:gd name="f18" fmla="val 4145090"/>
                <a:gd name="f19" fmla="val 502825"/>
                <a:gd name="f20" fmla="val 4054126"/>
                <a:gd name="f21" fmla="val 554355"/>
                <a:gd name="f22" fmla="val 3996881"/>
                <a:gd name="f23" fmla="val 612362"/>
                <a:gd name="f24" fmla="val 3945827"/>
                <a:gd name="f25" fmla="val 666179"/>
                <a:gd name="f26" fmla="val 3890677"/>
                <a:gd name="f27" fmla="val 734187"/>
                <a:gd name="f28" fmla="val 3821049"/>
                <a:gd name="f29" fmla="val 796671"/>
                <a:gd name="f30" fmla="val 3746183"/>
                <a:gd name="f31" fmla="val 864203"/>
                <a:gd name="f32" fmla="val 3675983"/>
                <a:gd name="f33" fmla="val 902875"/>
                <a:gd name="f34" fmla="val 3635788"/>
                <a:gd name="f35" fmla="val 943642"/>
                <a:gd name="f36" fmla="val 3597593"/>
                <a:gd name="f37" fmla="val 982599"/>
                <a:gd name="f38" fmla="val 3557492"/>
                <a:gd name="f39" fmla="val 1053941"/>
                <a:gd name="f40" fmla="val 3484150"/>
                <a:gd name="f41" fmla="val 1121378"/>
                <a:gd name="f42" fmla="val 3407093"/>
                <a:gd name="f43" fmla="val 1188244"/>
                <a:gd name="f44" fmla="val 3329654"/>
                <a:gd name="f45" fmla="val 1240631"/>
                <a:gd name="f46" fmla="val 3268885"/>
                <a:gd name="f47" fmla="val 1293495"/>
                <a:gd name="f48" fmla="val 3208496"/>
                <a:gd name="f49" fmla="val 1344740"/>
                <a:gd name="f50" fmla="val 3146774"/>
                <a:gd name="f51" fmla="val 1388459"/>
                <a:gd name="f52" fmla="val 3094101"/>
                <a:gd name="f53" fmla="val 1431512"/>
                <a:gd name="f54" fmla="val 3040761"/>
                <a:gd name="f55" fmla="val 1470755"/>
                <a:gd name="f56" fmla="val 2984659"/>
                <a:gd name="f57" fmla="val 1540764"/>
                <a:gd name="f58" fmla="val 2884646"/>
                <a:gd name="f59" fmla="val 1598771"/>
                <a:gd name="f60" fmla="val 2777109"/>
                <a:gd name="f61" fmla="val 1657636"/>
                <a:gd name="f62" fmla="val 2670239"/>
                <a:gd name="f63" fmla="val 1693545"/>
                <a:gd name="f64" fmla="val 2605088"/>
                <a:gd name="f65" fmla="val 1728502"/>
                <a:gd name="f66" fmla="val 2539460"/>
                <a:gd name="f67" fmla="val 1762887"/>
                <a:gd name="f68" fmla="val 2473547"/>
                <a:gd name="f69" fmla="val 1795367"/>
                <a:gd name="f70" fmla="val 2411349"/>
                <a:gd name="f71" fmla="val 1826419"/>
                <a:gd name="f72" fmla="val 2348103"/>
                <a:gd name="f73" fmla="val 1866710"/>
                <a:gd name="f74" fmla="val 2290667"/>
                <a:gd name="f75" fmla="val 1934623"/>
                <a:gd name="f76" fmla="val 2193893"/>
                <a:gd name="f77" fmla="val 2022729"/>
                <a:gd name="f78" fmla="val 2114169"/>
                <a:gd name="f79" fmla="val 2106263"/>
                <a:gd name="f80" fmla="val 2030254"/>
                <a:gd name="f81" fmla="val 2163128"/>
                <a:gd name="f82" fmla="val 1973104"/>
                <a:gd name="f83" fmla="val 2218182"/>
                <a:gd name="f84" fmla="val 1914049"/>
                <a:gd name="f85" fmla="val 2277237"/>
                <a:gd name="f86" fmla="val 1859185"/>
                <a:gd name="f87" fmla="val 2350770"/>
                <a:gd name="f88" fmla="val 1790891"/>
                <a:gd name="f89" fmla="val 2430304"/>
                <a:gd name="f90" fmla="val 1728978"/>
                <a:gd name="f91" fmla="val 2499455"/>
                <a:gd name="f92" fmla="val 1656207"/>
                <a:gd name="f93" fmla="val 2576989"/>
                <a:gd name="f94" fmla="val 1574578"/>
                <a:gd name="f95" fmla="val 2641568"/>
                <a:gd name="f96" fmla="val 1481900"/>
                <a:gd name="f97" fmla="val 2707100"/>
                <a:gd name="f98" fmla="val 1390269"/>
                <a:gd name="f99" fmla="val 2744153"/>
                <a:gd name="f100" fmla="val 1338453"/>
                <a:gd name="f101" fmla="val 2781586"/>
                <a:gd name="f102" fmla="val 1286732"/>
                <a:gd name="f103" fmla="val 2812352"/>
                <a:gd name="f104" fmla="val 1230916"/>
                <a:gd name="f105" fmla="val 2846546"/>
                <a:gd name="f106" fmla="val 1168908"/>
                <a:gd name="f107" fmla="val 2872550"/>
                <a:gd name="f108" fmla="val 1102900"/>
                <a:gd name="f109" fmla="val 2898172"/>
                <a:gd name="f110" fmla="val 1036987"/>
                <a:gd name="f111" fmla="val 2922175"/>
                <a:gd name="f112" fmla="val 975455"/>
                <a:gd name="f113" fmla="val 2948273"/>
                <a:gd name="f114" fmla="val 914305"/>
                <a:gd name="f115" fmla="val 2963228"/>
                <a:gd name="f116" fmla="val 850011"/>
                <a:gd name="f117" fmla="val 2971229"/>
                <a:gd name="f118" fmla="val 815626"/>
                <a:gd name="f119" fmla="val 2976563"/>
                <a:gd name="f120" fmla="val 780764"/>
                <a:gd name="f121" fmla="val 2977325"/>
                <a:gd name="f122" fmla="val 745427"/>
                <a:gd name="f123" fmla="val 2979230"/>
                <a:gd name="f124" fmla="val 654844"/>
                <a:gd name="f125" fmla="val 2963323"/>
                <a:gd name="f126" fmla="val 564261"/>
                <a:gd name="f127" fmla="val 2929509"/>
                <a:gd name="f128" fmla="val 480155"/>
                <a:gd name="f129" fmla="val 2851309"/>
                <a:gd name="f130" fmla="val 285655"/>
                <a:gd name="f131" fmla="val 2563082"/>
                <a:gd name="f132" fmla="+- 0 0 -90"/>
                <a:gd name="f133" fmla="*/ f3 1 2977477"/>
                <a:gd name="f134" fmla="*/ f4 1 4627149"/>
                <a:gd name="f135" fmla="+- f7 0 f5"/>
                <a:gd name="f136" fmla="+- f6 0 f5"/>
                <a:gd name="f137" fmla="*/ f132 f0 1"/>
                <a:gd name="f138" fmla="*/ f136 1 2977477"/>
                <a:gd name="f139" fmla="*/ f135 1 4627149"/>
                <a:gd name="f140" fmla="*/ 0 f136 1"/>
                <a:gd name="f141" fmla="*/ 4627150 f135 1"/>
                <a:gd name="f142" fmla="*/ 275082 f136 1"/>
                <a:gd name="f143" fmla="*/ 4341590 f135 1"/>
                <a:gd name="f144" fmla="*/ 502825 f136 1"/>
                <a:gd name="f145" fmla="*/ 4054126 f135 1"/>
                <a:gd name="f146" fmla="*/ 666179 f136 1"/>
                <a:gd name="f147" fmla="*/ 3890677 f135 1"/>
                <a:gd name="f148" fmla="*/ 864203 f136 1"/>
                <a:gd name="f149" fmla="*/ 3675983 f135 1"/>
                <a:gd name="f150" fmla="*/ 982599 f136 1"/>
                <a:gd name="f151" fmla="*/ 3557492 f135 1"/>
                <a:gd name="f152" fmla="*/ 1188244 f136 1"/>
                <a:gd name="f153" fmla="*/ 3329654 f135 1"/>
                <a:gd name="f154" fmla="*/ 1344740 f136 1"/>
                <a:gd name="f155" fmla="*/ 3146774 f135 1"/>
                <a:gd name="f156" fmla="*/ 1470755 f136 1"/>
                <a:gd name="f157" fmla="*/ 2984659 f135 1"/>
                <a:gd name="f158" fmla="*/ 1657636 f136 1"/>
                <a:gd name="f159" fmla="*/ 2670239 f135 1"/>
                <a:gd name="f160" fmla="*/ 1762887 f136 1"/>
                <a:gd name="f161" fmla="*/ 2473547 f135 1"/>
                <a:gd name="f162" fmla="*/ 1866710 f136 1"/>
                <a:gd name="f163" fmla="*/ 2290667 f135 1"/>
                <a:gd name="f164" fmla="*/ 2106263 f136 1"/>
                <a:gd name="f165" fmla="*/ 2030254 f135 1"/>
                <a:gd name="f166" fmla="*/ 2277237 f136 1"/>
                <a:gd name="f167" fmla="*/ 1859185 f135 1"/>
                <a:gd name="f168" fmla="*/ 2499455 f136 1"/>
                <a:gd name="f169" fmla="*/ 1656207 f135 1"/>
                <a:gd name="f170" fmla="*/ 2707100 f136 1"/>
                <a:gd name="f171" fmla="*/ 1390269 f135 1"/>
                <a:gd name="f172" fmla="*/ 2812352 f136 1"/>
                <a:gd name="f173" fmla="*/ 1230916 f135 1"/>
                <a:gd name="f174" fmla="*/ 2898172 f136 1"/>
                <a:gd name="f175" fmla="*/ 1036987 f135 1"/>
                <a:gd name="f176" fmla="*/ 2963228 f136 1"/>
                <a:gd name="f177" fmla="*/ 850011 f135 1"/>
                <a:gd name="f178" fmla="*/ 2977325 f136 1"/>
                <a:gd name="f179" fmla="*/ 745427 f135 1"/>
                <a:gd name="f180" fmla="*/ 2929509 f136 1"/>
                <a:gd name="f181" fmla="*/ 480155 f135 1"/>
                <a:gd name="f182" fmla="*/ 2563082 f136 1"/>
                <a:gd name="f183" fmla="*/ 0 f135 1"/>
                <a:gd name="f184" fmla="*/ f137 1 f2"/>
                <a:gd name="f185" fmla="*/ f140 1 2977477"/>
                <a:gd name="f186" fmla="*/ f141 1 4627149"/>
                <a:gd name="f187" fmla="*/ f142 1 2977477"/>
                <a:gd name="f188" fmla="*/ f143 1 4627149"/>
                <a:gd name="f189" fmla="*/ f144 1 2977477"/>
                <a:gd name="f190" fmla="*/ f145 1 4627149"/>
                <a:gd name="f191" fmla="*/ f146 1 2977477"/>
                <a:gd name="f192" fmla="*/ f147 1 4627149"/>
                <a:gd name="f193" fmla="*/ f148 1 2977477"/>
                <a:gd name="f194" fmla="*/ f149 1 4627149"/>
                <a:gd name="f195" fmla="*/ f150 1 2977477"/>
                <a:gd name="f196" fmla="*/ f151 1 4627149"/>
                <a:gd name="f197" fmla="*/ f152 1 2977477"/>
                <a:gd name="f198" fmla="*/ f153 1 4627149"/>
                <a:gd name="f199" fmla="*/ f154 1 2977477"/>
                <a:gd name="f200" fmla="*/ f155 1 4627149"/>
                <a:gd name="f201" fmla="*/ f156 1 2977477"/>
                <a:gd name="f202" fmla="*/ f157 1 4627149"/>
                <a:gd name="f203" fmla="*/ f158 1 2977477"/>
                <a:gd name="f204" fmla="*/ f159 1 4627149"/>
                <a:gd name="f205" fmla="*/ f160 1 2977477"/>
                <a:gd name="f206" fmla="*/ f161 1 4627149"/>
                <a:gd name="f207" fmla="*/ f162 1 2977477"/>
                <a:gd name="f208" fmla="*/ f163 1 4627149"/>
                <a:gd name="f209" fmla="*/ f164 1 2977477"/>
                <a:gd name="f210" fmla="*/ f165 1 4627149"/>
                <a:gd name="f211" fmla="*/ f166 1 2977477"/>
                <a:gd name="f212" fmla="*/ f167 1 4627149"/>
                <a:gd name="f213" fmla="*/ f168 1 2977477"/>
                <a:gd name="f214" fmla="*/ f169 1 4627149"/>
                <a:gd name="f215" fmla="*/ f170 1 2977477"/>
                <a:gd name="f216" fmla="*/ f171 1 4627149"/>
                <a:gd name="f217" fmla="*/ f172 1 2977477"/>
                <a:gd name="f218" fmla="*/ f173 1 4627149"/>
                <a:gd name="f219" fmla="*/ f174 1 2977477"/>
                <a:gd name="f220" fmla="*/ f175 1 4627149"/>
                <a:gd name="f221" fmla="*/ f176 1 2977477"/>
                <a:gd name="f222" fmla="*/ f177 1 4627149"/>
                <a:gd name="f223" fmla="*/ f178 1 2977477"/>
                <a:gd name="f224" fmla="*/ f179 1 4627149"/>
                <a:gd name="f225" fmla="*/ f180 1 2977477"/>
                <a:gd name="f226" fmla="*/ f181 1 4627149"/>
                <a:gd name="f227" fmla="*/ f182 1 2977477"/>
                <a:gd name="f228" fmla="*/ f183 1 4627149"/>
                <a:gd name="f229" fmla="*/ f5 1 f138"/>
                <a:gd name="f230" fmla="*/ f6 1 f138"/>
                <a:gd name="f231" fmla="*/ f5 1 f139"/>
                <a:gd name="f232" fmla="*/ f7 1 f139"/>
                <a:gd name="f233" fmla="+- f184 0 f1"/>
                <a:gd name="f234" fmla="*/ f185 1 f138"/>
                <a:gd name="f235" fmla="*/ f186 1 f139"/>
                <a:gd name="f236" fmla="*/ f187 1 f138"/>
                <a:gd name="f237" fmla="*/ f188 1 f139"/>
                <a:gd name="f238" fmla="*/ f189 1 f138"/>
                <a:gd name="f239" fmla="*/ f190 1 f139"/>
                <a:gd name="f240" fmla="*/ f191 1 f138"/>
                <a:gd name="f241" fmla="*/ f192 1 f139"/>
                <a:gd name="f242" fmla="*/ f193 1 f138"/>
                <a:gd name="f243" fmla="*/ f194 1 f139"/>
                <a:gd name="f244" fmla="*/ f195 1 f138"/>
                <a:gd name="f245" fmla="*/ f196 1 f139"/>
                <a:gd name="f246" fmla="*/ f197 1 f138"/>
                <a:gd name="f247" fmla="*/ f198 1 f139"/>
                <a:gd name="f248" fmla="*/ f199 1 f138"/>
                <a:gd name="f249" fmla="*/ f200 1 f139"/>
                <a:gd name="f250" fmla="*/ f201 1 f138"/>
                <a:gd name="f251" fmla="*/ f202 1 f139"/>
                <a:gd name="f252" fmla="*/ f203 1 f138"/>
                <a:gd name="f253" fmla="*/ f204 1 f139"/>
                <a:gd name="f254" fmla="*/ f205 1 f138"/>
                <a:gd name="f255" fmla="*/ f206 1 f139"/>
                <a:gd name="f256" fmla="*/ f207 1 f138"/>
                <a:gd name="f257" fmla="*/ f208 1 f139"/>
                <a:gd name="f258" fmla="*/ f209 1 f138"/>
                <a:gd name="f259" fmla="*/ f210 1 f139"/>
                <a:gd name="f260" fmla="*/ f211 1 f138"/>
                <a:gd name="f261" fmla="*/ f212 1 f139"/>
                <a:gd name="f262" fmla="*/ f213 1 f138"/>
                <a:gd name="f263" fmla="*/ f214 1 f139"/>
                <a:gd name="f264" fmla="*/ f215 1 f138"/>
                <a:gd name="f265" fmla="*/ f216 1 f139"/>
                <a:gd name="f266" fmla="*/ f217 1 f138"/>
                <a:gd name="f267" fmla="*/ f218 1 f139"/>
                <a:gd name="f268" fmla="*/ f219 1 f138"/>
                <a:gd name="f269" fmla="*/ f220 1 f139"/>
                <a:gd name="f270" fmla="*/ f221 1 f138"/>
                <a:gd name="f271" fmla="*/ f222 1 f139"/>
                <a:gd name="f272" fmla="*/ f223 1 f138"/>
                <a:gd name="f273" fmla="*/ f224 1 f139"/>
                <a:gd name="f274" fmla="*/ f225 1 f138"/>
                <a:gd name="f275" fmla="*/ f226 1 f139"/>
                <a:gd name="f276" fmla="*/ f227 1 f138"/>
                <a:gd name="f277" fmla="*/ f228 1 f139"/>
                <a:gd name="f278" fmla="*/ f229 f133 1"/>
                <a:gd name="f279" fmla="*/ f230 f133 1"/>
                <a:gd name="f280" fmla="*/ f232 f134 1"/>
                <a:gd name="f281" fmla="*/ f231 f134 1"/>
                <a:gd name="f282" fmla="*/ f234 f133 1"/>
                <a:gd name="f283" fmla="*/ f235 f134 1"/>
                <a:gd name="f284" fmla="*/ f236 f133 1"/>
                <a:gd name="f285" fmla="*/ f237 f134 1"/>
                <a:gd name="f286" fmla="*/ f238 f133 1"/>
                <a:gd name="f287" fmla="*/ f239 f134 1"/>
                <a:gd name="f288" fmla="*/ f240 f133 1"/>
                <a:gd name="f289" fmla="*/ f241 f134 1"/>
                <a:gd name="f290" fmla="*/ f242 f133 1"/>
                <a:gd name="f291" fmla="*/ f243 f134 1"/>
                <a:gd name="f292" fmla="*/ f244 f133 1"/>
                <a:gd name="f293" fmla="*/ f245 f134 1"/>
                <a:gd name="f294" fmla="*/ f246 f133 1"/>
                <a:gd name="f295" fmla="*/ f247 f134 1"/>
                <a:gd name="f296" fmla="*/ f248 f133 1"/>
                <a:gd name="f297" fmla="*/ f249 f134 1"/>
                <a:gd name="f298" fmla="*/ f250 f133 1"/>
                <a:gd name="f299" fmla="*/ f251 f134 1"/>
                <a:gd name="f300" fmla="*/ f252 f133 1"/>
                <a:gd name="f301" fmla="*/ f253 f134 1"/>
                <a:gd name="f302" fmla="*/ f254 f133 1"/>
                <a:gd name="f303" fmla="*/ f255 f134 1"/>
                <a:gd name="f304" fmla="*/ f256 f133 1"/>
                <a:gd name="f305" fmla="*/ f257 f134 1"/>
                <a:gd name="f306" fmla="*/ f258 f133 1"/>
                <a:gd name="f307" fmla="*/ f259 f134 1"/>
                <a:gd name="f308" fmla="*/ f260 f133 1"/>
                <a:gd name="f309" fmla="*/ f261 f134 1"/>
                <a:gd name="f310" fmla="*/ f262 f133 1"/>
                <a:gd name="f311" fmla="*/ f263 f134 1"/>
                <a:gd name="f312" fmla="*/ f264 f133 1"/>
                <a:gd name="f313" fmla="*/ f265 f134 1"/>
                <a:gd name="f314" fmla="*/ f266 f133 1"/>
                <a:gd name="f315" fmla="*/ f267 f134 1"/>
                <a:gd name="f316" fmla="*/ f268 f133 1"/>
                <a:gd name="f317" fmla="*/ f269 f134 1"/>
                <a:gd name="f318" fmla="*/ f270 f133 1"/>
                <a:gd name="f319" fmla="*/ f271 f134 1"/>
                <a:gd name="f320" fmla="*/ f272 f133 1"/>
                <a:gd name="f321" fmla="*/ f273 f134 1"/>
                <a:gd name="f322" fmla="*/ f274 f133 1"/>
                <a:gd name="f323" fmla="*/ f275 f134 1"/>
                <a:gd name="f324" fmla="*/ f276 f133 1"/>
                <a:gd name="f325" fmla="*/ f277 f134 1"/>
              </a:gdLst>
              <a:ahLst/>
              <a:cxnLst>
                <a:cxn ang="3cd4">
                  <a:pos x="hc" y="t"/>
                </a:cxn>
                <a:cxn ang="0">
                  <a:pos x="r" y="vc"/>
                </a:cxn>
                <a:cxn ang="cd4">
                  <a:pos x="hc" y="b"/>
                </a:cxn>
                <a:cxn ang="cd2">
                  <a:pos x="l" y="vc"/>
                </a:cxn>
                <a:cxn ang="f233">
                  <a:pos x="f282" y="f283"/>
                </a:cxn>
                <a:cxn ang="f233">
                  <a:pos x="f284" y="f285"/>
                </a:cxn>
                <a:cxn ang="f233">
                  <a:pos x="f286" y="f287"/>
                </a:cxn>
                <a:cxn ang="f233">
                  <a:pos x="f288" y="f289"/>
                </a:cxn>
                <a:cxn ang="f233">
                  <a:pos x="f290" y="f291"/>
                </a:cxn>
                <a:cxn ang="f233">
                  <a:pos x="f292" y="f293"/>
                </a:cxn>
                <a:cxn ang="f233">
                  <a:pos x="f294" y="f295"/>
                </a:cxn>
                <a:cxn ang="f233">
                  <a:pos x="f296" y="f297"/>
                </a:cxn>
                <a:cxn ang="f233">
                  <a:pos x="f298" y="f299"/>
                </a:cxn>
                <a:cxn ang="f233">
                  <a:pos x="f300" y="f301"/>
                </a:cxn>
                <a:cxn ang="f233">
                  <a:pos x="f302" y="f303"/>
                </a:cxn>
                <a:cxn ang="f233">
                  <a:pos x="f304" y="f305"/>
                </a:cxn>
                <a:cxn ang="f233">
                  <a:pos x="f306" y="f307"/>
                </a:cxn>
                <a:cxn ang="f233">
                  <a:pos x="f308" y="f309"/>
                </a:cxn>
                <a:cxn ang="f233">
                  <a:pos x="f310" y="f311"/>
                </a:cxn>
                <a:cxn ang="f233">
                  <a:pos x="f312" y="f313"/>
                </a:cxn>
                <a:cxn ang="f233">
                  <a:pos x="f314" y="f315"/>
                </a:cxn>
                <a:cxn ang="f233">
                  <a:pos x="f316" y="f317"/>
                </a:cxn>
                <a:cxn ang="f233">
                  <a:pos x="f318" y="f319"/>
                </a:cxn>
                <a:cxn ang="f233">
                  <a:pos x="f320" y="f321"/>
                </a:cxn>
                <a:cxn ang="f233">
                  <a:pos x="f322" y="f323"/>
                </a:cxn>
                <a:cxn ang="f233">
                  <a:pos x="f324" y="f325"/>
                </a:cxn>
              </a:cxnLst>
              <a:rect l="f278" t="f281" r="f279" b="f280"/>
              <a:pathLst>
                <a:path w="2977477" h="4627149">
                  <a:moveTo>
                    <a:pt x="f5" y="f8"/>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cubicBezTo>
                    <a:pt x="f63" y="f64"/>
                    <a:pt x="f65" y="f66"/>
                    <a:pt x="f67" y="f68"/>
                  </a:cubicBezTo>
                  <a:cubicBezTo>
                    <a:pt x="f69" y="f70"/>
                    <a:pt x="f71" y="f72"/>
                    <a:pt x="f73" y="f74"/>
                  </a:cubicBezTo>
                  <a:cubicBezTo>
                    <a:pt x="f75" y="f76"/>
                    <a:pt x="f77" y="f78"/>
                    <a:pt x="f79" y="f80"/>
                  </a:cubicBezTo>
                  <a:cubicBezTo>
                    <a:pt x="f81" y="f82"/>
                    <a:pt x="f83" y="f84"/>
                    <a:pt x="f85" y="f86"/>
                  </a:cubicBezTo>
                  <a:cubicBezTo>
                    <a:pt x="f87" y="f88"/>
                    <a:pt x="f89" y="f90"/>
                    <a:pt x="f91" y="f92"/>
                  </a:cubicBezTo>
                  <a:cubicBezTo>
                    <a:pt x="f93" y="f94"/>
                    <a:pt x="f95" y="f96"/>
                    <a:pt x="f97" y="f98"/>
                  </a:cubicBezTo>
                  <a:cubicBezTo>
                    <a:pt x="f99" y="f100"/>
                    <a:pt x="f101" y="f102"/>
                    <a:pt x="f103" y="f104"/>
                  </a:cubicBezTo>
                  <a:cubicBezTo>
                    <a:pt x="f105" y="f106"/>
                    <a:pt x="f107" y="f108"/>
                    <a:pt x="f109" y="f110"/>
                  </a:cubicBezTo>
                  <a:cubicBezTo>
                    <a:pt x="f111" y="f112"/>
                    <a:pt x="f113" y="f114"/>
                    <a:pt x="f115" y="f116"/>
                  </a:cubicBezTo>
                  <a:cubicBezTo>
                    <a:pt x="f117" y="f118"/>
                    <a:pt x="f119" y="f120"/>
                    <a:pt x="f121" y="f122"/>
                  </a:cubicBezTo>
                  <a:cubicBezTo>
                    <a:pt x="f123" y="f124"/>
                    <a:pt x="f125" y="f126"/>
                    <a:pt x="f127" y="f128"/>
                  </a:cubicBezTo>
                  <a:cubicBezTo>
                    <a:pt x="f129" y="f130"/>
                    <a:pt x="f131" y="f5"/>
                    <a:pt x="f131"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8" name="Freeform: Shape 17">
              <a:extLst>
                <a:ext uri="{FF2B5EF4-FFF2-40B4-BE49-F238E27FC236}">
                  <a16:creationId xmlns:a16="http://schemas.microsoft.com/office/drawing/2014/main" id="{6EA3F317-E673-46ED-BD82-1D5A9EF185F0}"/>
                </a:ext>
              </a:extLst>
            </p:cNvPr>
            <p:cNvSpPr/>
            <p:nvPr/>
          </p:nvSpPr>
          <p:spPr>
            <a:xfrm>
              <a:off x="25091" y="15179"/>
              <a:ext cx="1566147" cy="2737265"/>
            </a:xfrm>
            <a:custGeom>
              <a:avLst/>
              <a:gdLst>
                <a:gd name="f0" fmla="val 10800000"/>
                <a:gd name="f1" fmla="val 5400000"/>
                <a:gd name="f2" fmla="val 180"/>
                <a:gd name="f3" fmla="val w"/>
                <a:gd name="f4" fmla="val h"/>
                <a:gd name="f5" fmla="val 0"/>
                <a:gd name="f6" fmla="val 2356712"/>
                <a:gd name="f7" fmla="val 4118991"/>
                <a:gd name="f8" fmla="val 1707071"/>
                <a:gd name="f9" fmla="val 1715357"/>
                <a:gd name="f10" fmla="val 22098"/>
                <a:gd name="f11" fmla="val 1812608"/>
                <a:gd name="f12" fmla="val 224409"/>
                <a:gd name="f13" fmla="val 1824514"/>
                <a:gd name="f14" fmla="val 244697"/>
                <a:gd name="f15" fmla="val 1844802"/>
                <a:gd name="f16" fmla="val 279273"/>
                <a:gd name="f17" fmla="val 1876996"/>
                <a:gd name="f18" fmla="val 304324"/>
                <a:gd name="f19" fmla="val 1908715"/>
                <a:gd name="f20" fmla="val 328994"/>
                <a:gd name="f21" fmla="val 2019967"/>
                <a:gd name="f22" fmla="val 415195"/>
                <a:gd name="f23" fmla="val 2137886"/>
                <a:gd name="f24" fmla="val 494633"/>
                <a:gd name="f25" fmla="val 2226469"/>
                <a:gd name="f26" fmla="val 603695"/>
                <a:gd name="f27" fmla="val 2296287"/>
                <a:gd name="f28" fmla="val 689610"/>
                <a:gd name="f29" fmla="val 2347817"/>
                <a:gd name="f30" fmla="val 790480"/>
                <a:gd name="f31" fmla="val 2355628"/>
                <a:gd name="f32" fmla="val 900494"/>
                <a:gd name="f33" fmla="val 2363248"/>
                <a:gd name="f34" fmla="val 1007078"/>
                <a:gd name="f35" fmla="val 2329910"/>
                <a:gd name="f36" fmla="val 1111187"/>
                <a:gd name="f37" fmla="val 2281428"/>
                <a:gd name="f38" fmla="val 1206913"/>
                <a:gd name="f39" fmla="val 2233422"/>
                <a:gd name="f40" fmla="val 1301877"/>
                <a:gd name="f41" fmla="val 2170938"/>
                <a:gd name="f42" fmla="val 1388936"/>
                <a:gd name="f43" fmla="val 2092452"/>
                <a:gd name="f44" fmla="val 1460659"/>
                <a:gd name="f45" fmla="val 2016538"/>
                <a:gd name="f46" fmla="val 1530001"/>
                <a:gd name="f47" fmla="val 1927765"/>
                <a:gd name="f48" fmla="val 1583436"/>
                <a:gd name="f49" fmla="val 1834039"/>
                <a:gd name="f50" fmla="val 1625822"/>
                <a:gd name="f51" fmla="val 1743075"/>
                <a:gd name="f52" fmla="val 1666970"/>
                <a:gd name="f53" fmla="val 1647730"/>
                <a:gd name="f54" fmla="val 1697736"/>
                <a:gd name="f55" fmla="val 1558862"/>
                <a:gd name="f56" fmla="val 1494758"/>
                <a:gd name="f57" fmla="val 1775841"/>
                <a:gd name="f58" fmla="val 1434275"/>
                <a:gd name="f59" fmla="val 1816132"/>
                <a:gd name="f60" fmla="val 1386554"/>
                <a:gd name="f61" fmla="val 1869948"/>
                <a:gd name="f62" fmla="val 1334548"/>
                <a:gd name="f63" fmla="val 1928622"/>
                <a:gd name="f64" fmla="val 1300544"/>
                <a:gd name="f65" fmla="val 2000345"/>
                <a:gd name="f66" fmla="val 1271683"/>
                <a:gd name="f67" fmla="val 2073402"/>
                <a:gd name="f68" fmla="val 1235202"/>
                <a:gd name="f69" fmla="val 2165699"/>
                <a:gd name="f70" fmla="val 1206722"/>
                <a:gd name="f71" fmla="val 2260759"/>
                <a:gd name="f72" fmla="val 1178338"/>
                <a:gd name="f73" fmla="val 2355914"/>
                <a:gd name="f74" fmla="val 1156240"/>
                <a:gd name="f75" fmla="val 2429923"/>
                <a:gd name="f76" fmla="val 1134237"/>
                <a:gd name="f77" fmla="val 2504028"/>
                <a:gd name="f78" fmla="val 1113758"/>
                <a:gd name="f79" fmla="val 2578513"/>
                <a:gd name="f80" fmla="val 1090041"/>
                <a:gd name="f81" fmla="val 2664714"/>
                <a:gd name="f82" fmla="val 1068134"/>
                <a:gd name="f83" fmla="val 2751678"/>
                <a:gd name="f84" fmla="val 1034796"/>
                <a:gd name="f85" fmla="val 2834640"/>
                <a:gd name="f86" fmla="val 1000125"/>
                <a:gd name="f87" fmla="val 2920841"/>
                <a:gd name="f88" fmla="val 953643"/>
                <a:gd name="f89" fmla="val 3001613"/>
                <a:gd name="f90" fmla="val 905637"/>
                <a:gd name="f91" fmla="val 3081242"/>
                <a:gd name="f92" fmla="val 869442"/>
                <a:gd name="f93" fmla="val 3141155"/>
                <a:gd name="f94" fmla="val 832295"/>
                <a:gd name="f95" fmla="val 3200400"/>
                <a:gd name="f96" fmla="val 793147"/>
                <a:gd name="f97" fmla="val 3258407"/>
                <a:gd name="f98" fmla="val 718661"/>
                <a:gd name="f99" fmla="val 3368802"/>
                <a:gd name="f100" fmla="val 637223"/>
                <a:gd name="f101" fmla="val 3474434"/>
                <a:gd name="f102" fmla="val 546735"/>
                <a:gd name="f103" fmla="val 3571970"/>
                <a:gd name="f104" fmla="val 482632"/>
                <a:gd name="f105" fmla="val 3641027"/>
                <a:gd name="f106" fmla="val 414147"/>
                <a:gd name="f107" fmla="val 3705797"/>
                <a:gd name="f108" fmla="val 346996"/>
                <a:gd name="f109" fmla="val 3771900"/>
                <a:gd name="f110" fmla="val 288989"/>
                <a:gd name="f111" fmla="val 3828764"/>
                <a:gd name="f112" fmla="val 232029"/>
                <a:gd name="f113" fmla="val 3886676"/>
                <a:gd name="f114" fmla="val 174689"/>
                <a:gd name="f115" fmla="val 3944207"/>
                <a:gd name="f116" fmla="val 116586"/>
                <a:gd name="f117" fmla="val 4002596"/>
                <a:gd name="f118" fmla="val 58293"/>
                <a:gd name="f119" fmla="val 4060698"/>
                <a:gd name="f120" fmla="+- 0 0 -90"/>
                <a:gd name="f121" fmla="*/ f3 1 2356712"/>
                <a:gd name="f122" fmla="*/ f4 1 4118991"/>
                <a:gd name="f123" fmla="+- f7 0 f5"/>
                <a:gd name="f124" fmla="+- f6 0 f5"/>
                <a:gd name="f125" fmla="*/ f120 f0 1"/>
                <a:gd name="f126" fmla="*/ f124 1 2356712"/>
                <a:gd name="f127" fmla="*/ f123 1 4118991"/>
                <a:gd name="f128" fmla="*/ 1707071 f124 1"/>
                <a:gd name="f129" fmla="*/ 0 f123 1"/>
                <a:gd name="f130" fmla="*/ 1824514 f124 1"/>
                <a:gd name="f131" fmla="*/ 244697 f123 1"/>
                <a:gd name="f132" fmla="*/ 1908715 f124 1"/>
                <a:gd name="f133" fmla="*/ 328994 f123 1"/>
                <a:gd name="f134" fmla="*/ 2226469 f124 1"/>
                <a:gd name="f135" fmla="*/ 603695 f123 1"/>
                <a:gd name="f136" fmla="*/ 2355628 f124 1"/>
                <a:gd name="f137" fmla="*/ 900494 f123 1"/>
                <a:gd name="f138" fmla="*/ 2281428 f124 1"/>
                <a:gd name="f139" fmla="*/ 1206913 f123 1"/>
                <a:gd name="f140" fmla="*/ 2092452 f124 1"/>
                <a:gd name="f141" fmla="*/ 1460659 f123 1"/>
                <a:gd name="f142" fmla="*/ 1834039 f124 1"/>
                <a:gd name="f143" fmla="*/ 1625822 f123 1"/>
                <a:gd name="f144" fmla="*/ 1558862 f124 1"/>
                <a:gd name="f145" fmla="*/ 1743075 f123 1"/>
                <a:gd name="f146" fmla="*/ 1386554 f124 1"/>
                <a:gd name="f147" fmla="*/ 1869948 f123 1"/>
                <a:gd name="f148" fmla="*/ 1271683 f124 1"/>
                <a:gd name="f149" fmla="*/ 2073402 f123 1"/>
                <a:gd name="f150" fmla="*/ 1178338 f124 1"/>
                <a:gd name="f151" fmla="*/ 2355914 f123 1"/>
                <a:gd name="f152" fmla="*/ 1113758 f124 1"/>
                <a:gd name="f153" fmla="*/ 2578513 f123 1"/>
                <a:gd name="f154" fmla="*/ 1034796 f124 1"/>
                <a:gd name="f155" fmla="*/ 2834640 f123 1"/>
                <a:gd name="f156" fmla="*/ 905637 f124 1"/>
                <a:gd name="f157" fmla="*/ 3081242 f123 1"/>
                <a:gd name="f158" fmla="*/ 793147 f124 1"/>
                <a:gd name="f159" fmla="*/ 3258407 f123 1"/>
                <a:gd name="f160" fmla="*/ 546735 f124 1"/>
                <a:gd name="f161" fmla="*/ 3571970 f123 1"/>
                <a:gd name="f162" fmla="*/ 346996 f124 1"/>
                <a:gd name="f163" fmla="*/ 3771900 f123 1"/>
                <a:gd name="f164" fmla="*/ 174689 f124 1"/>
                <a:gd name="f165" fmla="*/ 3944207 f123 1"/>
                <a:gd name="f166" fmla="*/ 0 f124 1"/>
                <a:gd name="f167" fmla="*/ 4118991 f123 1"/>
                <a:gd name="f168" fmla="*/ f125 1 f2"/>
                <a:gd name="f169" fmla="*/ f128 1 2356712"/>
                <a:gd name="f170" fmla="*/ f129 1 4118991"/>
                <a:gd name="f171" fmla="*/ f130 1 2356712"/>
                <a:gd name="f172" fmla="*/ f131 1 4118991"/>
                <a:gd name="f173" fmla="*/ f132 1 2356712"/>
                <a:gd name="f174" fmla="*/ f133 1 4118991"/>
                <a:gd name="f175" fmla="*/ f134 1 2356712"/>
                <a:gd name="f176" fmla="*/ f135 1 4118991"/>
                <a:gd name="f177" fmla="*/ f136 1 2356712"/>
                <a:gd name="f178" fmla="*/ f137 1 4118991"/>
                <a:gd name="f179" fmla="*/ f138 1 2356712"/>
                <a:gd name="f180" fmla="*/ f139 1 4118991"/>
                <a:gd name="f181" fmla="*/ f140 1 2356712"/>
                <a:gd name="f182" fmla="*/ f141 1 4118991"/>
                <a:gd name="f183" fmla="*/ f142 1 2356712"/>
                <a:gd name="f184" fmla="*/ f143 1 4118991"/>
                <a:gd name="f185" fmla="*/ f144 1 2356712"/>
                <a:gd name="f186" fmla="*/ f145 1 4118991"/>
                <a:gd name="f187" fmla="*/ f146 1 2356712"/>
                <a:gd name="f188" fmla="*/ f147 1 4118991"/>
                <a:gd name="f189" fmla="*/ f148 1 2356712"/>
                <a:gd name="f190" fmla="*/ f149 1 4118991"/>
                <a:gd name="f191" fmla="*/ f150 1 2356712"/>
                <a:gd name="f192" fmla="*/ f151 1 4118991"/>
                <a:gd name="f193" fmla="*/ f152 1 2356712"/>
                <a:gd name="f194" fmla="*/ f153 1 4118991"/>
                <a:gd name="f195" fmla="*/ f154 1 2356712"/>
                <a:gd name="f196" fmla="*/ f155 1 4118991"/>
                <a:gd name="f197" fmla="*/ f156 1 2356712"/>
                <a:gd name="f198" fmla="*/ f157 1 4118991"/>
                <a:gd name="f199" fmla="*/ f158 1 2356712"/>
                <a:gd name="f200" fmla="*/ f159 1 4118991"/>
                <a:gd name="f201" fmla="*/ f160 1 2356712"/>
                <a:gd name="f202" fmla="*/ f161 1 4118991"/>
                <a:gd name="f203" fmla="*/ f162 1 2356712"/>
                <a:gd name="f204" fmla="*/ f163 1 4118991"/>
                <a:gd name="f205" fmla="*/ f164 1 2356712"/>
                <a:gd name="f206" fmla="*/ f165 1 4118991"/>
                <a:gd name="f207" fmla="*/ f166 1 2356712"/>
                <a:gd name="f208" fmla="*/ f167 1 4118991"/>
                <a:gd name="f209" fmla="*/ f5 1 f126"/>
                <a:gd name="f210" fmla="*/ f6 1 f126"/>
                <a:gd name="f211" fmla="*/ f5 1 f127"/>
                <a:gd name="f212" fmla="*/ f7 1 f127"/>
                <a:gd name="f213" fmla="+- f168 0 f1"/>
                <a:gd name="f214" fmla="*/ f169 1 f126"/>
                <a:gd name="f215" fmla="*/ f170 1 f127"/>
                <a:gd name="f216" fmla="*/ f171 1 f126"/>
                <a:gd name="f217" fmla="*/ f172 1 f127"/>
                <a:gd name="f218" fmla="*/ f173 1 f126"/>
                <a:gd name="f219" fmla="*/ f174 1 f127"/>
                <a:gd name="f220" fmla="*/ f175 1 f126"/>
                <a:gd name="f221" fmla="*/ f176 1 f127"/>
                <a:gd name="f222" fmla="*/ f177 1 f126"/>
                <a:gd name="f223" fmla="*/ f178 1 f127"/>
                <a:gd name="f224" fmla="*/ f179 1 f126"/>
                <a:gd name="f225" fmla="*/ f180 1 f127"/>
                <a:gd name="f226" fmla="*/ f181 1 f126"/>
                <a:gd name="f227" fmla="*/ f182 1 f127"/>
                <a:gd name="f228" fmla="*/ f183 1 f126"/>
                <a:gd name="f229" fmla="*/ f184 1 f127"/>
                <a:gd name="f230" fmla="*/ f185 1 f126"/>
                <a:gd name="f231" fmla="*/ f186 1 f127"/>
                <a:gd name="f232" fmla="*/ f187 1 f126"/>
                <a:gd name="f233" fmla="*/ f188 1 f127"/>
                <a:gd name="f234" fmla="*/ f189 1 f126"/>
                <a:gd name="f235" fmla="*/ f190 1 f127"/>
                <a:gd name="f236" fmla="*/ f191 1 f126"/>
                <a:gd name="f237" fmla="*/ f192 1 f127"/>
                <a:gd name="f238" fmla="*/ f193 1 f126"/>
                <a:gd name="f239" fmla="*/ f194 1 f127"/>
                <a:gd name="f240" fmla="*/ f195 1 f126"/>
                <a:gd name="f241" fmla="*/ f196 1 f127"/>
                <a:gd name="f242" fmla="*/ f197 1 f126"/>
                <a:gd name="f243" fmla="*/ f198 1 f127"/>
                <a:gd name="f244" fmla="*/ f199 1 f126"/>
                <a:gd name="f245" fmla="*/ f200 1 f127"/>
                <a:gd name="f246" fmla="*/ f201 1 f126"/>
                <a:gd name="f247" fmla="*/ f202 1 f127"/>
                <a:gd name="f248" fmla="*/ f203 1 f126"/>
                <a:gd name="f249" fmla="*/ f204 1 f127"/>
                <a:gd name="f250" fmla="*/ f205 1 f126"/>
                <a:gd name="f251" fmla="*/ f206 1 f127"/>
                <a:gd name="f252" fmla="*/ f207 1 f126"/>
                <a:gd name="f253" fmla="*/ f208 1 f127"/>
                <a:gd name="f254" fmla="*/ f209 f121 1"/>
                <a:gd name="f255" fmla="*/ f210 f121 1"/>
                <a:gd name="f256" fmla="*/ f212 f122 1"/>
                <a:gd name="f257" fmla="*/ f211 f122 1"/>
                <a:gd name="f258" fmla="*/ f214 f121 1"/>
                <a:gd name="f259" fmla="*/ f215 f122 1"/>
                <a:gd name="f260" fmla="*/ f216 f121 1"/>
                <a:gd name="f261" fmla="*/ f217 f122 1"/>
                <a:gd name="f262" fmla="*/ f218 f121 1"/>
                <a:gd name="f263" fmla="*/ f219 f122 1"/>
                <a:gd name="f264" fmla="*/ f220 f121 1"/>
                <a:gd name="f265" fmla="*/ f221 f122 1"/>
                <a:gd name="f266" fmla="*/ f222 f121 1"/>
                <a:gd name="f267" fmla="*/ f223 f122 1"/>
                <a:gd name="f268" fmla="*/ f224 f121 1"/>
                <a:gd name="f269" fmla="*/ f225 f122 1"/>
                <a:gd name="f270" fmla="*/ f226 f121 1"/>
                <a:gd name="f271" fmla="*/ f227 f122 1"/>
                <a:gd name="f272" fmla="*/ f228 f121 1"/>
                <a:gd name="f273" fmla="*/ f229 f122 1"/>
                <a:gd name="f274" fmla="*/ f230 f121 1"/>
                <a:gd name="f275" fmla="*/ f231 f122 1"/>
                <a:gd name="f276" fmla="*/ f232 f121 1"/>
                <a:gd name="f277" fmla="*/ f233 f122 1"/>
                <a:gd name="f278" fmla="*/ f234 f121 1"/>
                <a:gd name="f279" fmla="*/ f235 f122 1"/>
                <a:gd name="f280" fmla="*/ f236 f121 1"/>
                <a:gd name="f281" fmla="*/ f237 f122 1"/>
                <a:gd name="f282" fmla="*/ f238 f121 1"/>
                <a:gd name="f283" fmla="*/ f239 f122 1"/>
                <a:gd name="f284" fmla="*/ f240 f121 1"/>
                <a:gd name="f285" fmla="*/ f241 f122 1"/>
                <a:gd name="f286" fmla="*/ f242 f121 1"/>
                <a:gd name="f287" fmla="*/ f243 f122 1"/>
                <a:gd name="f288" fmla="*/ f244 f121 1"/>
                <a:gd name="f289" fmla="*/ f245 f122 1"/>
                <a:gd name="f290" fmla="*/ f246 f121 1"/>
                <a:gd name="f291" fmla="*/ f247 f122 1"/>
                <a:gd name="f292" fmla="*/ f248 f121 1"/>
                <a:gd name="f293" fmla="*/ f249 f122 1"/>
                <a:gd name="f294" fmla="*/ f250 f121 1"/>
                <a:gd name="f295" fmla="*/ f251 f122 1"/>
                <a:gd name="f296" fmla="*/ f252 f121 1"/>
                <a:gd name="f297" fmla="*/ f253 f122 1"/>
              </a:gdLst>
              <a:ahLst/>
              <a:cxnLst>
                <a:cxn ang="3cd4">
                  <a:pos x="hc" y="t"/>
                </a:cxn>
                <a:cxn ang="0">
                  <a:pos x="r" y="vc"/>
                </a:cxn>
                <a:cxn ang="cd4">
                  <a:pos x="hc" y="b"/>
                </a:cxn>
                <a:cxn ang="cd2">
                  <a:pos x="l" y="vc"/>
                </a:cxn>
                <a:cxn ang="f213">
                  <a:pos x="f258" y="f259"/>
                </a:cxn>
                <a:cxn ang="f213">
                  <a:pos x="f260" y="f261"/>
                </a:cxn>
                <a:cxn ang="f213">
                  <a:pos x="f262" y="f263"/>
                </a:cxn>
                <a:cxn ang="f213">
                  <a:pos x="f264" y="f265"/>
                </a:cxn>
                <a:cxn ang="f213">
                  <a:pos x="f266" y="f267"/>
                </a:cxn>
                <a:cxn ang="f213">
                  <a:pos x="f268" y="f269"/>
                </a:cxn>
                <a:cxn ang="f213">
                  <a:pos x="f270" y="f271"/>
                </a:cxn>
                <a:cxn ang="f213">
                  <a:pos x="f272" y="f273"/>
                </a:cxn>
                <a:cxn ang="f213">
                  <a:pos x="f274" y="f275"/>
                </a:cxn>
                <a:cxn ang="f213">
                  <a:pos x="f276" y="f277"/>
                </a:cxn>
                <a:cxn ang="f213">
                  <a:pos x="f278" y="f279"/>
                </a:cxn>
                <a:cxn ang="f213">
                  <a:pos x="f280" y="f281"/>
                </a:cxn>
                <a:cxn ang="f213">
                  <a:pos x="f282" y="f283"/>
                </a:cxn>
                <a:cxn ang="f213">
                  <a:pos x="f284" y="f285"/>
                </a:cxn>
                <a:cxn ang="f213">
                  <a:pos x="f286" y="f287"/>
                </a:cxn>
                <a:cxn ang="f213">
                  <a:pos x="f288" y="f289"/>
                </a:cxn>
                <a:cxn ang="f213">
                  <a:pos x="f290" y="f291"/>
                </a:cxn>
                <a:cxn ang="f213">
                  <a:pos x="f292" y="f293"/>
                </a:cxn>
                <a:cxn ang="f213">
                  <a:pos x="f294" y="f295"/>
                </a:cxn>
                <a:cxn ang="f213">
                  <a:pos x="f296" y="f297"/>
                </a:cxn>
              </a:cxnLst>
              <a:rect l="f254" t="f257" r="f255" b="f256"/>
              <a:pathLst>
                <a:path w="2356712" h="4118991">
                  <a:moveTo>
                    <a:pt x="f8" y="f5"/>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1"/>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107"/>
                    <a:pt x="f108" y="f109"/>
                  </a:cubicBezTo>
                  <a:cubicBezTo>
                    <a:pt x="f110" y="f111"/>
                    <a:pt x="f112" y="f113"/>
                    <a:pt x="f114" y="f115"/>
                  </a:cubicBezTo>
                  <a:cubicBezTo>
                    <a:pt x="f116" y="f117"/>
                    <a:pt x="f118" y="f119"/>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9" name="Freeform: Shape 18">
              <a:extLst>
                <a:ext uri="{FF2B5EF4-FFF2-40B4-BE49-F238E27FC236}">
                  <a16:creationId xmlns:a16="http://schemas.microsoft.com/office/drawing/2014/main" id="{497181D6-AB14-4DA0-9755-A4C83139D027}"/>
                </a:ext>
              </a:extLst>
            </p:cNvPr>
            <p:cNvSpPr/>
            <p:nvPr/>
          </p:nvSpPr>
          <p:spPr>
            <a:xfrm>
              <a:off x="10844" y="15179"/>
              <a:ext cx="1368427" cy="2644975"/>
            </a:xfrm>
            <a:custGeom>
              <a:avLst/>
              <a:gdLst>
                <a:gd name="f0" fmla="val 10800000"/>
                <a:gd name="f1" fmla="val 5400000"/>
                <a:gd name="f2" fmla="val 180"/>
                <a:gd name="f3" fmla="val w"/>
                <a:gd name="f4" fmla="val h"/>
                <a:gd name="f5" fmla="val 0"/>
                <a:gd name="f6" fmla="val 2059193"/>
                <a:gd name="f7" fmla="val 3980116"/>
                <a:gd name="f8" fmla="val 91345"/>
                <a:gd name="f9" fmla="val 3889534"/>
                <a:gd name="f10" fmla="val 382715"/>
                <a:gd name="f11" fmla="val 3608737"/>
                <a:gd name="f12" fmla="val 471583"/>
                <a:gd name="f13" fmla="val 3515678"/>
                <a:gd name="f14" fmla="val 576358"/>
                <a:gd name="f15" fmla="val 3405949"/>
                <a:gd name="f16" fmla="val 675989"/>
                <a:gd name="f17" fmla="val 3290983"/>
                <a:gd name="f18" fmla="val 758666"/>
                <a:gd name="f19" fmla="val 3163824"/>
                <a:gd name="f20" fmla="val 836105"/>
                <a:gd name="f21" fmla="val 3044857"/>
                <a:gd name="f22" fmla="val 897445"/>
                <a:gd name="f23" fmla="val 2916079"/>
                <a:gd name="f24" fmla="val 940499"/>
                <a:gd name="f25" fmla="val 2780824"/>
                <a:gd name="f26" fmla="val 996315"/>
                <a:gd name="f27" fmla="val 2605754"/>
                <a:gd name="f28" fmla="val 1020985"/>
                <a:gd name="f29" fmla="val 2422874"/>
                <a:gd name="f30" fmla="val 1055370"/>
                <a:gd name="f31" fmla="val 2242185"/>
                <a:gd name="f32" fmla="val 1078611"/>
                <a:gd name="f33" fmla="val 2120075"/>
                <a:gd name="f34" fmla="val 1107472"/>
                <a:gd name="f35" fmla="val 1999107"/>
                <a:gd name="f36" fmla="val 1136714"/>
                <a:gd name="f37" fmla="val 1878330"/>
                <a:gd name="f38" fmla="val 1163098"/>
                <a:gd name="f39" fmla="val 1769174"/>
                <a:gd name="f40" fmla="val 1189482"/>
                <a:gd name="f41" fmla="val 1658588"/>
                <a:gd name="f42" fmla="val 1246727"/>
                <a:gd name="f43" fmla="val 1562386"/>
                <a:gd name="f44" fmla="val 1279208"/>
                <a:gd name="f45" fmla="val 1507808"/>
                <a:gd name="f46" fmla="val 1321689"/>
                <a:gd name="f47" fmla="val 1459039"/>
                <a:gd name="f48" fmla="val 1378363"/>
                <a:gd name="f49" fmla="val 1430750"/>
                <a:gd name="f50" fmla="val 1473327"/>
                <a:gd name="f51" fmla="val 1383221"/>
                <a:gd name="f52" fmla="val 1584865"/>
                <a:gd name="f53" fmla="val 1402652"/>
                <a:gd name="f54" fmla="val 1691831"/>
                <a:gd name="f55" fmla="val 1394841"/>
                <a:gd name="f56" fmla="val 1771079"/>
                <a:gd name="f57" fmla="val 1389031"/>
                <a:gd name="f58" fmla="val 1849279"/>
                <a:gd name="f59" fmla="val 1368266"/>
                <a:gd name="f60" fmla="val 1914335"/>
                <a:gd name="f61" fmla="val 1323023"/>
                <a:gd name="f62" fmla="val 1989963"/>
                <a:gd name="f63" fmla="val 1270445"/>
                <a:gd name="f64" fmla="val 2041493"/>
                <a:gd name="f65" fmla="val 1189101"/>
                <a:gd name="f66" fmla="val 2055495"/>
                <a:gd name="f67" fmla="val 1098042"/>
                <a:gd name="f68" fmla="val 2064258"/>
                <a:gd name="f69" fmla="val 1041178"/>
                <a:gd name="f70" fmla="val 2057591"/>
                <a:gd name="f71" fmla="val 982980"/>
                <a:gd name="f72" fmla="val 2033969"/>
                <a:gd name="f73" fmla="val 930497"/>
                <a:gd name="f74" fmla="val 2002727"/>
                <a:gd name="f75" fmla="val 861060"/>
                <a:gd name="f76" fmla="val 1945958"/>
                <a:gd name="f77" fmla="val 807625"/>
                <a:gd name="f78" fmla="val 1885664"/>
                <a:gd name="f79" fmla="val 760571"/>
                <a:gd name="f80" fmla="val 1809179"/>
                <a:gd name="f81" fmla="val 700945"/>
                <a:gd name="f82" fmla="val 1725549"/>
                <a:gd name="f83" fmla="val 651415"/>
                <a:gd name="f84" fmla="val 1636871"/>
                <a:gd name="f85" fmla="val 612172"/>
                <a:gd name="f86" fmla="val 1532763"/>
                <a:gd name="f87" fmla="val 566071"/>
                <a:gd name="f88" fmla="val 1421606"/>
                <a:gd name="f89" fmla="val 532543"/>
                <a:gd name="f90" fmla="val 1335405"/>
                <a:gd name="f91" fmla="val 459010"/>
                <a:gd name="f92" fmla="val 1277969"/>
                <a:gd name="f93" fmla="val 409956"/>
                <a:gd name="f94" fmla="val 1232059"/>
                <a:gd name="f95" fmla="val 344615"/>
                <a:gd name="f96" fmla="val 1234916"/>
                <a:gd name="f97" fmla="val 269939"/>
                <a:gd name="f98" fmla="val 1237012"/>
                <a:gd name="f99" fmla="val 211741"/>
                <a:gd name="f100" fmla="val 1386935"/>
                <a:gd name="f101" fmla="+- 0 0 -90"/>
                <a:gd name="f102" fmla="*/ f3 1 2059193"/>
                <a:gd name="f103" fmla="*/ f4 1 3980116"/>
                <a:gd name="f104" fmla="+- f7 0 f5"/>
                <a:gd name="f105" fmla="+- f6 0 f5"/>
                <a:gd name="f106" fmla="*/ f101 f0 1"/>
                <a:gd name="f107" fmla="*/ f105 1 2059193"/>
                <a:gd name="f108" fmla="*/ f104 1 3980116"/>
                <a:gd name="f109" fmla="*/ 0 f105 1"/>
                <a:gd name="f110" fmla="*/ 3980116 f104 1"/>
                <a:gd name="f111" fmla="*/ 471583 f105 1"/>
                <a:gd name="f112" fmla="*/ 3515678 f104 1"/>
                <a:gd name="f113" fmla="*/ 758666 f105 1"/>
                <a:gd name="f114" fmla="*/ 3163824 f104 1"/>
                <a:gd name="f115" fmla="*/ 940499 f105 1"/>
                <a:gd name="f116" fmla="*/ 2780824 f104 1"/>
                <a:gd name="f117" fmla="*/ 1055370 f105 1"/>
                <a:gd name="f118" fmla="*/ 2242185 f104 1"/>
                <a:gd name="f119" fmla="*/ 1136714 f105 1"/>
                <a:gd name="f120" fmla="*/ 1878330 f104 1"/>
                <a:gd name="f121" fmla="*/ 1246727 f105 1"/>
                <a:gd name="f122" fmla="*/ 1562386 f104 1"/>
                <a:gd name="f123" fmla="*/ 1378363 f105 1"/>
                <a:gd name="f124" fmla="*/ 1430750 f104 1"/>
                <a:gd name="f125" fmla="*/ 1691831 f105 1"/>
                <a:gd name="f126" fmla="*/ 1394841 f104 1"/>
                <a:gd name="f127" fmla="*/ 1914335 f105 1"/>
                <a:gd name="f128" fmla="*/ 1323023 f104 1"/>
                <a:gd name="f129" fmla="*/ 2055495 f105 1"/>
                <a:gd name="f130" fmla="*/ 1098042 f104 1"/>
                <a:gd name="f131" fmla="*/ 2033969 f105 1"/>
                <a:gd name="f132" fmla="*/ 930497 f104 1"/>
                <a:gd name="f133" fmla="*/ 1885664 f105 1"/>
                <a:gd name="f134" fmla="*/ 760571 f104 1"/>
                <a:gd name="f135" fmla="*/ 1636871 f105 1"/>
                <a:gd name="f136" fmla="*/ 612172 f104 1"/>
                <a:gd name="f137" fmla="*/ 1335405 f105 1"/>
                <a:gd name="f138" fmla="*/ 459010 f104 1"/>
                <a:gd name="f139" fmla="*/ 1234916 f105 1"/>
                <a:gd name="f140" fmla="*/ 269939 f104 1"/>
                <a:gd name="f141" fmla="*/ 1386935 f105 1"/>
                <a:gd name="f142" fmla="*/ 0 f104 1"/>
                <a:gd name="f143" fmla="*/ f106 1 f2"/>
                <a:gd name="f144" fmla="*/ f109 1 2059193"/>
                <a:gd name="f145" fmla="*/ f110 1 3980116"/>
                <a:gd name="f146" fmla="*/ f111 1 2059193"/>
                <a:gd name="f147" fmla="*/ f112 1 3980116"/>
                <a:gd name="f148" fmla="*/ f113 1 2059193"/>
                <a:gd name="f149" fmla="*/ f114 1 3980116"/>
                <a:gd name="f150" fmla="*/ f115 1 2059193"/>
                <a:gd name="f151" fmla="*/ f116 1 3980116"/>
                <a:gd name="f152" fmla="*/ f117 1 2059193"/>
                <a:gd name="f153" fmla="*/ f118 1 3980116"/>
                <a:gd name="f154" fmla="*/ f119 1 2059193"/>
                <a:gd name="f155" fmla="*/ f120 1 3980116"/>
                <a:gd name="f156" fmla="*/ f121 1 2059193"/>
                <a:gd name="f157" fmla="*/ f122 1 3980116"/>
                <a:gd name="f158" fmla="*/ f123 1 2059193"/>
                <a:gd name="f159" fmla="*/ f124 1 3980116"/>
                <a:gd name="f160" fmla="*/ f125 1 2059193"/>
                <a:gd name="f161" fmla="*/ f126 1 3980116"/>
                <a:gd name="f162" fmla="*/ f127 1 2059193"/>
                <a:gd name="f163" fmla="*/ f128 1 3980116"/>
                <a:gd name="f164" fmla="*/ f129 1 2059193"/>
                <a:gd name="f165" fmla="*/ f130 1 3980116"/>
                <a:gd name="f166" fmla="*/ f131 1 2059193"/>
                <a:gd name="f167" fmla="*/ f132 1 3980116"/>
                <a:gd name="f168" fmla="*/ f133 1 2059193"/>
                <a:gd name="f169" fmla="*/ f134 1 3980116"/>
                <a:gd name="f170" fmla="*/ f135 1 2059193"/>
                <a:gd name="f171" fmla="*/ f136 1 3980116"/>
                <a:gd name="f172" fmla="*/ f137 1 2059193"/>
                <a:gd name="f173" fmla="*/ f138 1 3980116"/>
                <a:gd name="f174" fmla="*/ f139 1 2059193"/>
                <a:gd name="f175" fmla="*/ f140 1 3980116"/>
                <a:gd name="f176" fmla="*/ f141 1 2059193"/>
                <a:gd name="f177" fmla="*/ f142 1 3980116"/>
                <a:gd name="f178" fmla="*/ f5 1 f107"/>
                <a:gd name="f179" fmla="*/ f6 1 f107"/>
                <a:gd name="f180" fmla="*/ f5 1 f108"/>
                <a:gd name="f181" fmla="*/ f7 1 f108"/>
                <a:gd name="f182" fmla="+- f143 0 f1"/>
                <a:gd name="f183" fmla="*/ f144 1 f107"/>
                <a:gd name="f184" fmla="*/ f145 1 f108"/>
                <a:gd name="f185" fmla="*/ f146 1 f107"/>
                <a:gd name="f186" fmla="*/ f147 1 f108"/>
                <a:gd name="f187" fmla="*/ f148 1 f107"/>
                <a:gd name="f188" fmla="*/ f149 1 f108"/>
                <a:gd name="f189" fmla="*/ f150 1 f107"/>
                <a:gd name="f190" fmla="*/ f151 1 f108"/>
                <a:gd name="f191" fmla="*/ f152 1 f107"/>
                <a:gd name="f192" fmla="*/ f153 1 f108"/>
                <a:gd name="f193" fmla="*/ f154 1 f107"/>
                <a:gd name="f194" fmla="*/ f155 1 f108"/>
                <a:gd name="f195" fmla="*/ f156 1 f107"/>
                <a:gd name="f196" fmla="*/ f157 1 f108"/>
                <a:gd name="f197" fmla="*/ f158 1 f107"/>
                <a:gd name="f198" fmla="*/ f159 1 f108"/>
                <a:gd name="f199" fmla="*/ f160 1 f107"/>
                <a:gd name="f200" fmla="*/ f161 1 f108"/>
                <a:gd name="f201" fmla="*/ f162 1 f107"/>
                <a:gd name="f202" fmla="*/ f163 1 f108"/>
                <a:gd name="f203" fmla="*/ f164 1 f107"/>
                <a:gd name="f204" fmla="*/ f165 1 f108"/>
                <a:gd name="f205" fmla="*/ f166 1 f107"/>
                <a:gd name="f206" fmla="*/ f167 1 f108"/>
                <a:gd name="f207" fmla="*/ f168 1 f107"/>
                <a:gd name="f208" fmla="*/ f169 1 f108"/>
                <a:gd name="f209" fmla="*/ f170 1 f107"/>
                <a:gd name="f210" fmla="*/ f171 1 f108"/>
                <a:gd name="f211" fmla="*/ f172 1 f107"/>
                <a:gd name="f212" fmla="*/ f173 1 f108"/>
                <a:gd name="f213" fmla="*/ f174 1 f107"/>
                <a:gd name="f214" fmla="*/ f175 1 f108"/>
                <a:gd name="f215" fmla="*/ f176 1 f107"/>
                <a:gd name="f216" fmla="*/ f177 1 f108"/>
                <a:gd name="f217" fmla="*/ f178 f102 1"/>
                <a:gd name="f218" fmla="*/ f179 f102 1"/>
                <a:gd name="f219" fmla="*/ f181 f103 1"/>
                <a:gd name="f220" fmla="*/ f180 f103 1"/>
                <a:gd name="f221" fmla="*/ f183 f102 1"/>
                <a:gd name="f222" fmla="*/ f184 f103 1"/>
                <a:gd name="f223" fmla="*/ f185 f102 1"/>
                <a:gd name="f224" fmla="*/ f186 f103 1"/>
                <a:gd name="f225" fmla="*/ f187 f102 1"/>
                <a:gd name="f226" fmla="*/ f188 f103 1"/>
                <a:gd name="f227" fmla="*/ f189 f102 1"/>
                <a:gd name="f228" fmla="*/ f190 f103 1"/>
                <a:gd name="f229" fmla="*/ f191 f102 1"/>
                <a:gd name="f230" fmla="*/ f192 f103 1"/>
                <a:gd name="f231" fmla="*/ f193 f102 1"/>
                <a:gd name="f232" fmla="*/ f194 f103 1"/>
                <a:gd name="f233" fmla="*/ f195 f102 1"/>
                <a:gd name="f234" fmla="*/ f196 f103 1"/>
                <a:gd name="f235" fmla="*/ f197 f102 1"/>
                <a:gd name="f236" fmla="*/ f198 f103 1"/>
                <a:gd name="f237" fmla="*/ f199 f102 1"/>
                <a:gd name="f238" fmla="*/ f200 f103 1"/>
                <a:gd name="f239" fmla="*/ f201 f102 1"/>
                <a:gd name="f240" fmla="*/ f202 f103 1"/>
                <a:gd name="f241" fmla="*/ f203 f102 1"/>
                <a:gd name="f242" fmla="*/ f204 f103 1"/>
                <a:gd name="f243" fmla="*/ f205 f102 1"/>
                <a:gd name="f244" fmla="*/ f206 f103 1"/>
                <a:gd name="f245" fmla="*/ f207 f102 1"/>
                <a:gd name="f246" fmla="*/ f208 f103 1"/>
                <a:gd name="f247" fmla="*/ f209 f102 1"/>
                <a:gd name="f248" fmla="*/ f210 f103 1"/>
                <a:gd name="f249" fmla="*/ f211 f102 1"/>
                <a:gd name="f250" fmla="*/ f212 f103 1"/>
                <a:gd name="f251" fmla="*/ f213 f102 1"/>
                <a:gd name="f252" fmla="*/ f214 f103 1"/>
                <a:gd name="f253" fmla="*/ f215 f102 1"/>
                <a:gd name="f254" fmla="*/ f216 f103 1"/>
              </a:gdLst>
              <a:ahLst/>
              <a:cxnLst>
                <a:cxn ang="3cd4">
                  <a:pos x="hc" y="t"/>
                </a:cxn>
                <a:cxn ang="0">
                  <a:pos x="r" y="vc"/>
                </a:cxn>
                <a:cxn ang="cd4">
                  <a:pos x="hc" y="b"/>
                </a:cxn>
                <a:cxn ang="cd2">
                  <a:pos x="l" y="vc"/>
                </a:cxn>
                <a:cxn ang="f182">
                  <a:pos x="f221" y="f222"/>
                </a:cxn>
                <a:cxn ang="f182">
                  <a:pos x="f223" y="f224"/>
                </a:cxn>
                <a:cxn ang="f182">
                  <a:pos x="f225" y="f226"/>
                </a:cxn>
                <a:cxn ang="f182">
                  <a:pos x="f227" y="f228"/>
                </a:cxn>
                <a:cxn ang="f182">
                  <a:pos x="f229" y="f230"/>
                </a:cxn>
                <a:cxn ang="f182">
                  <a:pos x="f231" y="f232"/>
                </a:cxn>
                <a:cxn ang="f182">
                  <a:pos x="f233" y="f234"/>
                </a:cxn>
                <a:cxn ang="f182">
                  <a:pos x="f235" y="f236"/>
                </a:cxn>
                <a:cxn ang="f182">
                  <a:pos x="f237" y="f238"/>
                </a:cxn>
                <a:cxn ang="f182">
                  <a:pos x="f239" y="f240"/>
                </a:cxn>
                <a:cxn ang="f182">
                  <a:pos x="f241" y="f242"/>
                </a:cxn>
                <a:cxn ang="f182">
                  <a:pos x="f243" y="f244"/>
                </a:cxn>
                <a:cxn ang="f182">
                  <a:pos x="f245" y="f246"/>
                </a:cxn>
                <a:cxn ang="f182">
                  <a:pos x="f247" y="f248"/>
                </a:cxn>
                <a:cxn ang="f182">
                  <a:pos x="f249" y="f250"/>
                </a:cxn>
                <a:cxn ang="f182">
                  <a:pos x="f251" y="f252"/>
                </a:cxn>
                <a:cxn ang="f182">
                  <a:pos x="f253" y="f254"/>
                </a:cxn>
              </a:cxnLst>
              <a:rect l="f217" t="f220" r="f218" b="f219"/>
              <a:pathLst>
                <a:path w="2059193" h="3980116">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5"/>
                    <a:pt x="f100" y="f5"/>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0" name="Freeform: Shape 19">
              <a:extLst>
                <a:ext uri="{FF2B5EF4-FFF2-40B4-BE49-F238E27FC236}">
                  <a16:creationId xmlns:a16="http://schemas.microsoft.com/office/drawing/2014/main" id="{FB795374-0EA4-4E06-B62C-51A06B075503}"/>
                </a:ext>
              </a:extLst>
            </p:cNvPr>
            <p:cNvSpPr/>
            <p:nvPr/>
          </p:nvSpPr>
          <p:spPr>
            <a:xfrm>
              <a:off x="18827" y="543784"/>
              <a:ext cx="494288" cy="1905591"/>
            </a:xfrm>
            <a:custGeom>
              <a:avLst/>
              <a:gdLst>
                <a:gd name="f0" fmla="val 10800000"/>
                <a:gd name="f1" fmla="val 5400000"/>
                <a:gd name="f2" fmla="val 180"/>
                <a:gd name="f3" fmla="val w"/>
                <a:gd name="f4" fmla="val h"/>
                <a:gd name="f5" fmla="val 0"/>
                <a:gd name="f6" fmla="val 743796"/>
                <a:gd name="f7" fmla="val 2867501"/>
                <a:gd name="f8" fmla="val 11144"/>
                <a:gd name="f9" fmla="val 101060"/>
                <a:gd name="f10" fmla="val 2953"/>
                <a:gd name="f11" fmla="val 268796"/>
                <a:gd name="f12" fmla="val 25146"/>
                <a:gd name="f13" fmla="val 353663"/>
                <a:gd name="f14" fmla="val 55245"/>
                <a:gd name="f15" fmla="val 433483"/>
                <a:gd name="f16" fmla="val 83534"/>
                <a:gd name="f17" fmla="val 510635"/>
                <a:gd name="f18" fmla="val 120967"/>
                <a:gd name="f19" fmla="val 571405"/>
                <a:gd name="f20" fmla="val 179737"/>
                <a:gd name="f21" fmla="val 625412"/>
                <a:gd name="f22" fmla="val 231934"/>
                <a:gd name="f23" fmla="val 663607"/>
                <a:gd name="f24" fmla="val 297942"/>
                <a:gd name="f25" fmla="val 688658"/>
                <a:gd name="f26" fmla="val 368808"/>
                <a:gd name="f27" fmla="val 716375"/>
                <a:gd name="f28" fmla="val 447103"/>
                <a:gd name="f29" fmla="val 727996"/>
                <a:gd name="f30" fmla="val 529876"/>
                <a:gd name="f31" fmla="val 731711"/>
                <a:gd name="f32" fmla="val 612934"/>
                <a:gd name="f33" fmla="val 737426"/>
                <a:gd name="f34" fmla="val 740474"/>
                <a:gd name="f35" fmla="val 724948"/>
                <a:gd name="f36" fmla="val 867918"/>
                <a:gd name="f37" fmla="val 725233"/>
                <a:gd name="f38" fmla="val 995648"/>
                <a:gd name="f39" fmla="val 725710"/>
                <a:gd name="f40" fmla="val 1163765"/>
                <a:gd name="f41" fmla="val 748665"/>
                <a:gd name="f42" fmla="val 1331309"/>
                <a:gd name="f43" fmla="val 742855"/>
                <a:gd name="f44" fmla="val 1499330"/>
                <a:gd name="f45" fmla="val 739426"/>
                <a:gd name="f46" fmla="val 1598009"/>
                <a:gd name="f47" fmla="val 725996"/>
                <a:gd name="f48" fmla="val 1696022"/>
                <a:gd name="f49" fmla="val 707898"/>
                <a:gd name="f50" fmla="val 1793081"/>
                <a:gd name="f51" fmla="val 690086"/>
                <a:gd name="f52" fmla="val 1888426"/>
                <a:gd name="f53" fmla="val 666845"/>
                <a:gd name="f54" fmla="val 1982724"/>
                <a:gd name="f55" fmla="val 633222"/>
                <a:gd name="f56" fmla="val 2073592"/>
                <a:gd name="f57" fmla="val 579692"/>
                <a:gd name="f58" fmla="val 2218182"/>
                <a:gd name="f59" fmla="val 499682"/>
                <a:gd name="f60" fmla="val 2351056"/>
                <a:gd name="f61" fmla="val 404527"/>
                <a:gd name="f62" fmla="val 2472404"/>
                <a:gd name="f63" fmla="val 266033"/>
                <a:gd name="f64" fmla="val 2648902"/>
                <a:gd name="f65" fmla="val 179642"/>
                <a:gd name="f66" fmla="val 2732818"/>
                <a:gd name="f67" fmla="+- 0 0 -90"/>
                <a:gd name="f68" fmla="*/ f3 1 743796"/>
                <a:gd name="f69" fmla="*/ f4 1 2867501"/>
                <a:gd name="f70" fmla="+- f7 0 f5"/>
                <a:gd name="f71" fmla="+- f6 0 f5"/>
                <a:gd name="f72" fmla="*/ f67 f0 1"/>
                <a:gd name="f73" fmla="*/ f71 1 743796"/>
                <a:gd name="f74" fmla="*/ f70 1 2867501"/>
                <a:gd name="f75" fmla="*/ 11144 f71 1"/>
                <a:gd name="f76" fmla="*/ 0 f70 1"/>
                <a:gd name="f77" fmla="*/ 353663 f71 1"/>
                <a:gd name="f78" fmla="*/ 55245 f70 1"/>
                <a:gd name="f79" fmla="*/ 571405 f71 1"/>
                <a:gd name="f80" fmla="*/ 179737 f70 1"/>
                <a:gd name="f81" fmla="*/ 688658 f71 1"/>
                <a:gd name="f82" fmla="*/ 368808 f70 1"/>
                <a:gd name="f83" fmla="*/ 731711 f71 1"/>
                <a:gd name="f84" fmla="*/ 612934 f70 1"/>
                <a:gd name="f85" fmla="*/ 725233 f71 1"/>
                <a:gd name="f86" fmla="*/ 995648 f70 1"/>
                <a:gd name="f87" fmla="*/ 742855 f71 1"/>
                <a:gd name="f88" fmla="*/ 1499330 f70 1"/>
                <a:gd name="f89" fmla="*/ 707898 f71 1"/>
                <a:gd name="f90" fmla="*/ 1793081 f70 1"/>
                <a:gd name="f91" fmla="*/ 633222 f71 1"/>
                <a:gd name="f92" fmla="*/ 2073592 f70 1"/>
                <a:gd name="f93" fmla="*/ 404527 f71 1"/>
                <a:gd name="f94" fmla="*/ 2472404 f70 1"/>
                <a:gd name="f95" fmla="*/ 0 f71 1"/>
                <a:gd name="f96" fmla="*/ 2867501 f70 1"/>
                <a:gd name="f97" fmla="*/ f72 1 f2"/>
                <a:gd name="f98" fmla="*/ f75 1 743796"/>
                <a:gd name="f99" fmla="*/ f76 1 2867501"/>
                <a:gd name="f100" fmla="*/ f77 1 743796"/>
                <a:gd name="f101" fmla="*/ f78 1 2867501"/>
                <a:gd name="f102" fmla="*/ f79 1 743796"/>
                <a:gd name="f103" fmla="*/ f80 1 2867501"/>
                <a:gd name="f104" fmla="*/ f81 1 743796"/>
                <a:gd name="f105" fmla="*/ f82 1 2867501"/>
                <a:gd name="f106" fmla="*/ f83 1 743796"/>
                <a:gd name="f107" fmla="*/ f84 1 2867501"/>
                <a:gd name="f108" fmla="*/ f85 1 743796"/>
                <a:gd name="f109" fmla="*/ f86 1 2867501"/>
                <a:gd name="f110" fmla="*/ f87 1 743796"/>
                <a:gd name="f111" fmla="*/ f88 1 2867501"/>
                <a:gd name="f112" fmla="*/ f89 1 743796"/>
                <a:gd name="f113" fmla="*/ f90 1 2867501"/>
                <a:gd name="f114" fmla="*/ f91 1 743796"/>
                <a:gd name="f115" fmla="*/ f92 1 2867501"/>
                <a:gd name="f116" fmla="*/ f93 1 743796"/>
                <a:gd name="f117" fmla="*/ f94 1 2867501"/>
                <a:gd name="f118" fmla="*/ f95 1 743796"/>
                <a:gd name="f119" fmla="*/ f96 1 2867501"/>
                <a:gd name="f120" fmla="*/ f5 1 f73"/>
                <a:gd name="f121" fmla="*/ f6 1 f73"/>
                <a:gd name="f122" fmla="*/ f5 1 f74"/>
                <a:gd name="f123" fmla="*/ f7 1 f74"/>
                <a:gd name="f124" fmla="+- f97 0 f1"/>
                <a:gd name="f125" fmla="*/ f98 1 f73"/>
                <a:gd name="f126" fmla="*/ f99 1 f74"/>
                <a:gd name="f127" fmla="*/ f100 1 f73"/>
                <a:gd name="f128" fmla="*/ f101 1 f74"/>
                <a:gd name="f129" fmla="*/ f102 1 f73"/>
                <a:gd name="f130" fmla="*/ f103 1 f74"/>
                <a:gd name="f131" fmla="*/ f104 1 f73"/>
                <a:gd name="f132" fmla="*/ f105 1 f74"/>
                <a:gd name="f133" fmla="*/ f106 1 f73"/>
                <a:gd name="f134" fmla="*/ f107 1 f74"/>
                <a:gd name="f135" fmla="*/ f108 1 f73"/>
                <a:gd name="f136" fmla="*/ f109 1 f74"/>
                <a:gd name="f137" fmla="*/ f110 1 f73"/>
                <a:gd name="f138" fmla="*/ f111 1 f74"/>
                <a:gd name="f139" fmla="*/ f112 1 f73"/>
                <a:gd name="f140" fmla="*/ f113 1 f74"/>
                <a:gd name="f141" fmla="*/ f114 1 f73"/>
                <a:gd name="f142" fmla="*/ f115 1 f74"/>
                <a:gd name="f143" fmla="*/ f116 1 f73"/>
                <a:gd name="f144" fmla="*/ f117 1 f74"/>
                <a:gd name="f145" fmla="*/ f118 1 f73"/>
                <a:gd name="f146" fmla="*/ f119 1 f74"/>
                <a:gd name="f147" fmla="*/ f120 f68 1"/>
                <a:gd name="f148" fmla="*/ f121 f68 1"/>
                <a:gd name="f149" fmla="*/ f123 f69 1"/>
                <a:gd name="f150" fmla="*/ f122 f69 1"/>
                <a:gd name="f151" fmla="*/ f125 f68 1"/>
                <a:gd name="f152" fmla="*/ f126 f69 1"/>
                <a:gd name="f153" fmla="*/ f127 f68 1"/>
                <a:gd name="f154" fmla="*/ f128 f69 1"/>
                <a:gd name="f155" fmla="*/ f129 f68 1"/>
                <a:gd name="f156" fmla="*/ f130 f69 1"/>
                <a:gd name="f157" fmla="*/ f131 f68 1"/>
                <a:gd name="f158" fmla="*/ f132 f69 1"/>
                <a:gd name="f159" fmla="*/ f133 f68 1"/>
                <a:gd name="f160" fmla="*/ f134 f69 1"/>
                <a:gd name="f161" fmla="*/ f135 f68 1"/>
                <a:gd name="f162" fmla="*/ f136 f69 1"/>
                <a:gd name="f163" fmla="*/ f137 f68 1"/>
                <a:gd name="f164" fmla="*/ f138 f69 1"/>
                <a:gd name="f165" fmla="*/ f139 f68 1"/>
                <a:gd name="f166" fmla="*/ f140 f69 1"/>
                <a:gd name="f167" fmla="*/ f141 f68 1"/>
                <a:gd name="f168" fmla="*/ f142 f69 1"/>
                <a:gd name="f169" fmla="*/ f143 f68 1"/>
                <a:gd name="f170" fmla="*/ f144 f69 1"/>
                <a:gd name="f171" fmla="*/ f145 f68 1"/>
                <a:gd name="f172" fmla="*/ f146 f69 1"/>
              </a:gdLst>
              <a:ahLst/>
              <a:cxnLst>
                <a:cxn ang="3cd4">
                  <a:pos x="hc" y="t"/>
                </a:cxn>
                <a:cxn ang="0">
                  <a:pos x="r" y="vc"/>
                </a:cxn>
                <a:cxn ang="cd4">
                  <a:pos x="hc" y="b"/>
                </a:cxn>
                <a:cxn ang="cd2">
                  <a:pos x="l" y="vc"/>
                </a:cxn>
                <a:cxn ang="f124">
                  <a:pos x="f151" y="f152"/>
                </a:cxn>
                <a:cxn ang="f124">
                  <a:pos x="f153" y="f154"/>
                </a:cxn>
                <a:cxn ang="f124">
                  <a:pos x="f155" y="f156"/>
                </a:cxn>
                <a:cxn ang="f124">
                  <a:pos x="f157" y="f158"/>
                </a:cxn>
                <a:cxn ang="f124">
                  <a:pos x="f159" y="f160"/>
                </a:cxn>
                <a:cxn ang="f124">
                  <a:pos x="f161" y="f162"/>
                </a:cxn>
                <a:cxn ang="f124">
                  <a:pos x="f163" y="f164"/>
                </a:cxn>
                <a:cxn ang="f124">
                  <a:pos x="f165" y="f166"/>
                </a:cxn>
                <a:cxn ang="f124">
                  <a:pos x="f167" y="f168"/>
                </a:cxn>
                <a:cxn ang="f124">
                  <a:pos x="f169" y="f170"/>
                </a:cxn>
                <a:cxn ang="f124">
                  <a:pos x="f171" y="f172"/>
                </a:cxn>
              </a:cxnLst>
              <a:rect l="f147" t="f150" r="f148" b="f149"/>
              <a:pathLst>
                <a:path w="743796" h="2867501">
                  <a:moveTo>
                    <a:pt x="f8" y="f5"/>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cubicBezTo>
                    <a:pt x="f63" y="f64"/>
                    <a:pt x="f65" y="f66"/>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1" name="Freeform: Shape 20">
              <a:extLst>
                <a:ext uri="{FF2B5EF4-FFF2-40B4-BE49-F238E27FC236}">
                  <a16:creationId xmlns:a16="http://schemas.microsoft.com/office/drawing/2014/main" id="{D8045985-836C-44CA-AFE7-4E6FBB11E509}"/>
                </a:ext>
              </a:extLst>
            </p:cNvPr>
            <p:cNvSpPr/>
            <p:nvPr/>
          </p:nvSpPr>
          <p:spPr>
            <a:xfrm>
              <a:off x="10844" y="672285"/>
              <a:ext cx="396931" cy="1690304"/>
            </a:xfrm>
            <a:custGeom>
              <a:avLst/>
              <a:gdLst>
                <a:gd name="f0" fmla="val 10800000"/>
                <a:gd name="f1" fmla="val 5400000"/>
                <a:gd name="f2" fmla="val 180"/>
                <a:gd name="f3" fmla="val w"/>
                <a:gd name="f4" fmla="val h"/>
                <a:gd name="f5" fmla="val 0"/>
                <a:gd name="f6" fmla="val 597294"/>
                <a:gd name="f7" fmla="val 2543540"/>
                <a:gd name="f8" fmla="val 16478"/>
                <a:gd name="f9" fmla="val 2079"/>
                <a:gd name="f10" fmla="val 101441"/>
                <a:gd name="f11" fmla="+- 0 0 6684"/>
                <a:gd name="f12" fmla="val 224885"/>
                <a:gd name="f13" fmla="val 12557"/>
                <a:gd name="f14" fmla="val 299847"/>
                <a:gd name="f15" fmla="val 53991"/>
                <a:gd name="f16" fmla="val 394240"/>
                <a:gd name="f17" fmla="val 106092"/>
                <a:gd name="f18" fmla="val 468440"/>
                <a:gd name="f19" fmla="val 189341"/>
                <a:gd name="f20" fmla="val 503206"/>
                <a:gd name="f21" fmla="val 291354"/>
                <a:gd name="f22" fmla="val 550069"/>
                <a:gd name="f23" fmla="val 429085"/>
                <a:gd name="f24" fmla="val 520827"/>
                <a:gd name="f25" fmla="val 577770"/>
                <a:gd name="f26" fmla="val 525113"/>
                <a:gd name="f27" fmla="val 724265"/>
                <a:gd name="f28" fmla="val 529019"/>
                <a:gd name="f29" fmla="val 856472"/>
                <a:gd name="f30" fmla="val 561118"/>
                <a:gd name="f31" fmla="val 986012"/>
                <a:gd name="f32" fmla="val 578930"/>
                <a:gd name="f33" fmla="val 1117267"/>
                <a:gd name="f34" fmla="val 595122"/>
                <a:gd name="f35" fmla="val 1236234"/>
                <a:gd name="f36" fmla="val 602742"/>
                <a:gd name="f37" fmla="val 1356630"/>
                <a:gd name="f38" fmla="val 592931"/>
                <a:gd name="f39" fmla="val 1476359"/>
                <a:gd name="f40" fmla="val 582073"/>
                <a:gd name="f41" fmla="val 1607709"/>
                <a:gd name="f42" fmla="val 549783"/>
                <a:gd name="f43" fmla="val 1736011"/>
                <a:gd name="f44" fmla="val 1859359"/>
                <a:gd name="f45" fmla="val 450628"/>
                <a:gd name="f46" fmla="val 1998710"/>
                <a:gd name="f47" fmla="val 383857"/>
                <a:gd name="f48" fmla="val 2133298"/>
                <a:gd name="f49" fmla="val 291846"/>
                <a:gd name="f50" fmla="val 2250361"/>
                <a:gd name="f51" fmla="val 231553"/>
                <a:gd name="f52" fmla="val 2327132"/>
                <a:gd name="f53" fmla="val 73819"/>
                <a:gd name="f54" fmla="val 2479532"/>
                <a:gd name="f55" fmla="+- 0 0 -90"/>
                <a:gd name="f56" fmla="*/ f3 1 597294"/>
                <a:gd name="f57" fmla="*/ f4 1 2543540"/>
                <a:gd name="f58" fmla="+- f7 0 f5"/>
                <a:gd name="f59" fmla="+- f6 0 f5"/>
                <a:gd name="f60" fmla="*/ f55 f0 1"/>
                <a:gd name="f61" fmla="*/ f59 1 597294"/>
                <a:gd name="f62" fmla="*/ f58 1 2543540"/>
                <a:gd name="f63" fmla="*/ 16478 f59 1"/>
                <a:gd name="f64" fmla="*/ 2079 f58 1"/>
                <a:gd name="f65" fmla="*/ 299847 f59 1"/>
                <a:gd name="f66" fmla="*/ 53991 f58 1"/>
                <a:gd name="f67" fmla="*/ 503206 f59 1"/>
                <a:gd name="f68" fmla="*/ 291354 f58 1"/>
                <a:gd name="f69" fmla="*/ 525113 f59 1"/>
                <a:gd name="f70" fmla="*/ 724265 f58 1"/>
                <a:gd name="f71" fmla="*/ 578930 f59 1"/>
                <a:gd name="f72" fmla="*/ 1117267 f58 1"/>
                <a:gd name="f73" fmla="*/ 592931 f59 1"/>
                <a:gd name="f74" fmla="*/ 1476359 f58 1"/>
                <a:gd name="f75" fmla="*/ 1859359 f58 1"/>
                <a:gd name="f76" fmla="*/ 291846 f59 1"/>
                <a:gd name="f77" fmla="*/ 2250361 f58 1"/>
                <a:gd name="f78" fmla="*/ 0 f59 1"/>
                <a:gd name="f79" fmla="*/ 2543540 f58 1"/>
                <a:gd name="f80" fmla="*/ f60 1 f2"/>
                <a:gd name="f81" fmla="*/ f63 1 597294"/>
                <a:gd name="f82" fmla="*/ f64 1 2543540"/>
                <a:gd name="f83" fmla="*/ f65 1 597294"/>
                <a:gd name="f84" fmla="*/ f66 1 2543540"/>
                <a:gd name="f85" fmla="*/ f67 1 597294"/>
                <a:gd name="f86" fmla="*/ f68 1 2543540"/>
                <a:gd name="f87" fmla="*/ f69 1 597294"/>
                <a:gd name="f88" fmla="*/ f70 1 2543540"/>
                <a:gd name="f89" fmla="*/ f71 1 597294"/>
                <a:gd name="f90" fmla="*/ f72 1 2543540"/>
                <a:gd name="f91" fmla="*/ f73 1 597294"/>
                <a:gd name="f92" fmla="*/ f74 1 2543540"/>
                <a:gd name="f93" fmla="*/ f75 1 2543540"/>
                <a:gd name="f94" fmla="*/ f76 1 597294"/>
                <a:gd name="f95" fmla="*/ f77 1 2543540"/>
                <a:gd name="f96" fmla="*/ f78 1 597294"/>
                <a:gd name="f97" fmla="*/ f79 1 2543540"/>
                <a:gd name="f98" fmla="*/ f5 1 f61"/>
                <a:gd name="f99" fmla="*/ f6 1 f61"/>
                <a:gd name="f100" fmla="*/ f5 1 f62"/>
                <a:gd name="f101" fmla="*/ f7 1 f62"/>
                <a:gd name="f102" fmla="+- f80 0 f1"/>
                <a:gd name="f103" fmla="*/ f81 1 f61"/>
                <a:gd name="f104" fmla="*/ f82 1 f62"/>
                <a:gd name="f105" fmla="*/ f83 1 f61"/>
                <a:gd name="f106" fmla="*/ f84 1 f62"/>
                <a:gd name="f107" fmla="*/ f85 1 f61"/>
                <a:gd name="f108" fmla="*/ f86 1 f62"/>
                <a:gd name="f109" fmla="*/ f87 1 f61"/>
                <a:gd name="f110" fmla="*/ f88 1 f62"/>
                <a:gd name="f111" fmla="*/ f89 1 f61"/>
                <a:gd name="f112" fmla="*/ f90 1 f62"/>
                <a:gd name="f113" fmla="*/ f91 1 f61"/>
                <a:gd name="f114" fmla="*/ f92 1 f62"/>
                <a:gd name="f115" fmla="*/ f93 1 f62"/>
                <a:gd name="f116" fmla="*/ f94 1 f61"/>
                <a:gd name="f117" fmla="*/ f95 1 f62"/>
                <a:gd name="f118" fmla="*/ f96 1 f61"/>
                <a:gd name="f119" fmla="*/ f97 1 f62"/>
                <a:gd name="f120" fmla="*/ f98 f56 1"/>
                <a:gd name="f121" fmla="*/ f99 f56 1"/>
                <a:gd name="f122" fmla="*/ f101 f57 1"/>
                <a:gd name="f123" fmla="*/ f100 f57 1"/>
                <a:gd name="f124" fmla="*/ f103 f56 1"/>
                <a:gd name="f125" fmla="*/ f104 f57 1"/>
                <a:gd name="f126" fmla="*/ f105 f56 1"/>
                <a:gd name="f127" fmla="*/ f106 f57 1"/>
                <a:gd name="f128" fmla="*/ f107 f56 1"/>
                <a:gd name="f129" fmla="*/ f108 f57 1"/>
                <a:gd name="f130" fmla="*/ f109 f56 1"/>
                <a:gd name="f131" fmla="*/ f110 f57 1"/>
                <a:gd name="f132" fmla="*/ f111 f56 1"/>
                <a:gd name="f133" fmla="*/ f112 f57 1"/>
                <a:gd name="f134" fmla="*/ f113 f56 1"/>
                <a:gd name="f135" fmla="*/ f114 f57 1"/>
                <a:gd name="f136" fmla="*/ f115 f57 1"/>
                <a:gd name="f137" fmla="*/ f116 f56 1"/>
                <a:gd name="f138" fmla="*/ f117 f57 1"/>
                <a:gd name="f139" fmla="*/ f118 f56 1"/>
                <a:gd name="f140" fmla="*/ f119 f57 1"/>
              </a:gdLst>
              <a:ahLst/>
              <a:cxnLst>
                <a:cxn ang="3cd4">
                  <a:pos x="hc" y="t"/>
                </a:cxn>
                <a:cxn ang="0">
                  <a:pos x="r" y="vc"/>
                </a:cxn>
                <a:cxn ang="cd4">
                  <a:pos x="hc" y="b"/>
                </a:cxn>
                <a:cxn ang="cd2">
                  <a:pos x="l" y="vc"/>
                </a:cxn>
                <a:cxn ang="f102">
                  <a:pos x="f124" y="f125"/>
                </a:cxn>
                <a:cxn ang="f102">
                  <a:pos x="f126" y="f127"/>
                </a:cxn>
                <a:cxn ang="f102">
                  <a:pos x="f128" y="f129"/>
                </a:cxn>
                <a:cxn ang="f102">
                  <a:pos x="f130" y="f131"/>
                </a:cxn>
                <a:cxn ang="f102">
                  <a:pos x="f132" y="f133"/>
                </a:cxn>
                <a:cxn ang="f102">
                  <a:pos x="f134" y="f135"/>
                </a:cxn>
                <a:cxn ang="f102">
                  <a:pos x="f128" y="f136"/>
                </a:cxn>
                <a:cxn ang="f102">
                  <a:pos x="f137" y="f138"/>
                </a:cxn>
                <a:cxn ang="f102">
                  <a:pos x="f139" y="f140"/>
                </a:cxn>
              </a:cxnLst>
              <a:rect l="f120" t="f123" r="f121" b="f122"/>
              <a:pathLst>
                <a:path w="597294" h="2543540">
                  <a:moveTo>
                    <a:pt x="f8" y="f9"/>
                  </a:moveTo>
                  <a:cubicBezTo>
                    <a:pt x="f10" y="f11"/>
                    <a:pt x="f12" y="f13"/>
                    <a:pt x="f14" y="f15"/>
                  </a:cubicBezTo>
                  <a:cubicBezTo>
                    <a:pt x="f16" y="f17"/>
                    <a:pt x="f18" y="f19"/>
                    <a:pt x="f20" y="f21"/>
                  </a:cubicBezTo>
                  <a:cubicBezTo>
                    <a:pt x="f22" y="f23"/>
                    <a:pt x="f24" y="f25"/>
                    <a:pt x="f26" y="f27"/>
                  </a:cubicBezTo>
                  <a:cubicBezTo>
                    <a:pt x="f28" y="f29"/>
                    <a:pt x="f30" y="f31"/>
                    <a:pt x="f32" y="f33"/>
                  </a:cubicBezTo>
                  <a:cubicBezTo>
                    <a:pt x="f34" y="f35"/>
                    <a:pt x="f36" y="f37"/>
                    <a:pt x="f38" y="f39"/>
                  </a:cubicBezTo>
                  <a:cubicBezTo>
                    <a:pt x="f40" y="f41"/>
                    <a:pt x="f42" y="f43"/>
                    <a:pt x="f20" y="f44"/>
                  </a:cubicBezTo>
                  <a:cubicBezTo>
                    <a:pt x="f45" y="f46"/>
                    <a:pt x="f47" y="f48"/>
                    <a:pt x="f49" y="f50"/>
                  </a:cubicBezTo>
                  <a:cubicBezTo>
                    <a:pt x="f51" y="f52"/>
                    <a:pt x="f53" y="f54"/>
                    <a:pt x="f5" y="f7"/>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12" name="Freeform: Shape 21">
              <a:extLst>
                <a:ext uri="{FF2B5EF4-FFF2-40B4-BE49-F238E27FC236}">
                  <a16:creationId xmlns:a16="http://schemas.microsoft.com/office/drawing/2014/main" id="{B4703B55-C6AC-433F-88C9-DA4B5B79C5C6}"/>
                </a:ext>
              </a:extLst>
            </p:cNvPr>
            <p:cNvSpPr/>
            <p:nvPr/>
          </p:nvSpPr>
          <p:spPr>
            <a:xfrm>
              <a:off x="23006" y="881262"/>
              <a:ext cx="258793" cy="1336560"/>
            </a:xfrm>
            <a:custGeom>
              <a:avLst/>
              <a:gdLst>
                <a:gd name="f0" fmla="val 10800000"/>
                <a:gd name="f1" fmla="val 5400000"/>
                <a:gd name="f2" fmla="val 180"/>
                <a:gd name="f3" fmla="val w"/>
                <a:gd name="f4" fmla="val h"/>
                <a:gd name="f5" fmla="val 0"/>
                <a:gd name="f6" fmla="val 389425"/>
                <a:gd name="f7" fmla="val 2011236"/>
                <a:gd name="f8" fmla="val 33"/>
                <a:gd name="f9" fmla="val 57912"/>
                <a:gd name="f10" fmla="+- 0 0 824"/>
                <a:gd name="f11" fmla="val 136112"/>
                <a:gd name="f12" fmla="val 14892"/>
                <a:gd name="f13" fmla="val 171260"/>
                <a:gd name="f14" fmla="val 60326"/>
                <a:gd name="f15" fmla="val 205645"/>
                <a:gd name="f16" fmla="val 104903"/>
                <a:gd name="f17" fmla="val 207740"/>
                <a:gd name="f18" fmla="val 164244"/>
                <a:gd name="f19" fmla="val 211455"/>
                <a:gd name="f20" fmla="val 221204"/>
                <a:gd name="f21" fmla="val 216408"/>
                <a:gd name="f22" fmla="val 297594"/>
                <a:gd name="f23" fmla="val 225838"/>
                <a:gd name="f24" fmla="val 373604"/>
                <a:gd name="f25" fmla="val 243078"/>
                <a:gd name="f26" fmla="val 448089"/>
                <a:gd name="f27" fmla="val 269939"/>
                <a:gd name="f28" fmla="val 564199"/>
                <a:gd name="f29" fmla="val 319183"/>
                <a:gd name="f30" fmla="val 673927"/>
                <a:gd name="f31" fmla="val 346424"/>
                <a:gd name="f32" fmla="val 789941"/>
                <a:gd name="f33" fmla="val 358235"/>
                <a:gd name="f34" fmla="val 840043"/>
                <a:gd name="f35" fmla="val 365951"/>
                <a:gd name="f36" fmla="val 891097"/>
                <a:gd name="f37" fmla="val 372237"/>
                <a:gd name="f38" fmla="val 942151"/>
                <a:gd name="f39" fmla="val 385858"/>
                <a:gd name="f40" fmla="val 1051784"/>
                <a:gd name="f41" fmla="val 394049"/>
                <a:gd name="f42" fmla="val 1162274"/>
                <a:gd name="f43" fmla="val 386620"/>
                <a:gd name="f44" fmla="val 1272478"/>
                <a:gd name="f45" fmla="val 377476"/>
                <a:gd name="f46" fmla="val 1407828"/>
                <a:gd name="f47" fmla="val 344996"/>
                <a:gd name="f48" fmla="val 1541178"/>
                <a:gd name="f49" fmla="val 280416"/>
                <a:gd name="f50" fmla="val 1660241"/>
                <a:gd name="f51" fmla="val 244602"/>
                <a:gd name="f52" fmla="val 1726249"/>
                <a:gd name="f53" fmla="val 199358"/>
                <a:gd name="f54" fmla="val 1786352"/>
                <a:gd name="f55" fmla="val 151257"/>
                <a:gd name="f56" fmla="val 1844073"/>
                <a:gd name="f57" fmla="val 79534"/>
                <a:gd name="f58" fmla="val 1930084"/>
                <a:gd name="f59" fmla="val 89345"/>
                <a:gd name="f60" fmla="val 1941419"/>
                <a:gd name="f61" fmla="val 1905"/>
                <a:gd name="f62" fmla="val 2011237"/>
                <a:gd name="f63" fmla="+- 0 0 -90"/>
                <a:gd name="f64" fmla="*/ f3 1 389425"/>
                <a:gd name="f65" fmla="*/ f4 1 2011236"/>
                <a:gd name="f66" fmla="+- f7 0 f5"/>
                <a:gd name="f67" fmla="+- f6 0 f5"/>
                <a:gd name="f68" fmla="*/ f63 f0 1"/>
                <a:gd name="f69" fmla="*/ f67 1 389425"/>
                <a:gd name="f70" fmla="*/ f66 1 2011236"/>
                <a:gd name="f71" fmla="*/ 0 f67 1"/>
                <a:gd name="f72" fmla="*/ 33 f66 1"/>
                <a:gd name="f73" fmla="*/ 171260 f67 1"/>
                <a:gd name="f74" fmla="*/ 60326 f66 1"/>
                <a:gd name="f75" fmla="*/ 211455 f67 1"/>
                <a:gd name="f76" fmla="*/ 221204 f66 1"/>
                <a:gd name="f77" fmla="*/ 243078 f67 1"/>
                <a:gd name="f78" fmla="*/ 448089 f66 1"/>
                <a:gd name="f79" fmla="*/ 346424 f67 1"/>
                <a:gd name="f80" fmla="*/ 789941 f66 1"/>
                <a:gd name="f81" fmla="*/ 372237 f67 1"/>
                <a:gd name="f82" fmla="*/ 942151 f66 1"/>
                <a:gd name="f83" fmla="*/ 386620 f67 1"/>
                <a:gd name="f84" fmla="*/ 1272478 f66 1"/>
                <a:gd name="f85" fmla="*/ 280416 f67 1"/>
                <a:gd name="f86" fmla="*/ 1660241 f66 1"/>
                <a:gd name="f87" fmla="*/ 151257 f67 1"/>
                <a:gd name="f88" fmla="*/ 1844073 f66 1"/>
                <a:gd name="f89" fmla="*/ 1905 f67 1"/>
                <a:gd name="f90" fmla="*/ 2011237 f66 1"/>
                <a:gd name="f91" fmla="*/ f68 1 f2"/>
                <a:gd name="f92" fmla="*/ f71 1 389425"/>
                <a:gd name="f93" fmla="*/ f72 1 2011236"/>
                <a:gd name="f94" fmla="*/ f73 1 389425"/>
                <a:gd name="f95" fmla="*/ f74 1 2011236"/>
                <a:gd name="f96" fmla="*/ f75 1 389425"/>
                <a:gd name="f97" fmla="*/ f76 1 2011236"/>
                <a:gd name="f98" fmla="*/ f77 1 389425"/>
                <a:gd name="f99" fmla="*/ f78 1 2011236"/>
                <a:gd name="f100" fmla="*/ f79 1 389425"/>
                <a:gd name="f101" fmla="*/ f80 1 2011236"/>
                <a:gd name="f102" fmla="*/ f81 1 389425"/>
                <a:gd name="f103" fmla="*/ f82 1 2011236"/>
                <a:gd name="f104" fmla="*/ f83 1 389425"/>
                <a:gd name="f105" fmla="*/ f84 1 2011236"/>
                <a:gd name="f106" fmla="*/ f85 1 389425"/>
                <a:gd name="f107" fmla="*/ f86 1 2011236"/>
                <a:gd name="f108" fmla="*/ f87 1 389425"/>
                <a:gd name="f109" fmla="*/ f88 1 2011236"/>
                <a:gd name="f110" fmla="*/ f89 1 389425"/>
                <a:gd name="f111" fmla="*/ f90 1 2011236"/>
                <a:gd name="f112" fmla="*/ f5 1 f69"/>
                <a:gd name="f113" fmla="*/ f6 1 f69"/>
                <a:gd name="f114" fmla="*/ f5 1 f70"/>
                <a:gd name="f115" fmla="*/ f7 1 f70"/>
                <a:gd name="f116" fmla="+- f91 0 f1"/>
                <a:gd name="f117" fmla="*/ f92 1 f69"/>
                <a:gd name="f118" fmla="*/ f93 1 f70"/>
                <a:gd name="f119" fmla="*/ f94 1 f69"/>
                <a:gd name="f120" fmla="*/ f95 1 f70"/>
                <a:gd name="f121" fmla="*/ f96 1 f69"/>
                <a:gd name="f122" fmla="*/ f97 1 f70"/>
                <a:gd name="f123" fmla="*/ f98 1 f69"/>
                <a:gd name="f124" fmla="*/ f99 1 f70"/>
                <a:gd name="f125" fmla="*/ f100 1 f69"/>
                <a:gd name="f126" fmla="*/ f101 1 f70"/>
                <a:gd name="f127" fmla="*/ f102 1 f69"/>
                <a:gd name="f128" fmla="*/ f103 1 f70"/>
                <a:gd name="f129" fmla="*/ f104 1 f69"/>
                <a:gd name="f130" fmla="*/ f105 1 f70"/>
                <a:gd name="f131" fmla="*/ f106 1 f69"/>
                <a:gd name="f132" fmla="*/ f107 1 f70"/>
                <a:gd name="f133" fmla="*/ f108 1 f69"/>
                <a:gd name="f134" fmla="*/ f109 1 f70"/>
                <a:gd name="f135" fmla="*/ f110 1 f69"/>
                <a:gd name="f136" fmla="*/ f111 1 f70"/>
                <a:gd name="f137" fmla="*/ f112 f64 1"/>
                <a:gd name="f138" fmla="*/ f113 f64 1"/>
                <a:gd name="f139" fmla="*/ f115 f65 1"/>
                <a:gd name="f140" fmla="*/ f114 f65 1"/>
                <a:gd name="f141" fmla="*/ f117 f64 1"/>
                <a:gd name="f142" fmla="*/ f118 f65 1"/>
                <a:gd name="f143" fmla="*/ f119 f64 1"/>
                <a:gd name="f144" fmla="*/ f120 f65 1"/>
                <a:gd name="f145" fmla="*/ f121 f64 1"/>
                <a:gd name="f146" fmla="*/ f122 f65 1"/>
                <a:gd name="f147" fmla="*/ f123 f64 1"/>
                <a:gd name="f148" fmla="*/ f124 f65 1"/>
                <a:gd name="f149" fmla="*/ f125 f64 1"/>
                <a:gd name="f150" fmla="*/ f126 f65 1"/>
                <a:gd name="f151" fmla="*/ f127 f64 1"/>
                <a:gd name="f152" fmla="*/ f128 f65 1"/>
                <a:gd name="f153" fmla="*/ f129 f64 1"/>
                <a:gd name="f154" fmla="*/ f130 f65 1"/>
                <a:gd name="f155" fmla="*/ f131 f64 1"/>
                <a:gd name="f156" fmla="*/ f132 f65 1"/>
                <a:gd name="f157" fmla="*/ f133 f64 1"/>
                <a:gd name="f158" fmla="*/ f134 f65 1"/>
                <a:gd name="f159" fmla="*/ f135 f64 1"/>
                <a:gd name="f160" fmla="*/ f136 f65 1"/>
              </a:gdLst>
              <a:ahLst/>
              <a:cxnLst>
                <a:cxn ang="3cd4">
                  <a:pos x="hc" y="t"/>
                </a:cxn>
                <a:cxn ang="0">
                  <a:pos x="r" y="vc"/>
                </a:cxn>
                <a:cxn ang="cd4">
                  <a:pos x="hc" y="b"/>
                </a:cxn>
                <a:cxn ang="cd2">
                  <a:pos x="l" y="vc"/>
                </a:cxn>
                <a:cxn ang="f116">
                  <a:pos x="f141" y="f142"/>
                </a:cxn>
                <a:cxn ang="f116">
                  <a:pos x="f143" y="f144"/>
                </a:cxn>
                <a:cxn ang="f116">
                  <a:pos x="f145" y="f146"/>
                </a:cxn>
                <a:cxn ang="f116">
                  <a:pos x="f147" y="f148"/>
                </a:cxn>
                <a:cxn ang="f116">
                  <a:pos x="f149" y="f150"/>
                </a:cxn>
                <a:cxn ang="f116">
                  <a:pos x="f151" y="f152"/>
                </a:cxn>
                <a:cxn ang="f116">
                  <a:pos x="f153" y="f154"/>
                </a:cxn>
                <a:cxn ang="f116">
                  <a:pos x="f155" y="f156"/>
                </a:cxn>
                <a:cxn ang="f116">
                  <a:pos x="f157" y="f158"/>
                </a:cxn>
                <a:cxn ang="f116">
                  <a:pos x="f159" y="f160"/>
                </a:cxn>
              </a:cxnLst>
              <a:rect l="f137" t="f140" r="f138" b="f139"/>
              <a:pathLst>
                <a:path w="389425" h="2011236">
                  <a:moveTo>
                    <a:pt x="f5" y="f8"/>
                  </a:moveTo>
                  <a:cubicBezTo>
                    <a:pt x="f9" y="f10"/>
                    <a:pt x="f11" y="f12"/>
                    <a:pt x="f13" y="f14"/>
                  </a:cubicBezTo>
                  <a:cubicBezTo>
                    <a:pt x="f15" y="f16"/>
                    <a:pt x="f17" y="f18"/>
                    <a:pt x="f19" y="f20"/>
                  </a:cubicBezTo>
                  <a:cubicBezTo>
                    <a:pt x="f21" y="f22"/>
                    <a:pt x="f23" y="f24"/>
                    <a:pt x="f25" y="f26"/>
                  </a:cubicBezTo>
                  <a:cubicBezTo>
                    <a:pt x="f27" y="f28"/>
                    <a:pt x="f29" y="f30"/>
                    <a:pt x="f31" y="f32"/>
                  </a:cubicBezTo>
                  <a:cubicBezTo>
                    <a:pt x="f33" y="f34"/>
                    <a:pt x="f35" y="f36"/>
                    <a:pt x="f37" y="f38"/>
                  </a:cubicBezTo>
                  <a:cubicBezTo>
                    <a:pt x="f39" y="f40"/>
                    <a:pt x="f41" y="f42"/>
                    <a:pt x="f43" y="f44"/>
                  </a:cubicBezTo>
                  <a:cubicBezTo>
                    <a:pt x="f45" y="f46"/>
                    <a:pt x="f47" y="f48"/>
                    <a:pt x="f49" y="f50"/>
                  </a:cubicBezTo>
                  <a:cubicBezTo>
                    <a:pt x="f51" y="f52"/>
                    <a:pt x="f53" y="f54"/>
                    <a:pt x="f55" y="f56"/>
                  </a:cubicBezTo>
                  <a:cubicBezTo>
                    <a:pt x="f57" y="f58"/>
                    <a:pt x="f59" y="f60"/>
                    <a:pt x="f61" y="f62"/>
                  </a:cubicBezTo>
                </a:path>
              </a:pathLst>
            </a:custGeom>
            <a:noFill/>
            <a:ln w="9528" cap="rnd">
              <a:solidFill>
                <a:srgbClr val="4D4EE6">
                  <a:alpha val="50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sp>
        <p:nvSpPr>
          <p:cNvPr id="13" name="Titre 1">
            <a:extLst>
              <a:ext uri="{FF2B5EF4-FFF2-40B4-BE49-F238E27FC236}">
                <a16:creationId xmlns:a16="http://schemas.microsoft.com/office/drawing/2014/main" id="{CABE233B-0C31-444A-8EC4-CCBB06D4919F}"/>
              </a:ext>
            </a:extLst>
          </p:cNvPr>
          <p:cNvSpPr txBox="1">
            <a:spLocks noGrp="1"/>
          </p:cNvSpPr>
          <p:nvPr>
            <p:ph type="title"/>
          </p:nvPr>
        </p:nvSpPr>
        <p:spPr>
          <a:xfrm>
            <a:off x="-120344" y="-16167"/>
            <a:ext cx="12432688" cy="1137752"/>
          </a:xfrm>
        </p:spPr>
        <p:txBody>
          <a:bodyPr/>
          <a:lstStyle/>
          <a:p>
            <a:pPr lvl="0"/>
            <a:r>
              <a:rPr lang="fr-FR" sz="3700" dirty="0"/>
              <a:t>Flow “tester vos connaissances sur l'univers des parfum”</a:t>
            </a:r>
          </a:p>
        </p:txBody>
      </p:sp>
      <p:sp>
        <p:nvSpPr>
          <p:cNvPr id="14" name="Espace réservé du contenu 2">
            <a:extLst>
              <a:ext uri="{FF2B5EF4-FFF2-40B4-BE49-F238E27FC236}">
                <a16:creationId xmlns:a16="http://schemas.microsoft.com/office/drawing/2014/main" id="{1100247C-2DA0-47FB-9B0D-DEBB7F198D2E}"/>
              </a:ext>
            </a:extLst>
          </p:cNvPr>
          <p:cNvSpPr txBox="1">
            <a:spLocks noGrp="1"/>
          </p:cNvSpPr>
          <p:nvPr>
            <p:ph idx="1"/>
          </p:nvPr>
        </p:nvSpPr>
        <p:spPr>
          <a:xfrm>
            <a:off x="0" y="1099954"/>
            <a:ext cx="11974968" cy="3888863"/>
          </a:xfrm>
        </p:spPr>
        <p:txBody>
          <a:bodyPr>
            <a:normAutofit fontScale="92500" lnSpcReduction="20000"/>
          </a:bodyPr>
          <a:lstStyle/>
          <a:p>
            <a:r>
              <a:rPr lang="fr-FR" sz="1100" dirty="0"/>
              <a:t>Le dernier flux majeur est le mini-jeu des 10 questions.</a:t>
            </a:r>
            <a:br>
              <a:rPr lang="fr-FR" sz="1100" dirty="0"/>
            </a:br>
            <a:r>
              <a:rPr lang="fr-FR" sz="1100" dirty="0"/>
              <a:t>Cette fonctionnalité apporte un aspect ludique et pédagogique au </a:t>
            </a:r>
            <a:r>
              <a:rPr lang="fr-FR" sz="1100" dirty="0" err="1"/>
              <a:t>chatbot</a:t>
            </a:r>
            <a:r>
              <a:rPr lang="fr-FR" sz="1100" dirty="0"/>
              <a:t>.</a:t>
            </a:r>
          </a:p>
          <a:p>
            <a:r>
              <a:rPr lang="fr-FR" sz="1100" dirty="0"/>
              <a:t>Le fonctionnement est le suivant :</a:t>
            </a:r>
            <a:br>
              <a:rPr lang="fr-FR" sz="1100" dirty="0"/>
            </a:br>
            <a:r>
              <a:rPr lang="fr-FR" sz="1100" dirty="0"/>
              <a:t>Tout d’abord, nous avons créé un tableau JavaScript contenant les dix questions, chacune avec :</a:t>
            </a:r>
            <a:br>
              <a:rPr lang="fr-FR" sz="1100" dirty="0"/>
            </a:br>
            <a:r>
              <a:rPr lang="fr-FR" sz="1100" dirty="0"/>
              <a:t>– son identifiant</a:t>
            </a:r>
            <a:br>
              <a:rPr lang="fr-FR" sz="1100" dirty="0"/>
            </a:br>
            <a:r>
              <a:rPr lang="fr-FR" sz="1100" dirty="0"/>
              <a:t>– l’énoncé de la question</a:t>
            </a:r>
            <a:br>
              <a:rPr lang="fr-FR" sz="1100" dirty="0"/>
            </a:br>
            <a:r>
              <a:rPr lang="fr-FR" sz="1100" dirty="0"/>
              <a:t>– trois choix possibles : A, B ou C</a:t>
            </a:r>
            <a:br>
              <a:rPr lang="fr-FR" sz="1100" dirty="0"/>
            </a:br>
            <a:r>
              <a:rPr lang="fr-FR" sz="1100" dirty="0"/>
              <a:t>– la bonne réponse</a:t>
            </a:r>
            <a:br>
              <a:rPr lang="fr-FR" sz="1100" dirty="0"/>
            </a:br>
            <a:r>
              <a:rPr lang="fr-FR" sz="1100" dirty="0"/>
              <a:t>– une explication à donner après la réponse</a:t>
            </a:r>
          </a:p>
          <a:p>
            <a:r>
              <a:rPr lang="fr-FR" sz="1100" dirty="0"/>
              <a:t>Un deuxième code est chargé de sélectionner la bonne question en fonction de l’index courant du joueur.</a:t>
            </a:r>
            <a:br>
              <a:rPr lang="fr-FR" sz="1100" dirty="0"/>
            </a:br>
            <a:r>
              <a:rPr lang="fr-FR" sz="1100" dirty="0"/>
              <a:t>Un troisième code compare la réponse de l’utilisateur avec la bonne réponse :</a:t>
            </a:r>
            <a:br>
              <a:rPr lang="fr-FR" sz="1100" dirty="0"/>
            </a:br>
            <a:r>
              <a:rPr lang="fr-FR" sz="1100" dirty="0"/>
              <a:t>– si la réponse est correcte, le bot le félicite</a:t>
            </a:r>
            <a:br>
              <a:rPr lang="fr-FR" sz="1100" dirty="0"/>
            </a:br>
            <a:r>
              <a:rPr lang="fr-FR" sz="1100" dirty="0"/>
              <a:t>– si la réponse est fausse, le bot donne la correction et explique pourquoi</a:t>
            </a:r>
          </a:p>
          <a:p>
            <a:r>
              <a:rPr lang="fr-FR" sz="1100" dirty="0"/>
              <a:t>Ensuite, une transition vérifie si l’utilisateur est arrivé à la dernière question.</a:t>
            </a:r>
            <a:br>
              <a:rPr lang="fr-FR" sz="1100" dirty="0"/>
            </a:br>
            <a:r>
              <a:rPr lang="fr-FR" sz="1100" dirty="0"/>
              <a:t>Si non, l’index est incrémenté et le bot retourne automatiquement au début du flux pour présenter la question suivante.</a:t>
            </a:r>
            <a:br>
              <a:rPr lang="fr-FR" sz="1100" dirty="0"/>
            </a:br>
            <a:r>
              <a:rPr lang="fr-FR" sz="1100" dirty="0"/>
              <a:t>Quand les 10 questions sont terminées, le bot affiche un message final avec un résumé du score ou un texte de félicitations.</a:t>
            </a:r>
          </a:p>
          <a:p>
            <a:r>
              <a:rPr lang="fr-FR" sz="1100" dirty="0"/>
              <a:t>Ce flux met en avant l’utilisation combinée de :</a:t>
            </a:r>
            <a:br>
              <a:rPr lang="fr-FR" sz="1100" dirty="0"/>
            </a:br>
            <a:r>
              <a:rPr lang="fr-FR" sz="1100" dirty="0"/>
              <a:t>– variables du state</a:t>
            </a:r>
            <a:br>
              <a:rPr lang="fr-FR" sz="1100" dirty="0"/>
            </a:br>
            <a:r>
              <a:rPr lang="fr-FR" sz="1100" dirty="0"/>
              <a:t>– scripts JavaScript</a:t>
            </a:r>
            <a:br>
              <a:rPr lang="fr-FR" sz="1100" dirty="0"/>
            </a:br>
            <a:r>
              <a:rPr lang="fr-FR" sz="1100" dirty="0"/>
              <a:t>– transitions conditionnelles</a:t>
            </a:r>
            <a:br>
              <a:rPr lang="fr-FR" sz="1100" dirty="0"/>
            </a:br>
            <a:r>
              <a:rPr lang="fr-FR" sz="1100" dirty="0"/>
              <a:t>– carte Single </a:t>
            </a:r>
            <a:r>
              <a:rPr lang="fr-FR" sz="1100" dirty="0" err="1"/>
              <a:t>Choice</a:t>
            </a:r>
            <a:br>
              <a:rPr lang="fr-FR" sz="1100" dirty="0"/>
            </a:br>
            <a:r>
              <a:rPr lang="fr-FR" sz="1100" dirty="0"/>
              <a:t>– gestion dynamique d’un tableau de données</a:t>
            </a:r>
          </a:p>
          <a:p>
            <a:r>
              <a:rPr lang="fr-FR" sz="1100" dirty="0"/>
              <a:t>Le résultat est une activité très fluide, qui montre la puissance de </a:t>
            </a:r>
            <a:r>
              <a:rPr lang="fr-FR" sz="1100" dirty="0" err="1"/>
              <a:t>Botpress</a:t>
            </a:r>
            <a:r>
              <a:rPr lang="fr-FR" sz="1100" dirty="0"/>
              <a:t> pour créer des interactions complexes sans coder une application entière.</a:t>
            </a:r>
          </a:p>
          <a:p>
            <a:pPr lvl="0">
              <a:lnSpc>
                <a:spcPct val="100000"/>
              </a:lnSpc>
            </a:pPr>
            <a:endParaRPr lang="fr-FR" sz="1600" dirty="0"/>
          </a:p>
        </p:txBody>
      </p:sp>
      <p:grpSp>
        <p:nvGrpSpPr>
          <p:cNvPr id="16" name="Bottom Right">
            <a:extLst>
              <a:ext uri="{FF2B5EF4-FFF2-40B4-BE49-F238E27FC236}">
                <a16:creationId xmlns:a16="http://schemas.microsoft.com/office/drawing/2014/main" id="{22383550-DF08-40C0-8533-30A5635C489C}"/>
              </a:ext>
            </a:extLst>
          </p:cNvPr>
          <p:cNvGrpSpPr/>
          <p:nvPr/>
        </p:nvGrpSpPr>
        <p:grpSpPr>
          <a:xfrm>
            <a:off x="7980398" y="3276596"/>
            <a:ext cx="4211598" cy="3581403"/>
            <a:chOff x="7980398" y="3276596"/>
            <a:chExt cx="4211598" cy="3581403"/>
          </a:xfrm>
        </p:grpSpPr>
        <p:sp>
          <p:nvSpPr>
            <p:cNvPr id="17" name="Freeform: Shape 24">
              <a:extLst>
                <a:ext uri="{FF2B5EF4-FFF2-40B4-BE49-F238E27FC236}">
                  <a16:creationId xmlns:a16="http://schemas.microsoft.com/office/drawing/2014/main" id="{51C68973-78CE-47CA-A6FB-31F20DF54EBA}"/>
                </a:ext>
              </a:extLst>
            </p:cNvPr>
            <p:cNvSpPr/>
            <p:nvPr/>
          </p:nvSpPr>
          <p:spPr>
            <a:xfrm>
              <a:off x="10439256" y="6178637"/>
              <a:ext cx="1482105" cy="679362"/>
            </a:xfrm>
            <a:custGeom>
              <a:avLst/>
              <a:gdLst>
                <a:gd name="f0" fmla="val 10800000"/>
                <a:gd name="f1" fmla="val 5400000"/>
                <a:gd name="f2" fmla="val 180"/>
                <a:gd name="f3" fmla="val w"/>
                <a:gd name="f4" fmla="val h"/>
                <a:gd name="f5" fmla="val 0"/>
                <a:gd name="f6" fmla="val 1482102"/>
                <a:gd name="f7" fmla="val 679363"/>
                <a:gd name="f8" fmla="val 741051"/>
                <a:gd name="f9" fmla="val 1102506"/>
                <a:gd name="f10" fmla="val 1404077"/>
                <a:gd name="f11" fmla="val 256390"/>
                <a:gd name="f12" fmla="val 1473822"/>
                <a:gd name="f13" fmla="val 597226"/>
                <a:gd name="f14" fmla="val 8280"/>
                <a:gd name="f15" fmla="val 78025"/>
                <a:gd name="f16" fmla="val 379596"/>
                <a:gd name="f17" fmla="+- 0 0 -90"/>
                <a:gd name="f18" fmla="*/ f3 1 1482102"/>
                <a:gd name="f19" fmla="*/ f4 1 679363"/>
                <a:gd name="f20" fmla="+- f7 0 f5"/>
                <a:gd name="f21" fmla="+- f6 0 f5"/>
                <a:gd name="f22" fmla="*/ f17 f0 1"/>
                <a:gd name="f23" fmla="*/ f21 1 1482102"/>
                <a:gd name="f24" fmla="*/ f20 1 679363"/>
                <a:gd name="f25" fmla="*/ 741051 f21 1"/>
                <a:gd name="f26" fmla="*/ 0 f20 1"/>
                <a:gd name="f27" fmla="*/ 1473822 f21 1"/>
                <a:gd name="f28" fmla="*/ 597226 f20 1"/>
                <a:gd name="f29" fmla="*/ 1482102 f21 1"/>
                <a:gd name="f30" fmla="*/ 679363 f20 1"/>
                <a:gd name="f31" fmla="*/ 0 f21 1"/>
                <a:gd name="f32" fmla="*/ 8280 f21 1"/>
                <a:gd name="f33" fmla="*/ f22 1 f2"/>
                <a:gd name="f34" fmla="*/ f25 1 1482102"/>
                <a:gd name="f35" fmla="*/ f26 1 679363"/>
                <a:gd name="f36" fmla="*/ f27 1 1482102"/>
                <a:gd name="f37" fmla="*/ f28 1 679363"/>
                <a:gd name="f38" fmla="*/ f29 1 1482102"/>
                <a:gd name="f39" fmla="*/ f30 1 679363"/>
                <a:gd name="f40" fmla="*/ f31 1 1482102"/>
                <a:gd name="f41" fmla="*/ f32 1 1482102"/>
                <a:gd name="f42" fmla="*/ f5 1 f23"/>
                <a:gd name="f43" fmla="*/ f6 1 f23"/>
                <a:gd name="f44" fmla="*/ f5 1 f24"/>
                <a:gd name="f45" fmla="*/ f7 1 f24"/>
                <a:gd name="f46" fmla="+- f33 0 f1"/>
                <a:gd name="f47" fmla="*/ f34 1 f23"/>
                <a:gd name="f48" fmla="*/ f35 1 f24"/>
                <a:gd name="f49" fmla="*/ f36 1 f23"/>
                <a:gd name="f50" fmla="*/ f37 1 f24"/>
                <a:gd name="f51" fmla="*/ f38 1 f23"/>
                <a:gd name="f52" fmla="*/ f39 1 f24"/>
                <a:gd name="f53" fmla="*/ f40 1 f23"/>
                <a:gd name="f54" fmla="*/ f41 1 f23"/>
                <a:gd name="f55" fmla="*/ f42 f18 1"/>
                <a:gd name="f56" fmla="*/ f43 f18 1"/>
                <a:gd name="f57" fmla="*/ f45 f19 1"/>
                <a:gd name="f58" fmla="*/ f44 f19 1"/>
                <a:gd name="f59" fmla="*/ f47 f18 1"/>
                <a:gd name="f60" fmla="*/ f48 f19 1"/>
                <a:gd name="f61" fmla="*/ f49 f18 1"/>
                <a:gd name="f62" fmla="*/ f50 f19 1"/>
                <a:gd name="f63" fmla="*/ f51 f18 1"/>
                <a:gd name="f64" fmla="*/ f52 f19 1"/>
                <a:gd name="f65" fmla="*/ f53 f18 1"/>
                <a:gd name="f66" fmla="*/ f54 f18 1"/>
              </a:gdLst>
              <a:ahLst/>
              <a:cxnLst>
                <a:cxn ang="3cd4">
                  <a:pos x="hc" y="t"/>
                </a:cxn>
                <a:cxn ang="0">
                  <a:pos x="r" y="vc"/>
                </a:cxn>
                <a:cxn ang="cd4">
                  <a:pos x="hc" y="b"/>
                </a:cxn>
                <a:cxn ang="cd2">
                  <a:pos x="l" y="vc"/>
                </a:cxn>
                <a:cxn ang="f46">
                  <a:pos x="f59" y="f60"/>
                </a:cxn>
                <a:cxn ang="f46">
                  <a:pos x="f61" y="f62"/>
                </a:cxn>
                <a:cxn ang="f46">
                  <a:pos x="f63" y="f64"/>
                </a:cxn>
                <a:cxn ang="f46">
                  <a:pos x="f65" y="f64"/>
                </a:cxn>
                <a:cxn ang="f46">
                  <a:pos x="f66" y="f62"/>
                </a:cxn>
                <a:cxn ang="f46">
                  <a:pos x="f59" y="f60"/>
                </a:cxn>
              </a:cxnLst>
              <a:rect l="f55" t="f58" r="f56" b="f57"/>
              <a:pathLst>
                <a:path w="1482102" h="679363">
                  <a:moveTo>
                    <a:pt x="f8" y="f5"/>
                  </a:moveTo>
                  <a:cubicBezTo>
                    <a:pt x="f9" y="f5"/>
                    <a:pt x="f10" y="f11"/>
                    <a:pt x="f12" y="f13"/>
                  </a:cubicBezTo>
                  <a:lnTo>
                    <a:pt x="f6" y="f7"/>
                  </a:lnTo>
                  <a:lnTo>
                    <a:pt x="f5" y="f7"/>
                  </a:lnTo>
                  <a:lnTo>
                    <a:pt x="f14" y="f13"/>
                  </a:lnTo>
                  <a:cubicBezTo>
                    <a:pt x="f15" y="f11"/>
                    <a:pt x="f16" y="f5"/>
                    <a:pt x="f8" y="f5"/>
                  </a:cubicBezTo>
                  <a:close/>
                </a:path>
              </a:pathLst>
            </a:cu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95959"/>
                </a:solidFill>
                <a:uFillTx/>
                <a:latin typeface="AvenirNext LT Pro Medium" pitchFamily="34"/>
              </a:endParaRPr>
            </a:p>
          </p:txBody>
        </p:sp>
        <p:grpSp>
          <p:nvGrpSpPr>
            <p:cNvPr id="18" name="Graphic 157">
              <a:extLst>
                <a:ext uri="{FF2B5EF4-FFF2-40B4-BE49-F238E27FC236}">
                  <a16:creationId xmlns:a16="http://schemas.microsoft.com/office/drawing/2014/main" id="{3984BE9E-5DCF-4239-B4D9-930B8F814F22}"/>
                </a:ext>
              </a:extLst>
            </p:cNvPr>
            <p:cNvGrpSpPr/>
            <p:nvPr/>
          </p:nvGrpSpPr>
          <p:grpSpPr>
            <a:xfrm>
              <a:off x="8662742" y="3276596"/>
              <a:ext cx="3529254" cy="3581403"/>
              <a:chOff x="8662742" y="3276596"/>
              <a:chExt cx="3529254" cy="3581403"/>
            </a:xfrm>
          </p:grpSpPr>
          <p:sp>
            <p:nvSpPr>
              <p:cNvPr id="19" name="Freeform: Shape 27">
                <a:extLst>
                  <a:ext uri="{FF2B5EF4-FFF2-40B4-BE49-F238E27FC236}">
                    <a16:creationId xmlns:a16="http://schemas.microsoft.com/office/drawing/2014/main" id="{2431CAA5-D1BE-4C2F-8385-C3BF149178DF}"/>
                  </a:ext>
                </a:extLst>
              </p:cNvPr>
              <p:cNvSpPr/>
              <p:nvPr/>
            </p:nvSpPr>
            <p:spPr>
              <a:xfrm>
                <a:off x="8662742" y="3276596"/>
                <a:ext cx="3516197" cy="3565391"/>
              </a:xfrm>
              <a:custGeom>
                <a:avLst/>
                <a:gdLst>
                  <a:gd name="f0" fmla="val 10800000"/>
                  <a:gd name="f1" fmla="val 5400000"/>
                  <a:gd name="f2" fmla="val 180"/>
                  <a:gd name="f3" fmla="val w"/>
                  <a:gd name="f4" fmla="val h"/>
                  <a:gd name="f5" fmla="val 0"/>
                  <a:gd name="f6" fmla="val 3946874"/>
                  <a:gd name="f7" fmla="val 3989641"/>
                  <a:gd name="f8" fmla="val 19050"/>
                  <a:gd name="f9" fmla="val 3957257"/>
                  <a:gd name="f10" fmla="val 50959"/>
                  <a:gd name="f11" fmla="val 3916013"/>
                  <a:gd name="f12" fmla="val 79439"/>
                  <a:gd name="f13" fmla="val 3891153"/>
                  <a:gd name="f14" fmla="val 165544"/>
                  <a:gd name="f15" fmla="val 3815906"/>
                  <a:gd name="f16" fmla="val 227933"/>
                  <a:gd name="f17" fmla="val 3717989"/>
                  <a:gd name="f18" fmla="val 297371"/>
                  <a:gd name="f19" fmla="val 3626930"/>
                  <a:gd name="f20" fmla="val 346615"/>
                  <a:gd name="f21" fmla="val 3562255"/>
                  <a:gd name="f22" fmla="val 398050"/>
                  <a:gd name="f23" fmla="val 3499009"/>
                  <a:gd name="f24" fmla="val 454343"/>
                  <a:gd name="f25" fmla="val 3440335"/>
                  <a:gd name="f26" fmla="val 506349"/>
                  <a:gd name="f27" fmla="val 3386042"/>
                  <a:gd name="f28" fmla="val 562642"/>
                  <a:gd name="f29" fmla="val 3336227"/>
                  <a:gd name="f30" fmla="val 622363"/>
                  <a:gd name="f31" fmla="val 3290697"/>
                  <a:gd name="f32" fmla="val 719519"/>
                  <a:gd name="f33" fmla="val 3216688"/>
                  <a:gd name="f34" fmla="val 824960"/>
                  <a:gd name="f35" fmla="val 3154585"/>
                  <a:gd name="f36" fmla="val 927068"/>
                  <a:gd name="f37" fmla="val 3087434"/>
                  <a:gd name="f38" fmla="val 1011365"/>
                  <a:gd name="f39" fmla="val 3031998"/>
                  <a:gd name="f40" fmla="val 1093565"/>
                  <a:gd name="f41" fmla="val 2973324"/>
                  <a:gd name="f42" fmla="val 1176338"/>
                  <a:gd name="f43" fmla="val 2915603"/>
                  <a:gd name="f44" fmla="val 1246537"/>
                  <a:gd name="f45" fmla="val 2866644"/>
                  <a:gd name="f46" fmla="val 1317308"/>
                  <a:gd name="f47" fmla="val 2818066"/>
                  <a:gd name="f48" fmla="val 1394270"/>
                  <a:gd name="f49" fmla="val 2780729"/>
                  <a:gd name="f50" fmla="val 1459421"/>
                  <a:gd name="f51" fmla="val 2749106"/>
                  <a:gd name="f52" fmla="val 1528763"/>
                  <a:gd name="f53" fmla="val 2724436"/>
                  <a:gd name="f54" fmla="val 1601057"/>
                  <a:gd name="f55" fmla="val 2723483"/>
                  <a:gd name="f56" fmla="val 1653350"/>
                  <a:gd name="f57" fmla="val 2722721"/>
                  <a:gd name="f58" fmla="val 1704785"/>
                  <a:gd name="f59" fmla="val 2733485"/>
                  <a:gd name="f60" fmla="val 1756220"/>
                  <a:gd name="f61" fmla="val 2743772"/>
                  <a:gd name="f62" fmla="val 1800320"/>
                  <a:gd name="f63" fmla="val 2752630"/>
                  <a:gd name="f64" fmla="val 1844612"/>
                  <a:gd name="f65" fmla="val 2760250"/>
                  <a:gd name="f66" fmla="val 1889189"/>
                  <a:gd name="f67" fmla="val 2765965"/>
                  <a:gd name="f68" fmla="val 1928622"/>
                  <a:gd name="f69" fmla="val 2771013"/>
                  <a:gd name="f70" fmla="val 1968437"/>
                  <a:gd name="f71" fmla="val 2773299"/>
                  <a:gd name="f72" fmla="val 2007394"/>
                  <a:gd name="f73" fmla="val 2073878"/>
                  <a:gd name="f74" fmla="val 2753487"/>
                  <a:gd name="f75" fmla="val 2130647"/>
                  <a:gd name="f76" fmla="val 2712911"/>
                  <a:gd name="f77" fmla="val 2184654"/>
                  <a:gd name="f78" fmla="val 2671763"/>
                  <a:gd name="f79" fmla="val 2245900"/>
                  <a:gd name="f80" fmla="val 2625090"/>
                  <a:gd name="f81" fmla="val 2304002"/>
                  <a:gd name="f82" fmla="val 2573465"/>
                  <a:gd name="f83" fmla="val 2372773"/>
                  <a:gd name="f84" fmla="val 2538984"/>
                  <a:gd name="f85" fmla="val 2394395"/>
                  <a:gd name="f86" fmla="val 2528126"/>
                  <a:gd name="f87" fmla="val 2416874"/>
                  <a:gd name="f88" fmla="val 2518982"/>
                  <a:gd name="f89" fmla="val 2439543"/>
                  <a:gd name="f90" fmla="val 2510504"/>
                  <a:gd name="f91" fmla="val 2509552"/>
                  <a:gd name="f92" fmla="val 2484215"/>
                  <a:gd name="f93" fmla="val 2580037"/>
                  <a:gd name="f94" fmla="val 2459450"/>
                  <a:gd name="f95" fmla="val 2650617"/>
                  <a:gd name="f96" fmla="val 2434781"/>
                  <a:gd name="f97" fmla="val 2695956"/>
                  <a:gd name="f98" fmla="val 2418874"/>
                  <a:gd name="f99" fmla="val 2741295"/>
                  <a:gd name="f100" fmla="val 2402872"/>
                  <a:gd name="f101" fmla="val 2785110"/>
                  <a:gd name="f102" fmla="val 2383060"/>
                  <a:gd name="f103" fmla="val 2824448"/>
                  <a:gd name="f104" fmla="val 2365248"/>
                  <a:gd name="f105" fmla="val 2862358"/>
                  <a:gd name="f106" fmla="val 2344198"/>
                  <a:gd name="f107" fmla="val 2897315"/>
                  <a:gd name="f108" fmla="val 2318861"/>
                  <a:gd name="f109" fmla="val 2934367"/>
                  <a:gd name="f110" fmla="val 2292096"/>
                  <a:gd name="f111" fmla="val 2968085"/>
                  <a:gd name="f112" fmla="val 2260854"/>
                  <a:gd name="f113" fmla="val 2997994"/>
                  <a:gd name="f114" fmla="val 2226183"/>
                  <a:gd name="f115" fmla="val 3020949"/>
                  <a:gd name="f116" fmla="val 2199513"/>
                  <a:gd name="f117" fmla="val 3041714"/>
                  <a:gd name="f118" fmla="val 2170938"/>
                  <a:gd name="f119" fmla="val 3061240"/>
                  <a:gd name="f120" fmla="val 2141506"/>
                  <a:gd name="f121" fmla="val 3091529"/>
                  <a:gd name="f122" fmla="val 2095976"/>
                  <a:gd name="f123" fmla="val 3119533"/>
                  <a:gd name="f124" fmla="val 2049018"/>
                  <a:gd name="f125" fmla="val 3152108"/>
                  <a:gd name="f126" fmla="val 2005203"/>
                  <a:gd name="f127" fmla="val 3188113"/>
                  <a:gd name="f128" fmla="val 1956626"/>
                  <a:gd name="f129" fmla="val 3229261"/>
                  <a:gd name="f130" fmla="val 1912144"/>
                  <a:gd name="f131" fmla="val 3274124"/>
                  <a:gd name="f132" fmla="val 1871567"/>
                  <a:gd name="f133" fmla="val 3311747"/>
                  <a:gd name="f134" fmla="val 1837563"/>
                  <a:gd name="f135" fmla="val 3351848"/>
                  <a:gd name="f136" fmla="val 1806321"/>
                  <a:gd name="f137" fmla="val 3388138"/>
                  <a:gd name="f138" fmla="val 1770888"/>
                  <a:gd name="f139" fmla="val 3416999"/>
                  <a:gd name="f140" fmla="val 1742694"/>
                  <a:gd name="f141" fmla="val 3443002"/>
                  <a:gd name="f142" fmla="val 1711833"/>
                  <a:gd name="f143" fmla="val 3466529"/>
                  <a:gd name="f144" fmla="val 1679162"/>
                  <a:gd name="f145" fmla="val 3495008"/>
                  <a:gd name="f146" fmla="val 1639348"/>
                  <a:gd name="f147" fmla="val 3519392"/>
                  <a:gd name="f148" fmla="val 1596771"/>
                  <a:gd name="f149" fmla="val 3538633"/>
                  <a:gd name="f150" fmla="val 1551718"/>
                  <a:gd name="f151" fmla="val 3562731"/>
                  <a:gd name="f152" fmla="val 1495616"/>
                  <a:gd name="f153" fmla="val 3578924"/>
                  <a:gd name="f154" fmla="val 1436465"/>
                  <a:gd name="f155" fmla="val 3588544"/>
                  <a:gd name="f156" fmla="val 1376172"/>
                  <a:gd name="f157" fmla="val 3592925"/>
                  <a:gd name="f158" fmla="val 1348740"/>
                  <a:gd name="f159" fmla="val 3595688"/>
                  <a:gd name="f160" fmla="val 1321022"/>
                  <a:gd name="f161" fmla="val 3597402"/>
                  <a:gd name="f162" fmla="val 1293305"/>
                  <a:gd name="f163" fmla="val 3605974"/>
                  <a:gd name="f164" fmla="val 1155859"/>
                  <a:gd name="f165" fmla="val 3717703"/>
                  <a:gd name="f166" fmla="val 1018127"/>
                  <a:gd name="f167" fmla="val 3721227"/>
                  <a:gd name="f168" fmla="val 880491"/>
                  <a:gd name="f169" fmla="val 3724751"/>
                  <a:gd name="f170" fmla="val 740855"/>
                  <a:gd name="f171" fmla="val 3743135"/>
                  <a:gd name="f172" fmla="val 602171"/>
                  <a:gd name="f173" fmla="val 3761137"/>
                  <a:gd name="f174" fmla="val 463677"/>
                  <a:gd name="f175" fmla="val 3776186"/>
                  <a:gd name="f176" fmla="val 347758"/>
                  <a:gd name="f177" fmla="val 3934968"/>
                  <a:gd name="f178" fmla="val 116205"/>
                  <a:gd name="f179" fmla="+- 0 0 -90"/>
                  <a:gd name="f180" fmla="*/ f3 1 3946874"/>
                  <a:gd name="f181" fmla="*/ f4 1 3989641"/>
                  <a:gd name="f182" fmla="+- f7 0 f5"/>
                  <a:gd name="f183" fmla="+- f6 0 f5"/>
                  <a:gd name="f184" fmla="*/ f179 f0 1"/>
                  <a:gd name="f185" fmla="*/ f183 1 3946874"/>
                  <a:gd name="f186" fmla="*/ f182 1 3989641"/>
                  <a:gd name="f187" fmla="*/ 0 f183 1"/>
                  <a:gd name="f188" fmla="*/ 3989641 f182 1"/>
                  <a:gd name="f189" fmla="*/ 79439 f183 1"/>
                  <a:gd name="f190" fmla="*/ 3891153 f182 1"/>
                  <a:gd name="f191" fmla="*/ 297371 f183 1"/>
                  <a:gd name="f192" fmla="*/ 3626930 f182 1"/>
                  <a:gd name="f193" fmla="*/ 454343 f183 1"/>
                  <a:gd name="f194" fmla="*/ 3440335 f182 1"/>
                  <a:gd name="f195" fmla="*/ 622363 f183 1"/>
                  <a:gd name="f196" fmla="*/ 3290697 f182 1"/>
                  <a:gd name="f197" fmla="*/ 927068 f183 1"/>
                  <a:gd name="f198" fmla="*/ 3087434 f182 1"/>
                  <a:gd name="f199" fmla="*/ 1176338 f183 1"/>
                  <a:gd name="f200" fmla="*/ 2915603 f182 1"/>
                  <a:gd name="f201" fmla="*/ 1394270 f183 1"/>
                  <a:gd name="f202" fmla="*/ 2780729 f182 1"/>
                  <a:gd name="f203" fmla="*/ 1601057 f183 1"/>
                  <a:gd name="f204" fmla="*/ 2723483 f182 1"/>
                  <a:gd name="f205" fmla="*/ 1756220 f183 1"/>
                  <a:gd name="f206" fmla="*/ 2743772 f182 1"/>
                  <a:gd name="f207" fmla="*/ 1889189 f183 1"/>
                  <a:gd name="f208" fmla="*/ 2765965 f182 1"/>
                  <a:gd name="f209" fmla="*/ 2007394 f183 1"/>
                  <a:gd name="f210" fmla="*/ 2184654 f183 1"/>
                  <a:gd name="f211" fmla="*/ 2671763 f182 1"/>
                  <a:gd name="f212" fmla="*/ 2372773 f183 1"/>
                  <a:gd name="f213" fmla="*/ 2538984 f182 1"/>
                  <a:gd name="f214" fmla="*/ 2439543 f183 1"/>
                  <a:gd name="f215" fmla="*/ 2510504 f182 1"/>
                  <a:gd name="f216" fmla="*/ 2650617 f183 1"/>
                  <a:gd name="f217" fmla="*/ 2434781 f182 1"/>
                  <a:gd name="f218" fmla="*/ 2785110 f183 1"/>
                  <a:gd name="f219" fmla="*/ 2383060 f182 1"/>
                  <a:gd name="f220" fmla="*/ 2897315 f183 1"/>
                  <a:gd name="f221" fmla="*/ 2318861 f182 1"/>
                  <a:gd name="f222" fmla="*/ 2997994 f183 1"/>
                  <a:gd name="f223" fmla="*/ 2226183 f182 1"/>
                  <a:gd name="f224" fmla="*/ 3061240 f183 1"/>
                  <a:gd name="f225" fmla="*/ 2141506 f182 1"/>
                  <a:gd name="f226" fmla="*/ 3152108 f183 1"/>
                  <a:gd name="f227" fmla="*/ 2005203 f182 1"/>
                  <a:gd name="f228" fmla="*/ 3274124 f183 1"/>
                  <a:gd name="f229" fmla="*/ 1871567 f182 1"/>
                  <a:gd name="f230" fmla="*/ 3388138 f183 1"/>
                  <a:gd name="f231" fmla="*/ 1770888 f182 1"/>
                  <a:gd name="f232" fmla="*/ 3466529 f183 1"/>
                  <a:gd name="f233" fmla="*/ 1679162 f182 1"/>
                  <a:gd name="f234" fmla="*/ 3538633 f183 1"/>
                  <a:gd name="f235" fmla="*/ 1551718 f182 1"/>
                  <a:gd name="f236" fmla="*/ 3588544 f183 1"/>
                  <a:gd name="f237" fmla="*/ 1376172 f182 1"/>
                  <a:gd name="f238" fmla="*/ 3597402 f183 1"/>
                  <a:gd name="f239" fmla="*/ 1293305 f182 1"/>
                  <a:gd name="f240" fmla="*/ 3721227 f183 1"/>
                  <a:gd name="f241" fmla="*/ 880491 f182 1"/>
                  <a:gd name="f242" fmla="*/ 3761137 f183 1"/>
                  <a:gd name="f243" fmla="*/ 463677 f182 1"/>
                  <a:gd name="f244" fmla="*/ 3946874 f183 1"/>
                  <a:gd name="f245" fmla="*/ 0 f182 1"/>
                  <a:gd name="f246" fmla="*/ f184 1 f2"/>
                  <a:gd name="f247" fmla="*/ f187 1 3946874"/>
                  <a:gd name="f248" fmla="*/ f188 1 3989641"/>
                  <a:gd name="f249" fmla="*/ f189 1 3946874"/>
                  <a:gd name="f250" fmla="*/ f190 1 3989641"/>
                  <a:gd name="f251" fmla="*/ f191 1 3946874"/>
                  <a:gd name="f252" fmla="*/ f192 1 3989641"/>
                  <a:gd name="f253" fmla="*/ f193 1 3946874"/>
                  <a:gd name="f254" fmla="*/ f194 1 3989641"/>
                  <a:gd name="f255" fmla="*/ f195 1 3946874"/>
                  <a:gd name="f256" fmla="*/ f196 1 3989641"/>
                  <a:gd name="f257" fmla="*/ f197 1 3946874"/>
                  <a:gd name="f258" fmla="*/ f198 1 3989641"/>
                  <a:gd name="f259" fmla="*/ f199 1 3946874"/>
                  <a:gd name="f260" fmla="*/ f200 1 3989641"/>
                  <a:gd name="f261" fmla="*/ f201 1 3946874"/>
                  <a:gd name="f262" fmla="*/ f202 1 3989641"/>
                  <a:gd name="f263" fmla="*/ f203 1 3946874"/>
                  <a:gd name="f264" fmla="*/ f204 1 3989641"/>
                  <a:gd name="f265" fmla="*/ f205 1 3946874"/>
                  <a:gd name="f266" fmla="*/ f206 1 3989641"/>
                  <a:gd name="f267" fmla="*/ f207 1 3946874"/>
                  <a:gd name="f268" fmla="*/ f208 1 3989641"/>
                  <a:gd name="f269" fmla="*/ f209 1 3946874"/>
                  <a:gd name="f270" fmla="*/ f210 1 3946874"/>
                  <a:gd name="f271" fmla="*/ f211 1 3989641"/>
                  <a:gd name="f272" fmla="*/ f212 1 3946874"/>
                  <a:gd name="f273" fmla="*/ f213 1 3989641"/>
                  <a:gd name="f274" fmla="*/ f214 1 3946874"/>
                  <a:gd name="f275" fmla="*/ f215 1 3989641"/>
                  <a:gd name="f276" fmla="*/ f216 1 3946874"/>
                  <a:gd name="f277" fmla="*/ f217 1 3989641"/>
                  <a:gd name="f278" fmla="*/ f218 1 3946874"/>
                  <a:gd name="f279" fmla="*/ f219 1 3989641"/>
                  <a:gd name="f280" fmla="*/ f220 1 3946874"/>
                  <a:gd name="f281" fmla="*/ f221 1 3989641"/>
                  <a:gd name="f282" fmla="*/ f222 1 3946874"/>
                  <a:gd name="f283" fmla="*/ f223 1 3989641"/>
                  <a:gd name="f284" fmla="*/ f224 1 3946874"/>
                  <a:gd name="f285" fmla="*/ f225 1 3989641"/>
                  <a:gd name="f286" fmla="*/ f226 1 3946874"/>
                  <a:gd name="f287" fmla="*/ f227 1 3989641"/>
                  <a:gd name="f288" fmla="*/ f228 1 3946874"/>
                  <a:gd name="f289" fmla="*/ f229 1 3989641"/>
                  <a:gd name="f290" fmla="*/ f230 1 3946874"/>
                  <a:gd name="f291" fmla="*/ f231 1 3989641"/>
                  <a:gd name="f292" fmla="*/ f232 1 3946874"/>
                  <a:gd name="f293" fmla="*/ f233 1 3989641"/>
                  <a:gd name="f294" fmla="*/ f234 1 3946874"/>
                  <a:gd name="f295" fmla="*/ f235 1 3989641"/>
                  <a:gd name="f296" fmla="*/ f236 1 3946874"/>
                  <a:gd name="f297" fmla="*/ f237 1 3989641"/>
                  <a:gd name="f298" fmla="*/ f238 1 3946874"/>
                  <a:gd name="f299" fmla="*/ f239 1 3989641"/>
                  <a:gd name="f300" fmla="*/ f240 1 3946874"/>
                  <a:gd name="f301" fmla="*/ f241 1 3989641"/>
                  <a:gd name="f302" fmla="*/ f242 1 3946874"/>
                  <a:gd name="f303" fmla="*/ f243 1 3989641"/>
                  <a:gd name="f304" fmla="*/ f244 1 3946874"/>
                  <a:gd name="f305" fmla="*/ f245 1 3989641"/>
                  <a:gd name="f306" fmla="*/ f5 1 f185"/>
                  <a:gd name="f307" fmla="*/ f6 1 f185"/>
                  <a:gd name="f308" fmla="*/ f5 1 f186"/>
                  <a:gd name="f309" fmla="*/ f7 1 f186"/>
                  <a:gd name="f310" fmla="+- f246 0 f1"/>
                  <a:gd name="f311" fmla="*/ f247 1 f185"/>
                  <a:gd name="f312" fmla="*/ f248 1 f186"/>
                  <a:gd name="f313" fmla="*/ f249 1 f185"/>
                  <a:gd name="f314" fmla="*/ f250 1 f186"/>
                  <a:gd name="f315" fmla="*/ f251 1 f185"/>
                  <a:gd name="f316" fmla="*/ f252 1 f186"/>
                  <a:gd name="f317" fmla="*/ f253 1 f185"/>
                  <a:gd name="f318" fmla="*/ f254 1 f186"/>
                  <a:gd name="f319" fmla="*/ f255 1 f185"/>
                  <a:gd name="f320" fmla="*/ f256 1 f186"/>
                  <a:gd name="f321" fmla="*/ f257 1 f185"/>
                  <a:gd name="f322" fmla="*/ f258 1 f186"/>
                  <a:gd name="f323" fmla="*/ f259 1 f185"/>
                  <a:gd name="f324" fmla="*/ f260 1 f186"/>
                  <a:gd name="f325" fmla="*/ f261 1 f185"/>
                  <a:gd name="f326" fmla="*/ f262 1 f186"/>
                  <a:gd name="f327" fmla="*/ f263 1 f185"/>
                  <a:gd name="f328" fmla="*/ f264 1 f186"/>
                  <a:gd name="f329" fmla="*/ f265 1 f185"/>
                  <a:gd name="f330" fmla="*/ f266 1 f186"/>
                  <a:gd name="f331" fmla="*/ f267 1 f185"/>
                  <a:gd name="f332" fmla="*/ f268 1 f186"/>
                  <a:gd name="f333" fmla="*/ f269 1 f185"/>
                  <a:gd name="f334" fmla="*/ f270 1 f185"/>
                  <a:gd name="f335" fmla="*/ f271 1 f186"/>
                  <a:gd name="f336" fmla="*/ f272 1 f185"/>
                  <a:gd name="f337" fmla="*/ f273 1 f186"/>
                  <a:gd name="f338" fmla="*/ f274 1 f185"/>
                  <a:gd name="f339" fmla="*/ f275 1 f186"/>
                  <a:gd name="f340" fmla="*/ f276 1 f185"/>
                  <a:gd name="f341" fmla="*/ f277 1 f186"/>
                  <a:gd name="f342" fmla="*/ f278 1 f185"/>
                  <a:gd name="f343" fmla="*/ f279 1 f186"/>
                  <a:gd name="f344" fmla="*/ f280 1 f185"/>
                  <a:gd name="f345" fmla="*/ f281 1 f186"/>
                  <a:gd name="f346" fmla="*/ f282 1 f185"/>
                  <a:gd name="f347" fmla="*/ f283 1 f186"/>
                  <a:gd name="f348" fmla="*/ f284 1 f185"/>
                  <a:gd name="f349" fmla="*/ f285 1 f186"/>
                  <a:gd name="f350" fmla="*/ f286 1 f185"/>
                  <a:gd name="f351" fmla="*/ f287 1 f186"/>
                  <a:gd name="f352" fmla="*/ f288 1 f185"/>
                  <a:gd name="f353" fmla="*/ f289 1 f186"/>
                  <a:gd name="f354" fmla="*/ f290 1 f185"/>
                  <a:gd name="f355" fmla="*/ f291 1 f186"/>
                  <a:gd name="f356" fmla="*/ f292 1 f185"/>
                  <a:gd name="f357" fmla="*/ f293 1 f186"/>
                  <a:gd name="f358" fmla="*/ f294 1 f185"/>
                  <a:gd name="f359" fmla="*/ f295 1 f186"/>
                  <a:gd name="f360" fmla="*/ f296 1 f185"/>
                  <a:gd name="f361" fmla="*/ f297 1 f186"/>
                  <a:gd name="f362" fmla="*/ f298 1 f185"/>
                  <a:gd name="f363" fmla="*/ f299 1 f186"/>
                  <a:gd name="f364" fmla="*/ f300 1 f185"/>
                  <a:gd name="f365" fmla="*/ f301 1 f186"/>
                  <a:gd name="f366" fmla="*/ f302 1 f185"/>
                  <a:gd name="f367" fmla="*/ f303 1 f186"/>
                  <a:gd name="f368" fmla="*/ f304 1 f185"/>
                  <a:gd name="f369" fmla="*/ f305 1 f186"/>
                  <a:gd name="f370" fmla="*/ f306 f180 1"/>
                  <a:gd name="f371" fmla="*/ f307 f180 1"/>
                  <a:gd name="f372" fmla="*/ f309 f181 1"/>
                  <a:gd name="f373" fmla="*/ f308 f181 1"/>
                  <a:gd name="f374" fmla="*/ f311 f180 1"/>
                  <a:gd name="f375" fmla="*/ f312 f181 1"/>
                  <a:gd name="f376" fmla="*/ f313 f180 1"/>
                  <a:gd name="f377" fmla="*/ f314 f181 1"/>
                  <a:gd name="f378" fmla="*/ f315 f180 1"/>
                  <a:gd name="f379" fmla="*/ f316 f181 1"/>
                  <a:gd name="f380" fmla="*/ f317 f180 1"/>
                  <a:gd name="f381" fmla="*/ f318 f181 1"/>
                  <a:gd name="f382" fmla="*/ f319 f180 1"/>
                  <a:gd name="f383" fmla="*/ f320 f181 1"/>
                  <a:gd name="f384" fmla="*/ f321 f180 1"/>
                  <a:gd name="f385" fmla="*/ f322 f181 1"/>
                  <a:gd name="f386" fmla="*/ f323 f180 1"/>
                  <a:gd name="f387" fmla="*/ f324 f181 1"/>
                  <a:gd name="f388" fmla="*/ f325 f180 1"/>
                  <a:gd name="f389" fmla="*/ f326 f181 1"/>
                  <a:gd name="f390" fmla="*/ f327 f180 1"/>
                  <a:gd name="f391" fmla="*/ f328 f181 1"/>
                  <a:gd name="f392" fmla="*/ f329 f180 1"/>
                  <a:gd name="f393" fmla="*/ f330 f181 1"/>
                  <a:gd name="f394" fmla="*/ f331 f180 1"/>
                  <a:gd name="f395" fmla="*/ f332 f181 1"/>
                  <a:gd name="f396" fmla="*/ f333 f180 1"/>
                  <a:gd name="f397" fmla="*/ f334 f180 1"/>
                  <a:gd name="f398" fmla="*/ f335 f181 1"/>
                  <a:gd name="f399" fmla="*/ f336 f180 1"/>
                  <a:gd name="f400" fmla="*/ f337 f181 1"/>
                  <a:gd name="f401" fmla="*/ f338 f180 1"/>
                  <a:gd name="f402" fmla="*/ f339 f181 1"/>
                  <a:gd name="f403" fmla="*/ f340 f180 1"/>
                  <a:gd name="f404" fmla="*/ f341 f181 1"/>
                  <a:gd name="f405" fmla="*/ f342 f180 1"/>
                  <a:gd name="f406" fmla="*/ f343 f181 1"/>
                  <a:gd name="f407" fmla="*/ f344 f180 1"/>
                  <a:gd name="f408" fmla="*/ f345 f181 1"/>
                  <a:gd name="f409" fmla="*/ f346 f180 1"/>
                  <a:gd name="f410" fmla="*/ f347 f181 1"/>
                  <a:gd name="f411" fmla="*/ f348 f180 1"/>
                  <a:gd name="f412" fmla="*/ f349 f181 1"/>
                  <a:gd name="f413" fmla="*/ f350 f180 1"/>
                  <a:gd name="f414" fmla="*/ f351 f181 1"/>
                  <a:gd name="f415" fmla="*/ f352 f180 1"/>
                  <a:gd name="f416" fmla="*/ f353 f181 1"/>
                  <a:gd name="f417" fmla="*/ f354 f180 1"/>
                  <a:gd name="f418" fmla="*/ f355 f181 1"/>
                  <a:gd name="f419" fmla="*/ f356 f180 1"/>
                  <a:gd name="f420" fmla="*/ f357 f181 1"/>
                  <a:gd name="f421" fmla="*/ f358 f180 1"/>
                  <a:gd name="f422" fmla="*/ f359 f181 1"/>
                  <a:gd name="f423" fmla="*/ f360 f180 1"/>
                  <a:gd name="f424" fmla="*/ f361 f181 1"/>
                  <a:gd name="f425" fmla="*/ f362 f180 1"/>
                  <a:gd name="f426" fmla="*/ f363 f181 1"/>
                  <a:gd name="f427" fmla="*/ f364 f180 1"/>
                  <a:gd name="f428" fmla="*/ f365 f181 1"/>
                  <a:gd name="f429" fmla="*/ f366 f180 1"/>
                  <a:gd name="f430" fmla="*/ f367 f181 1"/>
                  <a:gd name="f431" fmla="*/ f368 f180 1"/>
                  <a:gd name="f432" fmla="*/ f369 f181 1"/>
                </a:gdLst>
                <a:ahLst/>
                <a:cxnLst>
                  <a:cxn ang="3cd4">
                    <a:pos x="hc" y="t"/>
                  </a:cxn>
                  <a:cxn ang="0">
                    <a:pos x="r" y="vc"/>
                  </a:cxn>
                  <a:cxn ang="cd4">
                    <a:pos x="hc" y="b"/>
                  </a:cxn>
                  <a:cxn ang="cd2">
                    <a:pos x="l" y="vc"/>
                  </a:cxn>
                  <a:cxn ang="f310">
                    <a:pos x="f374" y="f375"/>
                  </a:cxn>
                  <a:cxn ang="f310">
                    <a:pos x="f376" y="f377"/>
                  </a:cxn>
                  <a:cxn ang="f310">
                    <a:pos x="f378" y="f379"/>
                  </a:cxn>
                  <a:cxn ang="f310">
                    <a:pos x="f380" y="f381"/>
                  </a:cxn>
                  <a:cxn ang="f310">
                    <a:pos x="f382" y="f383"/>
                  </a:cxn>
                  <a:cxn ang="f310">
                    <a:pos x="f384" y="f385"/>
                  </a:cxn>
                  <a:cxn ang="f310">
                    <a:pos x="f386" y="f387"/>
                  </a:cxn>
                  <a:cxn ang="f310">
                    <a:pos x="f388" y="f389"/>
                  </a:cxn>
                  <a:cxn ang="f310">
                    <a:pos x="f390" y="f391"/>
                  </a:cxn>
                  <a:cxn ang="f310">
                    <a:pos x="f392" y="f393"/>
                  </a:cxn>
                  <a:cxn ang="f310">
                    <a:pos x="f394" y="f395"/>
                  </a:cxn>
                  <a:cxn ang="f310">
                    <a:pos x="f396" y="f395"/>
                  </a:cxn>
                  <a:cxn ang="f310">
                    <a:pos x="f397" y="f398"/>
                  </a:cxn>
                  <a:cxn ang="f310">
                    <a:pos x="f399" y="f400"/>
                  </a:cxn>
                  <a:cxn ang="f310">
                    <a:pos x="f401" y="f402"/>
                  </a:cxn>
                  <a:cxn ang="f310">
                    <a:pos x="f403" y="f404"/>
                  </a:cxn>
                  <a:cxn ang="f310">
                    <a:pos x="f405" y="f406"/>
                  </a:cxn>
                  <a:cxn ang="f310">
                    <a:pos x="f407" y="f408"/>
                  </a:cxn>
                  <a:cxn ang="f310">
                    <a:pos x="f409" y="f410"/>
                  </a:cxn>
                  <a:cxn ang="f310">
                    <a:pos x="f411" y="f412"/>
                  </a:cxn>
                  <a:cxn ang="f310">
                    <a:pos x="f413" y="f414"/>
                  </a:cxn>
                  <a:cxn ang="f310">
                    <a:pos x="f415" y="f416"/>
                  </a:cxn>
                  <a:cxn ang="f310">
                    <a:pos x="f417" y="f418"/>
                  </a:cxn>
                  <a:cxn ang="f310">
                    <a:pos x="f419" y="f420"/>
                  </a:cxn>
                  <a:cxn ang="f310">
                    <a:pos x="f421" y="f422"/>
                  </a:cxn>
                  <a:cxn ang="f310">
                    <a:pos x="f423" y="f424"/>
                  </a:cxn>
                  <a:cxn ang="f310">
                    <a:pos x="f425" y="f426"/>
                  </a:cxn>
                  <a:cxn ang="f310">
                    <a:pos x="f427" y="f428"/>
                  </a:cxn>
                  <a:cxn ang="f310">
                    <a:pos x="f429" y="f430"/>
                  </a:cxn>
                  <a:cxn ang="f310">
                    <a:pos x="f431" y="f432"/>
                  </a:cxn>
                </a:cxnLst>
                <a:rect l="f370" t="f373" r="f371" b="f372"/>
                <a:pathLst>
                  <a:path w="3946874" h="3989641">
                    <a:moveTo>
                      <a:pt x="f5" y="f7"/>
                    </a:moveTo>
                    <a:cubicBezTo>
                      <a:pt x="f8" y="f9"/>
                      <a:pt x="f10" y="f11"/>
                      <a:pt x="f12" y="f13"/>
                    </a:cubicBezTo>
                    <a:cubicBezTo>
                      <a:pt x="f14" y="f15"/>
                      <a:pt x="f16" y="f17"/>
                      <a:pt x="f18" y="f19"/>
                    </a:cubicBezTo>
                    <a:cubicBezTo>
                      <a:pt x="f20" y="f21"/>
                      <a:pt x="f22" y="f23"/>
                      <a:pt x="f24" y="f25"/>
                    </a:cubicBezTo>
                    <a:cubicBezTo>
                      <a:pt x="f26" y="f27"/>
                      <a:pt x="f28" y="f29"/>
                      <a:pt x="f30" y="f31"/>
                    </a:cubicBezTo>
                    <a:cubicBezTo>
                      <a:pt x="f32" y="f33"/>
                      <a:pt x="f34" y="f35"/>
                      <a:pt x="f36" y="f37"/>
                    </a:cubicBezTo>
                    <a:cubicBezTo>
                      <a:pt x="f38" y="f39"/>
                      <a:pt x="f40" y="f41"/>
                      <a:pt x="f42" y="f43"/>
                    </a:cubicBez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67"/>
                    </a:cubicBezTo>
                    <a:cubicBezTo>
                      <a:pt x="f73" y="f74"/>
                      <a:pt x="f75" y="f76"/>
                      <a:pt x="f77" y="f78"/>
                    </a:cubicBezTo>
                    <a:cubicBezTo>
                      <a:pt x="f79" y="f80"/>
                      <a:pt x="f81" y="f82"/>
                      <a:pt x="f83" y="f84"/>
                    </a:cubicBezTo>
                    <a:cubicBezTo>
                      <a:pt x="f85" y="f86"/>
                      <a:pt x="f87" y="f88"/>
                      <a:pt x="f89" y="f90"/>
                    </a:cubicBezTo>
                    <a:cubicBezTo>
                      <a:pt x="f91" y="f92"/>
                      <a:pt x="f93" y="f94"/>
                      <a:pt x="f95" y="f96"/>
                    </a:cubicBezTo>
                    <a:cubicBezTo>
                      <a:pt x="f97" y="f98"/>
                      <a:pt x="f99" y="f100"/>
                      <a:pt x="f101" y="f102"/>
                    </a:cubicBezTo>
                    <a:cubicBezTo>
                      <a:pt x="f103" y="f104"/>
                      <a:pt x="f105" y="f106"/>
                      <a:pt x="f107" y="f108"/>
                    </a:cubicBezTo>
                    <a:cubicBezTo>
                      <a:pt x="f109" y="f110"/>
                      <a:pt x="f111" y="f112"/>
                      <a:pt x="f113" y="f114"/>
                    </a:cubicBezTo>
                    <a:cubicBezTo>
                      <a:pt x="f115" y="f116"/>
                      <a:pt x="f117" y="f118"/>
                      <a:pt x="f119" y="f120"/>
                    </a:cubicBezTo>
                    <a:cubicBezTo>
                      <a:pt x="f121" y="f122"/>
                      <a:pt x="f123" y="f124"/>
                      <a:pt x="f125" y="f126"/>
                    </a:cubicBezTo>
                    <a:cubicBezTo>
                      <a:pt x="f127" y="f128"/>
                      <a:pt x="f129" y="f130"/>
                      <a:pt x="f131" y="f132"/>
                    </a:cubicBezTo>
                    <a:cubicBezTo>
                      <a:pt x="f133" y="f134"/>
                      <a:pt x="f135" y="f136"/>
                      <a:pt x="f137" y="f138"/>
                    </a:cubicBezTo>
                    <a:cubicBezTo>
                      <a:pt x="f139" y="f140"/>
                      <a:pt x="f141" y="f142"/>
                      <a:pt x="f143" y="f144"/>
                    </a:cubicBezTo>
                    <a:cubicBezTo>
                      <a:pt x="f145" y="f146"/>
                      <a:pt x="f147" y="f148"/>
                      <a:pt x="f149" y="f150"/>
                    </a:cubicBezTo>
                    <a:cubicBezTo>
                      <a:pt x="f151" y="f152"/>
                      <a:pt x="f153" y="f154"/>
                      <a:pt x="f155" y="f156"/>
                    </a:cubicBezTo>
                    <a:cubicBezTo>
                      <a:pt x="f157" y="f158"/>
                      <a:pt x="f159" y="f160"/>
                      <a:pt x="f161" y="f162"/>
                    </a:cubicBezTo>
                    <a:cubicBezTo>
                      <a:pt x="f163" y="f164"/>
                      <a:pt x="f165" y="f166"/>
                      <a:pt x="f167" y="f168"/>
                    </a:cubicBezTo>
                    <a:cubicBezTo>
                      <a:pt x="f169" y="f170"/>
                      <a:pt x="f171" y="f172"/>
                      <a:pt x="f173" y="f174"/>
                    </a:cubicBezTo>
                    <a:cubicBezTo>
                      <a:pt x="f175" y="f176"/>
                      <a:pt x="f177" y="f178"/>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0" name="Freeform: Shape 28">
                <a:extLst>
                  <a:ext uri="{FF2B5EF4-FFF2-40B4-BE49-F238E27FC236}">
                    <a16:creationId xmlns:a16="http://schemas.microsoft.com/office/drawing/2014/main" id="{FD48E89F-21AE-475D-830B-70C4D29F096D}"/>
                  </a:ext>
                </a:extLst>
              </p:cNvPr>
              <p:cNvSpPr/>
              <p:nvPr/>
            </p:nvSpPr>
            <p:spPr>
              <a:xfrm>
                <a:off x="8913232" y="4186123"/>
                <a:ext cx="3265441" cy="2668127"/>
              </a:xfrm>
              <a:custGeom>
                <a:avLst/>
                <a:gdLst>
                  <a:gd name="f0" fmla="val 10800000"/>
                  <a:gd name="f1" fmla="val 5400000"/>
                  <a:gd name="f2" fmla="val 180"/>
                  <a:gd name="f3" fmla="val w"/>
                  <a:gd name="f4" fmla="val h"/>
                  <a:gd name="f5" fmla="val 0"/>
                  <a:gd name="f6" fmla="val 3665410"/>
                  <a:gd name="f7" fmla="val 2985611"/>
                  <a:gd name="f8" fmla="val 86773"/>
                  <a:gd name="f9" fmla="val 2802827"/>
                  <a:gd name="f10" fmla="val 166211"/>
                  <a:gd name="f11" fmla="val 2699766"/>
                  <a:gd name="f12" fmla="val 240983"/>
                  <a:gd name="f13" fmla="val 2602706"/>
                  <a:gd name="f14" fmla="val 309182"/>
                  <a:gd name="f15" fmla="val 2500122"/>
                  <a:gd name="f16" fmla="val 397002"/>
                  <a:gd name="f17" fmla="val 2414969"/>
                  <a:gd name="f18" fmla="val 465296"/>
                  <a:gd name="f19" fmla="val 2348865"/>
                  <a:gd name="f20" fmla="val 543592"/>
                  <a:gd name="f21" fmla="val 2294477"/>
                  <a:gd name="f22" fmla="val 620173"/>
                  <a:gd name="f23" fmla="val 2237899"/>
                  <a:gd name="f24" fmla="val 688277"/>
                  <a:gd name="f25" fmla="val 2187607"/>
                  <a:gd name="f26" fmla="val 755333"/>
                  <a:gd name="f27" fmla="val 2135886"/>
                  <a:gd name="f28" fmla="val 823341"/>
                  <a:gd name="f29" fmla="val 2085499"/>
                  <a:gd name="f30" fmla="val 908685"/>
                  <a:gd name="f31" fmla="val 2022253"/>
                  <a:gd name="f32" fmla="val 994791"/>
                  <a:gd name="f33" fmla="val 1959197"/>
                  <a:gd name="f34" fmla="val 1089565"/>
                  <a:gd name="f35" fmla="val 1911477"/>
                  <a:gd name="f36" fmla="val 1107662"/>
                  <a:gd name="f37" fmla="val 1902428"/>
                  <a:gd name="f38" fmla="val 1126141"/>
                  <a:gd name="f39" fmla="val 1894141"/>
                  <a:gd name="f40" fmla="val 1145000"/>
                  <a:gd name="f41" fmla="val 1886807"/>
                  <a:gd name="f42" fmla="val 1218819"/>
                  <a:gd name="f43" fmla="val 1858232"/>
                  <a:gd name="f44" fmla="val 1296924"/>
                  <a:gd name="f45" fmla="val 1838611"/>
                  <a:gd name="f46" fmla="val 1375791"/>
                  <a:gd name="f47" fmla="val 1842135"/>
                  <a:gd name="f48" fmla="val 1413129"/>
                  <a:gd name="f49" fmla="val 1843754"/>
                  <a:gd name="f50" fmla="val 1449896"/>
                  <a:gd name="f51" fmla="val 1850422"/>
                  <a:gd name="f52" fmla="val 1486567"/>
                  <a:gd name="f53" fmla="val 1857566"/>
                  <a:gd name="f54" fmla="val 1513618"/>
                  <a:gd name="f55" fmla="val 1862804"/>
                  <a:gd name="f56" fmla="val 1540859"/>
                  <a:gd name="f57" fmla="val 1867376"/>
                  <a:gd name="f58" fmla="val 1568101"/>
                  <a:gd name="f59" fmla="val 1871377"/>
                  <a:gd name="f60" fmla="val 1648778"/>
                  <a:gd name="f61" fmla="val 1883188"/>
                  <a:gd name="f62" fmla="val 1730978"/>
                  <a:gd name="f63" fmla="val 1887665"/>
                  <a:gd name="f64" fmla="val 1810607"/>
                  <a:gd name="f65" fmla="val 1877854"/>
                  <a:gd name="f66" fmla="val 1857661"/>
                  <a:gd name="f67" fmla="val 1941100"/>
                  <a:gd name="f68" fmla="val 1829086"/>
                  <a:gd name="f69" fmla="val 1997964"/>
                  <a:gd name="f70" fmla="val 1790605"/>
                  <a:gd name="f71" fmla="val 2037302"/>
                  <a:gd name="f72" fmla="val 1764030"/>
                  <a:gd name="f73" fmla="val 2073497"/>
                  <a:gd name="f74" fmla="val 1733264"/>
                  <a:gd name="f75" fmla="val 2109883"/>
                  <a:gd name="f76" fmla="val 1702784"/>
                  <a:gd name="f77" fmla="val 2176367"/>
                  <a:gd name="f78" fmla="val 1647063"/>
                  <a:gd name="f79" fmla="val 2244852"/>
                  <a:gd name="f80" fmla="val 1593151"/>
                  <a:gd name="f81" fmla="val 2321433"/>
                  <a:gd name="f82" fmla="val 1552384"/>
                  <a:gd name="f83" fmla="val 2397157"/>
                  <a:gd name="f84" fmla="val 1512094"/>
                  <a:gd name="f85" fmla="val 2479548"/>
                  <a:gd name="f86" fmla="val 1486281"/>
                  <a:gd name="f87" fmla="val 2558891"/>
                  <a:gd name="f88" fmla="val 1453420"/>
                  <a:gd name="f89" fmla="val 2610898"/>
                  <a:gd name="f90" fmla="val 1431798"/>
                  <a:gd name="f91" fmla="val 2661571"/>
                  <a:gd name="f92" fmla="val 1407033"/>
                  <a:gd name="f93" fmla="val 2709767"/>
                  <a:gd name="f94" fmla="val 1377887"/>
                  <a:gd name="f95" fmla="val 2774252"/>
                  <a:gd name="f96" fmla="val 1338929"/>
                  <a:gd name="f97" fmla="val 2834069"/>
                  <a:gd name="f98" fmla="val 1292447"/>
                  <a:gd name="f99" fmla="val 2885408"/>
                  <a:gd name="f100" fmla="val 1237393"/>
                  <a:gd name="f101" fmla="val 2933605"/>
                  <a:gd name="f102" fmla="val 1185767"/>
                  <a:gd name="f103" fmla="val 2973324"/>
                  <a:gd name="f104" fmla="val 1127093"/>
                  <a:gd name="f105" fmla="val 3017711"/>
                  <a:gd name="f106" fmla="val 1072229"/>
                  <a:gd name="f107" fmla="val 3059811"/>
                  <a:gd name="f108" fmla="val 1020223"/>
                  <a:gd name="f109" fmla="val 3105912"/>
                  <a:gd name="f110" fmla="val 971645"/>
                  <a:gd name="f111" fmla="val 3150680"/>
                  <a:gd name="f112" fmla="val 921830"/>
                  <a:gd name="f113" fmla="val 3186113"/>
                  <a:gd name="f114" fmla="val 882396"/>
                  <a:gd name="f115" fmla="val 3220593"/>
                  <a:gd name="f116" fmla="val 842010"/>
                  <a:gd name="f117" fmla="val 3255169"/>
                  <a:gd name="f118" fmla="val 801815"/>
                  <a:gd name="f119" fmla="val 3284887"/>
                  <a:gd name="f120" fmla="val 767239"/>
                  <a:gd name="f121" fmla="val 3314605"/>
                  <a:gd name="f122" fmla="val 732473"/>
                  <a:gd name="f123" fmla="val 3339275"/>
                  <a:gd name="f124" fmla="val 694182"/>
                  <a:gd name="f125" fmla="val 3368707"/>
                  <a:gd name="f126" fmla="val 648367"/>
                  <a:gd name="f127" fmla="val 3390138"/>
                  <a:gd name="f128" fmla="val 597980"/>
                  <a:gd name="f129" fmla="val 3409188"/>
                  <a:gd name="f130" fmla="val 546926"/>
                  <a:gd name="f131" fmla="val 3433382"/>
                  <a:gd name="f132" fmla="val 482156"/>
                  <a:gd name="f133" fmla="val 3453384"/>
                  <a:gd name="f134" fmla="val 415861"/>
                  <a:gd name="f135" fmla="val 3464243"/>
                  <a:gd name="f136" fmla="val 347663"/>
                  <a:gd name="f137" fmla="val 3476244"/>
                  <a:gd name="f138" fmla="val 272224"/>
                  <a:gd name="f139" fmla="val 3661696"/>
                  <a:gd name="f140" fmla="val 76295"/>
                  <a:gd name="f141" fmla="val 3665411"/>
                  <a:gd name="f142" fmla="+- 0 0 -90"/>
                  <a:gd name="f143" fmla="*/ f3 1 3665410"/>
                  <a:gd name="f144" fmla="*/ f4 1 2985611"/>
                  <a:gd name="f145" fmla="+- f7 0 f5"/>
                  <a:gd name="f146" fmla="+- f6 0 f5"/>
                  <a:gd name="f147" fmla="*/ f142 f0 1"/>
                  <a:gd name="f148" fmla="*/ f146 1 3665410"/>
                  <a:gd name="f149" fmla="*/ f145 1 2985611"/>
                  <a:gd name="f150" fmla="*/ 0 f146 1"/>
                  <a:gd name="f151" fmla="*/ 2985611 f145 1"/>
                  <a:gd name="f152" fmla="*/ 166211 f146 1"/>
                  <a:gd name="f153" fmla="*/ 2699766 f145 1"/>
                  <a:gd name="f154" fmla="*/ 397002 f146 1"/>
                  <a:gd name="f155" fmla="*/ 2414969 f145 1"/>
                  <a:gd name="f156" fmla="*/ 620173 f146 1"/>
                  <a:gd name="f157" fmla="*/ 2237899 f145 1"/>
                  <a:gd name="f158" fmla="*/ 823341 f146 1"/>
                  <a:gd name="f159" fmla="*/ 2085499 f145 1"/>
                  <a:gd name="f160" fmla="*/ 1089565 f146 1"/>
                  <a:gd name="f161" fmla="*/ 1911477 f145 1"/>
                  <a:gd name="f162" fmla="*/ 1145000 f146 1"/>
                  <a:gd name="f163" fmla="*/ 1886807 f145 1"/>
                  <a:gd name="f164" fmla="*/ 1375791 f146 1"/>
                  <a:gd name="f165" fmla="*/ 1842135 f145 1"/>
                  <a:gd name="f166" fmla="*/ 1486567 f146 1"/>
                  <a:gd name="f167" fmla="*/ 1857566 f145 1"/>
                  <a:gd name="f168" fmla="*/ 1568101 f146 1"/>
                  <a:gd name="f169" fmla="*/ 1871377 f145 1"/>
                  <a:gd name="f170" fmla="*/ 1810607 f146 1"/>
                  <a:gd name="f171" fmla="*/ 1997964 f146 1"/>
                  <a:gd name="f172" fmla="*/ 1790605 f145 1"/>
                  <a:gd name="f173" fmla="*/ 2109883 f146 1"/>
                  <a:gd name="f174" fmla="*/ 1702784 f145 1"/>
                  <a:gd name="f175" fmla="*/ 2321433 f146 1"/>
                  <a:gd name="f176" fmla="*/ 1552384 f145 1"/>
                  <a:gd name="f177" fmla="*/ 2558891 f146 1"/>
                  <a:gd name="f178" fmla="*/ 1453420 f145 1"/>
                  <a:gd name="f179" fmla="*/ 2709767 f146 1"/>
                  <a:gd name="f180" fmla="*/ 1377887 f145 1"/>
                  <a:gd name="f181" fmla="*/ 2885408 f146 1"/>
                  <a:gd name="f182" fmla="*/ 1237393 f145 1"/>
                  <a:gd name="f183" fmla="*/ 3017711 f146 1"/>
                  <a:gd name="f184" fmla="*/ 1072229 f145 1"/>
                  <a:gd name="f185" fmla="*/ 3150680 f146 1"/>
                  <a:gd name="f186" fmla="*/ 921830 f145 1"/>
                  <a:gd name="f187" fmla="*/ 3255169 f146 1"/>
                  <a:gd name="f188" fmla="*/ 801815 f145 1"/>
                  <a:gd name="f189" fmla="*/ 3339275 f146 1"/>
                  <a:gd name="f190" fmla="*/ 694182 f145 1"/>
                  <a:gd name="f191" fmla="*/ 3409188 f146 1"/>
                  <a:gd name="f192" fmla="*/ 546926 f145 1"/>
                  <a:gd name="f193" fmla="*/ 3464243 f146 1"/>
                  <a:gd name="f194" fmla="*/ 347663 f145 1"/>
                  <a:gd name="f195" fmla="*/ 3665411 f146 1"/>
                  <a:gd name="f196" fmla="*/ 0 f145 1"/>
                  <a:gd name="f197" fmla="*/ f147 1 f2"/>
                  <a:gd name="f198" fmla="*/ f150 1 3665410"/>
                  <a:gd name="f199" fmla="*/ f151 1 2985611"/>
                  <a:gd name="f200" fmla="*/ f152 1 3665410"/>
                  <a:gd name="f201" fmla="*/ f153 1 2985611"/>
                  <a:gd name="f202" fmla="*/ f154 1 3665410"/>
                  <a:gd name="f203" fmla="*/ f155 1 2985611"/>
                  <a:gd name="f204" fmla="*/ f156 1 3665410"/>
                  <a:gd name="f205" fmla="*/ f157 1 2985611"/>
                  <a:gd name="f206" fmla="*/ f158 1 3665410"/>
                  <a:gd name="f207" fmla="*/ f159 1 2985611"/>
                  <a:gd name="f208" fmla="*/ f160 1 3665410"/>
                  <a:gd name="f209" fmla="*/ f161 1 2985611"/>
                  <a:gd name="f210" fmla="*/ f162 1 3665410"/>
                  <a:gd name="f211" fmla="*/ f163 1 2985611"/>
                  <a:gd name="f212" fmla="*/ f164 1 3665410"/>
                  <a:gd name="f213" fmla="*/ f165 1 2985611"/>
                  <a:gd name="f214" fmla="*/ f166 1 3665410"/>
                  <a:gd name="f215" fmla="*/ f167 1 2985611"/>
                  <a:gd name="f216" fmla="*/ f168 1 3665410"/>
                  <a:gd name="f217" fmla="*/ f169 1 2985611"/>
                  <a:gd name="f218" fmla="*/ f170 1 3665410"/>
                  <a:gd name="f219" fmla="*/ f171 1 3665410"/>
                  <a:gd name="f220" fmla="*/ f172 1 2985611"/>
                  <a:gd name="f221" fmla="*/ f173 1 3665410"/>
                  <a:gd name="f222" fmla="*/ f174 1 2985611"/>
                  <a:gd name="f223" fmla="*/ f175 1 3665410"/>
                  <a:gd name="f224" fmla="*/ f176 1 2985611"/>
                  <a:gd name="f225" fmla="*/ f177 1 3665410"/>
                  <a:gd name="f226" fmla="*/ f178 1 2985611"/>
                  <a:gd name="f227" fmla="*/ f179 1 3665410"/>
                  <a:gd name="f228" fmla="*/ f180 1 2985611"/>
                  <a:gd name="f229" fmla="*/ f181 1 3665410"/>
                  <a:gd name="f230" fmla="*/ f182 1 2985611"/>
                  <a:gd name="f231" fmla="*/ f183 1 3665410"/>
                  <a:gd name="f232" fmla="*/ f184 1 2985611"/>
                  <a:gd name="f233" fmla="*/ f185 1 3665410"/>
                  <a:gd name="f234" fmla="*/ f186 1 2985611"/>
                  <a:gd name="f235" fmla="*/ f187 1 3665410"/>
                  <a:gd name="f236" fmla="*/ f188 1 2985611"/>
                  <a:gd name="f237" fmla="*/ f189 1 3665410"/>
                  <a:gd name="f238" fmla="*/ f190 1 2985611"/>
                  <a:gd name="f239" fmla="*/ f191 1 3665410"/>
                  <a:gd name="f240" fmla="*/ f192 1 2985611"/>
                  <a:gd name="f241" fmla="*/ f193 1 3665410"/>
                  <a:gd name="f242" fmla="*/ f194 1 2985611"/>
                  <a:gd name="f243" fmla="*/ f195 1 3665410"/>
                  <a:gd name="f244" fmla="*/ f196 1 2985611"/>
                  <a:gd name="f245" fmla="*/ f5 1 f148"/>
                  <a:gd name="f246" fmla="*/ f6 1 f148"/>
                  <a:gd name="f247" fmla="*/ f5 1 f149"/>
                  <a:gd name="f248" fmla="*/ f7 1 f149"/>
                  <a:gd name="f249" fmla="+- f197 0 f1"/>
                  <a:gd name="f250" fmla="*/ f198 1 f148"/>
                  <a:gd name="f251" fmla="*/ f199 1 f149"/>
                  <a:gd name="f252" fmla="*/ f200 1 f148"/>
                  <a:gd name="f253" fmla="*/ f201 1 f149"/>
                  <a:gd name="f254" fmla="*/ f202 1 f148"/>
                  <a:gd name="f255" fmla="*/ f203 1 f149"/>
                  <a:gd name="f256" fmla="*/ f204 1 f148"/>
                  <a:gd name="f257" fmla="*/ f205 1 f149"/>
                  <a:gd name="f258" fmla="*/ f206 1 f148"/>
                  <a:gd name="f259" fmla="*/ f207 1 f149"/>
                  <a:gd name="f260" fmla="*/ f208 1 f148"/>
                  <a:gd name="f261" fmla="*/ f209 1 f149"/>
                  <a:gd name="f262" fmla="*/ f210 1 f148"/>
                  <a:gd name="f263" fmla="*/ f211 1 f149"/>
                  <a:gd name="f264" fmla="*/ f212 1 f148"/>
                  <a:gd name="f265" fmla="*/ f213 1 f149"/>
                  <a:gd name="f266" fmla="*/ f214 1 f148"/>
                  <a:gd name="f267" fmla="*/ f215 1 f149"/>
                  <a:gd name="f268" fmla="*/ f216 1 f148"/>
                  <a:gd name="f269" fmla="*/ f217 1 f149"/>
                  <a:gd name="f270" fmla="*/ f218 1 f148"/>
                  <a:gd name="f271" fmla="*/ f219 1 f148"/>
                  <a:gd name="f272" fmla="*/ f220 1 f149"/>
                  <a:gd name="f273" fmla="*/ f221 1 f148"/>
                  <a:gd name="f274" fmla="*/ f222 1 f149"/>
                  <a:gd name="f275" fmla="*/ f223 1 f148"/>
                  <a:gd name="f276" fmla="*/ f224 1 f149"/>
                  <a:gd name="f277" fmla="*/ f225 1 f148"/>
                  <a:gd name="f278" fmla="*/ f226 1 f149"/>
                  <a:gd name="f279" fmla="*/ f227 1 f148"/>
                  <a:gd name="f280" fmla="*/ f228 1 f149"/>
                  <a:gd name="f281" fmla="*/ f229 1 f148"/>
                  <a:gd name="f282" fmla="*/ f230 1 f149"/>
                  <a:gd name="f283" fmla="*/ f231 1 f148"/>
                  <a:gd name="f284" fmla="*/ f232 1 f149"/>
                  <a:gd name="f285" fmla="*/ f233 1 f148"/>
                  <a:gd name="f286" fmla="*/ f234 1 f149"/>
                  <a:gd name="f287" fmla="*/ f235 1 f148"/>
                  <a:gd name="f288" fmla="*/ f236 1 f149"/>
                  <a:gd name="f289" fmla="*/ f237 1 f148"/>
                  <a:gd name="f290" fmla="*/ f238 1 f149"/>
                  <a:gd name="f291" fmla="*/ f239 1 f148"/>
                  <a:gd name="f292" fmla="*/ f240 1 f149"/>
                  <a:gd name="f293" fmla="*/ f241 1 f148"/>
                  <a:gd name="f294" fmla="*/ f242 1 f149"/>
                  <a:gd name="f295" fmla="*/ f243 1 f148"/>
                  <a:gd name="f296" fmla="*/ f244 1 f149"/>
                  <a:gd name="f297" fmla="*/ f245 f143 1"/>
                  <a:gd name="f298" fmla="*/ f246 f143 1"/>
                  <a:gd name="f299" fmla="*/ f248 f144 1"/>
                  <a:gd name="f300" fmla="*/ f247 f144 1"/>
                  <a:gd name="f301" fmla="*/ f250 f143 1"/>
                  <a:gd name="f302" fmla="*/ f251 f144 1"/>
                  <a:gd name="f303" fmla="*/ f252 f143 1"/>
                  <a:gd name="f304" fmla="*/ f253 f144 1"/>
                  <a:gd name="f305" fmla="*/ f254 f143 1"/>
                  <a:gd name="f306" fmla="*/ f255 f144 1"/>
                  <a:gd name="f307" fmla="*/ f256 f143 1"/>
                  <a:gd name="f308" fmla="*/ f257 f144 1"/>
                  <a:gd name="f309" fmla="*/ f258 f143 1"/>
                  <a:gd name="f310" fmla="*/ f259 f144 1"/>
                  <a:gd name="f311" fmla="*/ f260 f143 1"/>
                  <a:gd name="f312" fmla="*/ f261 f144 1"/>
                  <a:gd name="f313" fmla="*/ f262 f143 1"/>
                  <a:gd name="f314" fmla="*/ f263 f144 1"/>
                  <a:gd name="f315" fmla="*/ f264 f143 1"/>
                  <a:gd name="f316" fmla="*/ f265 f144 1"/>
                  <a:gd name="f317" fmla="*/ f266 f143 1"/>
                  <a:gd name="f318" fmla="*/ f267 f144 1"/>
                  <a:gd name="f319" fmla="*/ f268 f143 1"/>
                  <a:gd name="f320" fmla="*/ f269 f144 1"/>
                  <a:gd name="f321" fmla="*/ f270 f143 1"/>
                  <a:gd name="f322" fmla="*/ f271 f143 1"/>
                  <a:gd name="f323" fmla="*/ f272 f144 1"/>
                  <a:gd name="f324" fmla="*/ f273 f143 1"/>
                  <a:gd name="f325" fmla="*/ f274 f144 1"/>
                  <a:gd name="f326" fmla="*/ f275 f143 1"/>
                  <a:gd name="f327" fmla="*/ f276 f144 1"/>
                  <a:gd name="f328" fmla="*/ f277 f143 1"/>
                  <a:gd name="f329" fmla="*/ f278 f144 1"/>
                  <a:gd name="f330" fmla="*/ f279 f143 1"/>
                  <a:gd name="f331" fmla="*/ f280 f144 1"/>
                  <a:gd name="f332" fmla="*/ f281 f143 1"/>
                  <a:gd name="f333" fmla="*/ f282 f144 1"/>
                  <a:gd name="f334" fmla="*/ f283 f143 1"/>
                  <a:gd name="f335" fmla="*/ f284 f144 1"/>
                  <a:gd name="f336" fmla="*/ f285 f143 1"/>
                  <a:gd name="f337" fmla="*/ f286 f144 1"/>
                  <a:gd name="f338" fmla="*/ f287 f143 1"/>
                  <a:gd name="f339" fmla="*/ f288 f144 1"/>
                  <a:gd name="f340" fmla="*/ f289 f143 1"/>
                  <a:gd name="f341" fmla="*/ f290 f144 1"/>
                  <a:gd name="f342" fmla="*/ f291 f143 1"/>
                  <a:gd name="f343" fmla="*/ f292 f144 1"/>
                  <a:gd name="f344" fmla="*/ f293 f143 1"/>
                  <a:gd name="f345" fmla="*/ f294 f144 1"/>
                  <a:gd name="f346" fmla="*/ f295 f143 1"/>
                  <a:gd name="f347" fmla="*/ f296 f144 1"/>
                </a:gdLst>
                <a:ahLst/>
                <a:cxnLst>
                  <a:cxn ang="3cd4">
                    <a:pos x="hc" y="t"/>
                  </a:cxn>
                  <a:cxn ang="0">
                    <a:pos x="r" y="vc"/>
                  </a:cxn>
                  <a:cxn ang="cd4">
                    <a:pos x="hc" y="b"/>
                  </a:cxn>
                  <a:cxn ang="cd2">
                    <a:pos x="l" y="vc"/>
                  </a:cxn>
                  <a:cxn ang="f249">
                    <a:pos x="f301" y="f302"/>
                  </a:cxn>
                  <a:cxn ang="f249">
                    <a:pos x="f303" y="f304"/>
                  </a:cxn>
                  <a:cxn ang="f249">
                    <a:pos x="f305" y="f306"/>
                  </a:cxn>
                  <a:cxn ang="f249">
                    <a:pos x="f307" y="f308"/>
                  </a:cxn>
                  <a:cxn ang="f249">
                    <a:pos x="f309" y="f310"/>
                  </a:cxn>
                  <a:cxn ang="f249">
                    <a:pos x="f311" y="f312"/>
                  </a:cxn>
                  <a:cxn ang="f249">
                    <a:pos x="f313" y="f314"/>
                  </a:cxn>
                  <a:cxn ang="f249">
                    <a:pos x="f315" y="f316"/>
                  </a:cxn>
                  <a:cxn ang="f249">
                    <a:pos x="f317" y="f318"/>
                  </a:cxn>
                  <a:cxn ang="f249">
                    <a:pos x="f319" y="f320"/>
                  </a:cxn>
                  <a:cxn ang="f249">
                    <a:pos x="f321" y="f320"/>
                  </a:cxn>
                  <a:cxn ang="f249">
                    <a:pos x="f322" y="f323"/>
                  </a:cxn>
                  <a:cxn ang="f249">
                    <a:pos x="f324" y="f325"/>
                  </a:cxn>
                  <a:cxn ang="f249">
                    <a:pos x="f326" y="f327"/>
                  </a:cxn>
                  <a:cxn ang="f249">
                    <a:pos x="f328" y="f329"/>
                  </a:cxn>
                  <a:cxn ang="f249">
                    <a:pos x="f330" y="f331"/>
                  </a:cxn>
                  <a:cxn ang="f249">
                    <a:pos x="f332" y="f333"/>
                  </a:cxn>
                  <a:cxn ang="f249">
                    <a:pos x="f334" y="f335"/>
                  </a:cxn>
                  <a:cxn ang="f249">
                    <a:pos x="f336" y="f337"/>
                  </a:cxn>
                  <a:cxn ang="f249">
                    <a:pos x="f338" y="f339"/>
                  </a:cxn>
                  <a:cxn ang="f249">
                    <a:pos x="f340" y="f341"/>
                  </a:cxn>
                  <a:cxn ang="f249">
                    <a:pos x="f342" y="f343"/>
                  </a:cxn>
                  <a:cxn ang="f249">
                    <a:pos x="f344" y="f345"/>
                  </a:cxn>
                  <a:cxn ang="f249">
                    <a:pos x="f346" y="f347"/>
                  </a:cxn>
                </a:cxnLst>
                <a:rect l="f297" t="f300" r="f298" b="f299"/>
                <a:pathLst>
                  <a:path w="3665410" h="2985611">
                    <a:moveTo>
                      <a:pt x="f5" y="f7"/>
                    </a:moveTo>
                    <a:cubicBezTo>
                      <a:pt x="f5" y="f7"/>
                      <a:pt x="f8" y="f9"/>
                      <a:pt x="f10" y="f11"/>
                    </a:cubicBezTo>
                    <a:cubicBezTo>
                      <a:pt x="f12" y="f13"/>
                      <a:pt x="f14" y="f15"/>
                      <a:pt x="f16" y="f17"/>
                    </a:cubicBezTo>
                    <a:cubicBezTo>
                      <a:pt x="f18" y="f19"/>
                      <a:pt x="f20" y="f21"/>
                      <a:pt x="f22" y="f23"/>
                    </a:cubicBezTo>
                    <a:cubicBezTo>
                      <a:pt x="f24" y="f25"/>
                      <a:pt x="f26" y="f27"/>
                      <a:pt x="f28" y="f29"/>
                    </a:cubicBezTo>
                    <a:cubicBezTo>
                      <a:pt x="f30" y="f31"/>
                      <a:pt x="f32" y="f33"/>
                      <a:pt x="f34" y="f35"/>
                    </a:cubicBezTo>
                    <a:cubicBezTo>
                      <a:pt x="f36" y="f37"/>
                      <a:pt x="f38" y="f39"/>
                      <a:pt x="f40" y="f41"/>
                    </a:cubicBezTo>
                    <a:cubicBezTo>
                      <a:pt x="f42" y="f43"/>
                      <a:pt x="f44" y="f45"/>
                      <a:pt x="f46" y="f47"/>
                    </a:cubicBezTo>
                    <a:cubicBezTo>
                      <a:pt x="f48" y="f49"/>
                      <a:pt x="f50" y="f51"/>
                      <a:pt x="f52" y="f53"/>
                    </a:cubicBezTo>
                    <a:cubicBezTo>
                      <a:pt x="f54" y="f55"/>
                      <a:pt x="f56" y="f57"/>
                      <a:pt x="f58" y="f59"/>
                    </a:cubicBezTo>
                    <a:cubicBezTo>
                      <a:pt x="f60" y="f61"/>
                      <a:pt x="f62" y="f63"/>
                      <a:pt x="f64" y="f59"/>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cubicBezTo>
                      <a:pt x="f101" y="f102"/>
                      <a:pt x="f103" y="f104"/>
                      <a:pt x="f105" y="f106"/>
                    </a:cubicBezTo>
                    <a:cubicBezTo>
                      <a:pt x="f107" y="f108"/>
                      <a:pt x="f109" y="f110"/>
                      <a:pt x="f111" y="f112"/>
                    </a:cubicBezTo>
                    <a:cubicBezTo>
                      <a:pt x="f113" y="f114"/>
                      <a:pt x="f115" y="f116"/>
                      <a:pt x="f117" y="f118"/>
                    </a:cubicBezTo>
                    <a:cubicBezTo>
                      <a:pt x="f119" y="f120"/>
                      <a:pt x="f121" y="f122"/>
                      <a:pt x="f123" y="f124"/>
                    </a:cubicBezTo>
                    <a:cubicBezTo>
                      <a:pt x="f125" y="f126"/>
                      <a:pt x="f127" y="f128"/>
                      <a:pt x="f129" y="f130"/>
                    </a:cubicBezTo>
                    <a:cubicBezTo>
                      <a:pt x="f131" y="f132"/>
                      <a:pt x="f133" y="f134"/>
                      <a:pt x="f135" y="f136"/>
                    </a:cubicBezTo>
                    <a:cubicBezTo>
                      <a:pt x="f137" y="f138"/>
                      <a:pt x="f139" y="f140"/>
                      <a:pt x="f141"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1" name="Freeform: Shape 29">
                <a:extLst>
                  <a:ext uri="{FF2B5EF4-FFF2-40B4-BE49-F238E27FC236}">
                    <a16:creationId xmlns:a16="http://schemas.microsoft.com/office/drawing/2014/main" id="{2CED841C-AB71-4ABF-AC47-A7925040E0B7}"/>
                  </a:ext>
                </a:extLst>
              </p:cNvPr>
              <p:cNvSpPr/>
              <p:nvPr/>
            </p:nvSpPr>
            <p:spPr>
              <a:xfrm>
                <a:off x="11937263" y="6677625"/>
                <a:ext cx="254733" cy="177905"/>
              </a:xfrm>
              <a:custGeom>
                <a:avLst/>
                <a:gdLst>
                  <a:gd name="f0" fmla="val 10800000"/>
                  <a:gd name="f1" fmla="val 5400000"/>
                  <a:gd name="f2" fmla="val 180"/>
                  <a:gd name="f3" fmla="val w"/>
                  <a:gd name="f4" fmla="val h"/>
                  <a:gd name="f5" fmla="val 0"/>
                  <a:gd name="f6" fmla="val 285940"/>
                  <a:gd name="f7" fmla="val 199072"/>
                  <a:gd name="f8" fmla="val 199073"/>
                  <a:gd name="f9" fmla="val 242125"/>
                  <a:gd name="f10" fmla="val 39243"/>
                  <a:gd name="f11" fmla="+- 0 0 -90"/>
                  <a:gd name="f12" fmla="*/ f3 1 285940"/>
                  <a:gd name="f13" fmla="*/ f4 1 199072"/>
                  <a:gd name="f14" fmla="+- f7 0 f5"/>
                  <a:gd name="f15" fmla="+- f6 0 f5"/>
                  <a:gd name="f16" fmla="*/ f11 f0 1"/>
                  <a:gd name="f17" fmla="*/ f15 1 285940"/>
                  <a:gd name="f18" fmla="*/ f14 1 199072"/>
                  <a:gd name="f19" fmla="*/ 0 f15 1"/>
                  <a:gd name="f20" fmla="*/ 199073 f14 1"/>
                  <a:gd name="f21" fmla="*/ 285940 f15 1"/>
                  <a:gd name="f22" fmla="*/ 0 f14 1"/>
                  <a:gd name="f23" fmla="*/ f16 1 f2"/>
                  <a:gd name="f24" fmla="*/ f19 1 285940"/>
                  <a:gd name="f25" fmla="*/ f20 1 199072"/>
                  <a:gd name="f26" fmla="*/ f21 1 285940"/>
                  <a:gd name="f27" fmla="*/ f22 1 199072"/>
                  <a:gd name="f28" fmla="*/ f5 1 f17"/>
                  <a:gd name="f29" fmla="*/ f6 1 f17"/>
                  <a:gd name="f30" fmla="*/ f5 1 f18"/>
                  <a:gd name="f31" fmla="*/ f7 1 f18"/>
                  <a:gd name="f32" fmla="+- f23 0 f1"/>
                  <a:gd name="f33" fmla="*/ f24 1 f17"/>
                  <a:gd name="f34" fmla="*/ f25 1 f18"/>
                  <a:gd name="f35" fmla="*/ f26 1 f17"/>
                  <a:gd name="f36" fmla="*/ f27 1 f18"/>
                  <a:gd name="f37" fmla="*/ f28 f12 1"/>
                  <a:gd name="f38" fmla="*/ f29 f12 1"/>
                  <a:gd name="f39" fmla="*/ f31 f13 1"/>
                  <a:gd name="f40" fmla="*/ f30 f13 1"/>
                  <a:gd name="f41" fmla="*/ f33 f12 1"/>
                  <a:gd name="f42" fmla="*/ f34 f13 1"/>
                  <a:gd name="f43" fmla="*/ f35 f12 1"/>
                  <a:gd name="f44" fmla="*/ f36 f13 1"/>
                </a:gdLst>
                <a:ahLst/>
                <a:cxnLst>
                  <a:cxn ang="3cd4">
                    <a:pos x="hc" y="t"/>
                  </a:cxn>
                  <a:cxn ang="0">
                    <a:pos x="r" y="vc"/>
                  </a:cxn>
                  <a:cxn ang="cd4">
                    <a:pos x="hc" y="b"/>
                  </a:cxn>
                  <a:cxn ang="cd2">
                    <a:pos x="l" y="vc"/>
                  </a:cxn>
                  <a:cxn ang="f32">
                    <a:pos x="f41" y="f42"/>
                  </a:cxn>
                  <a:cxn ang="f32">
                    <a:pos x="f43" y="f44"/>
                  </a:cxn>
                </a:cxnLst>
                <a:rect l="f37" t="f40" r="f38" b="f39"/>
                <a:pathLst>
                  <a:path w="285940" h="199072">
                    <a:moveTo>
                      <a:pt x="f5" y="f8"/>
                    </a:moveTo>
                    <a:cubicBezTo>
                      <a:pt x="f5" y="f8"/>
                      <a:pt x="f9" y="f10"/>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2" name="Freeform: Shape 30">
                <a:extLst>
                  <a:ext uri="{FF2B5EF4-FFF2-40B4-BE49-F238E27FC236}">
                    <a16:creationId xmlns:a16="http://schemas.microsoft.com/office/drawing/2014/main" id="{308B5E0B-BB59-4972-8426-EF36F6741AB6}"/>
                  </a:ext>
                </a:extLst>
              </p:cNvPr>
              <p:cNvSpPr/>
              <p:nvPr/>
            </p:nvSpPr>
            <p:spPr>
              <a:xfrm>
                <a:off x="11583326" y="6516837"/>
                <a:ext cx="584237" cy="340659"/>
              </a:xfrm>
              <a:custGeom>
                <a:avLst/>
                <a:gdLst>
                  <a:gd name="f0" fmla="val 10800000"/>
                  <a:gd name="f1" fmla="val 5400000"/>
                  <a:gd name="f2" fmla="val 180"/>
                  <a:gd name="f3" fmla="val w"/>
                  <a:gd name="f4" fmla="val h"/>
                  <a:gd name="f5" fmla="val 0"/>
                  <a:gd name="f6" fmla="val 655796"/>
                  <a:gd name="f7" fmla="val 381190"/>
                  <a:gd name="f8" fmla="val 461105"/>
                  <a:gd name="f9" fmla="val 172117"/>
                  <a:gd name="f10" fmla="+- 0 0 -90"/>
                  <a:gd name="f11" fmla="*/ f3 1 655796"/>
                  <a:gd name="f12" fmla="*/ f4 1 381190"/>
                  <a:gd name="f13" fmla="+- f7 0 f5"/>
                  <a:gd name="f14" fmla="+- f6 0 f5"/>
                  <a:gd name="f15" fmla="*/ f10 f0 1"/>
                  <a:gd name="f16" fmla="*/ f14 1 655796"/>
                  <a:gd name="f17" fmla="*/ f13 1 381190"/>
                  <a:gd name="f18" fmla="*/ 0 f14 1"/>
                  <a:gd name="f19" fmla="*/ 381190 f13 1"/>
                  <a:gd name="f20" fmla="*/ 655796 f14 1"/>
                  <a:gd name="f21" fmla="*/ 0 f13 1"/>
                  <a:gd name="f22" fmla="*/ f15 1 f2"/>
                  <a:gd name="f23" fmla="*/ f18 1 655796"/>
                  <a:gd name="f24" fmla="*/ f19 1 381190"/>
                  <a:gd name="f25" fmla="*/ f20 1 655796"/>
                  <a:gd name="f26" fmla="*/ f21 1 381190"/>
                  <a:gd name="f27" fmla="*/ f5 1 f16"/>
                  <a:gd name="f28" fmla="*/ f6 1 f16"/>
                  <a:gd name="f29" fmla="*/ f5 1 f17"/>
                  <a:gd name="f30" fmla="*/ f7 1 f17"/>
                  <a:gd name="f31" fmla="+- f22 0 f1"/>
                  <a:gd name="f32" fmla="*/ f23 1 f16"/>
                  <a:gd name="f33" fmla="*/ f24 1 f17"/>
                  <a:gd name="f34" fmla="*/ f25 1 f16"/>
                  <a:gd name="f35" fmla="*/ f26 1 f17"/>
                  <a:gd name="f36" fmla="*/ f27 f11 1"/>
                  <a:gd name="f37" fmla="*/ f28 f11 1"/>
                  <a:gd name="f38" fmla="*/ f30 f12 1"/>
                  <a:gd name="f39" fmla="*/ f29 f12 1"/>
                  <a:gd name="f40" fmla="*/ f32 f11 1"/>
                  <a:gd name="f41" fmla="*/ f33 f12 1"/>
                  <a:gd name="f42" fmla="*/ f34 f11 1"/>
                  <a:gd name="f43" fmla="*/ f35 f12 1"/>
                </a:gdLst>
                <a:ahLst/>
                <a:cxnLst>
                  <a:cxn ang="3cd4">
                    <a:pos x="hc" y="t"/>
                  </a:cxn>
                  <a:cxn ang="0">
                    <a:pos x="r" y="vc"/>
                  </a:cxn>
                  <a:cxn ang="cd4">
                    <a:pos x="hc" y="b"/>
                  </a:cxn>
                  <a:cxn ang="cd2">
                    <a:pos x="l" y="vc"/>
                  </a:cxn>
                  <a:cxn ang="f31">
                    <a:pos x="f40" y="f41"/>
                  </a:cxn>
                  <a:cxn ang="f31">
                    <a:pos x="f42" y="f43"/>
                  </a:cxn>
                </a:cxnLst>
                <a:rect l="f36" t="f39" r="f37" b="f38"/>
                <a:pathLst>
                  <a:path w="655796" h="381190">
                    <a:moveTo>
                      <a:pt x="f5" y="f7"/>
                    </a:moveTo>
                    <a:cubicBezTo>
                      <a:pt x="f5" y="f7"/>
                      <a:pt x="f8" y="f9"/>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3" name="Freeform: Shape 31">
                <a:extLst>
                  <a:ext uri="{FF2B5EF4-FFF2-40B4-BE49-F238E27FC236}">
                    <a16:creationId xmlns:a16="http://schemas.microsoft.com/office/drawing/2014/main" id="{681F8067-1971-4E01-9976-70436F88B013}"/>
                  </a:ext>
                </a:extLst>
              </p:cNvPr>
              <p:cNvSpPr/>
              <p:nvPr/>
            </p:nvSpPr>
            <p:spPr>
              <a:xfrm>
                <a:off x="9588608" y="5460559"/>
                <a:ext cx="2590065" cy="1380497"/>
              </a:xfrm>
              <a:custGeom>
                <a:avLst/>
                <a:gdLst>
                  <a:gd name="f0" fmla="val 10800000"/>
                  <a:gd name="f1" fmla="val 5400000"/>
                  <a:gd name="f2" fmla="val 180"/>
                  <a:gd name="f3" fmla="val w"/>
                  <a:gd name="f4" fmla="val h"/>
                  <a:gd name="f5" fmla="val 0"/>
                  <a:gd name="f6" fmla="val 2907315"/>
                  <a:gd name="f7" fmla="val 1544764"/>
                  <a:gd name="f8" fmla="val 98012"/>
                  <a:gd name="f9" fmla="val 1443990"/>
                  <a:gd name="f10" fmla="val 201644"/>
                  <a:gd name="f11" fmla="val 1352550"/>
                  <a:gd name="f12" fmla="val 271272"/>
                  <a:gd name="f13" fmla="val 1291209"/>
                  <a:gd name="f14" fmla="val 343662"/>
                  <a:gd name="f15" fmla="val 1234249"/>
                  <a:gd name="f16" fmla="val 423196"/>
                  <a:gd name="f17" fmla="val 1196054"/>
                  <a:gd name="f18" fmla="val 537591"/>
                  <a:gd name="f19" fmla="val 1141095"/>
                  <a:gd name="f20" fmla="val 661226"/>
                  <a:gd name="f21" fmla="val 1127189"/>
                  <a:gd name="f22" fmla="val 782193"/>
                  <a:gd name="f23" fmla="val 1099947"/>
                  <a:gd name="f24" fmla="val 872300"/>
                  <a:gd name="f25" fmla="val 1079659"/>
                  <a:gd name="f26" fmla="val 961358"/>
                  <a:gd name="f27" fmla="val 1051370"/>
                  <a:gd name="f28" fmla="val 1052513"/>
                  <a:gd name="f29" fmla="val 1042321"/>
                  <a:gd name="f30" fmla="val 1139000"/>
                  <a:gd name="f31" fmla="val 1033653"/>
                  <a:gd name="f32" fmla="val 1225868"/>
                  <a:gd name="f33" fmla="val 1040321"/>
                  <a:gd name="f34" fmla="val 1311783"/>
                  <a:gd name="f35" fmla="val 1056037"/>
                  <a:gd name="f36" fmla="val 1369314"/>
                  <a:gd name="f37" fmla="val 1066609"/>
                  <a:gd name="f38" fmla="val 1426559"/>
                  <a:gd name="f39" fmla="val 1079373"/>
                  <a:gd name="f40" fmla="val 1484662"/>
                  <a:gd name="f41" fmla="val 1083469"/>
                  <a:gd name="f42" fmla="val 1587913"/>
                  <a:gd name="f43" fmla="val 1090803"/>
                  <a:gd name="f44" fmla="val 1690402"/>
                  <a:gd name="f45" fmla="val 1064800"/>
                  <a:gd name="f46" fmla="val 1788224"/>
                  <a:gd name="f47" fmla="val 1023080"/>
                  <a:gd name="f48" fmla="val 1956721"/>
                  <a:gd name="f49" fmla="val 951262"/>
                  <a:gd name="f50" fmla="val 2106549"/>
                  <a:gd name="f51" fmla="val 825722"/>
                  <a:gd name="f52" fmla="val 2269045"/>
                  <a:gd name="f53" fmla="val 734758"/>
                  <a:gd name="f54" fmla="val 2359438"/>
                  <a:gd name="f55" fmla="val 684181"/>
                  <a:gd name="f56" fmla="val 2452497"/>
                  <a:gd name="f57" fmla="val 640556"/>
                  <a:gd name="f58" fmla="val 2534984"/>
                  <a:gd name="f59" fmla="val 572738"/>
                  <a:gd name="f60" fmla="val 2673001"/>
                  <a:gd name="f61" fmla="val 459391"/>
                  <a:gd name="f62" fmla="val 2847023"/>
                  <a:gd name="f63" fmla="val 191453"/>
                  <a:gd name="f64" fmla="val 2907316"/>
                  <a:gd name="f65" fmla="+- 0 0 -90"/>
                  <a:gd name="f66" fmla="*/ f3 1 2907315"/>
                  <a:gd name="f67" fmla="*/ f4 1 1544764"/>
                  <a:gd name="f68" fmla="+- f7 0 f5"/>
                  <a:gd name="f69" fmla="+- f6 0 f5"/>
                  <a:gd name="f70" fmla="*/ f65 f0 1"/>
                  <a:gd name="f71" fmla="*/ f69 1 2907315"/>
                  <a:gd name="f72" fmla="*/ f68 1 1544764"/>
                  <a:gd name="f73" fmla="*/ 0 f69 1"/>
                  <a:gd name="f74" fmla="*/ 1544764 f68 1"/>
                  <a:gd name="f75" fmla="*/ 201644 f69 1"/>
                  <a:gd name="f76" fmla="*/ 1352550 f68 1"/>
                  <a:gd name="f77" fmla="*/ 423196 f69 1"/>
                  <a:gd name="f78" fmla="*/ 1196054 f68 1"/>
                  <a:gd name="f79" fmla="*/ 782193 f69 1"/>
                  <a:gd name="f80" fmla="*/ 1099947 f68 1"/>
                  <a:gd name="f81" fmla="*/ 1052513 f69 1"/>
                  <a:gd name="f82" fmla="*/ 1042321 f68 1"/>
                  <a:gd name="f83" fmla="*/ 1311783 f69 1"/>
                  <a:gd name="f84" fmla="*/ 1056037 f68 1"/>
                  <a:gd name="f85" fmla="*/ 1484662 f69 1"/>
                  <a:gd name="f86" fmla="*/ 1083469 f68 1"/>
                  <a:gd name="f87" fmla="*/ 1788224 f69 1"/>
                  <a:gd name="f88" fmla="*/ 1023080 f68 1"/>
                  <a:gd name="f89" fmla="*/ 2269045 f69 1"/>
                  <a:gd name="f90" fmla="*/ 734758 f68 1"/>
                  <a:gd name="f91" fmla="*/ 2534984 f69 1"/>
                  <a:gd name="f92" fmla="*/ 572738 f68 1"/>
                  <a:gd name="f93" fmla="*/ 2907316 f69 1"/>
                  <a:gd name="f94" fmla="*/ 0 f68 1"/>
                  <a:gd name="f95" fmla="*/ f70 1 f2"/>
                  <a:gd name="f96" fmla="*/ f73 1 2907315"/>
                  <a:gd name="f97" fmla="*/ f74 1 1544764"/>
                  <a:gd name="f98" fmla="*/ f75 1 2907315"/>
                  <a:gd name="f99" fmla="*/ f76 1 1544764"/>
                  <a:gd name="f100" fmla="*/ f77 1 2907315"/>
                  <a:gd name="f101" fmla="*/ f78 1 1544764"/>
                  <a:gd name="f102" fmla="*/ f79 1 2907315"/>
                  <a:gd name="f103" fmla="*/ f80 1 1544764"/>
                  <a:gd name="f104" fmla="*/ f81 1 2907315"/>
                  <a:gd name="f105" fmla="*/ f82 1 1544764"/>
                  <a:gd name="f106" fmla="*/ f83 1 2907315"/>
                  <a:gd name="f107" fmla="*/ f84 1 1544764"/>
                  <a:gd name="f108" fmla="*/ f85 1 2907315"/>
                  <a:gd name="f109" fmla="*/ f86 1 1544764"/>
                  <a:gd name="f110" fmla="*/ f87 1 2907315"/>
                  <a:gd name="f111" fmla="*/ f88 1 1544764"/>
                  <a:gd name="f112" fmla="*/ f89 1 2907315"/>
                  <a:gd name="f113" fmla="*/ f90 1 1544764"/>
                  <a:gd name="f114" fmla="*/ f91 1 2907315"/>
                  <a:gd name="f115" fmla="*/ f92 1 1544764"/>
                  <a:gd name="f116" fmla="*/ f93 1 2907315"/>
                  <a:gd name="f117" fmla="*/ f94 1 1544764"/>
                  <a:gd name="f118" fmla="*/ f5 1 f71"/>
                  <a:gd name="f119" fmla="*/ f6 1 f71"/>
                  <a:gd name="f120" fmla="*/ f5 1 f72"/>
                  <a:gd name="f121" fmla="*/ f7 1 f72"/>
                  <a:gd name="f122" fmla="+- f95 0 f1"/>
                  <a:gd name="f123" fmla="*/ f96 1 f71"/>
                  <a:gd name="f124" fmla="*/ f97 1 f72"/>
                  <a:gd name="f125" fmla="*/ f98 1 f71"/>
                  <a:gd name="f126" fmla="*/ f99 1 f72"/>
                  <a:gd name="f127" fmla="*/ f100 1 f71"/>
                  <a:gd name="f128" fmla="*/ f101 1 f72"/>
                  <a:gd name="f129" fmla="*/ f102 1 f71"/>
                  <a:gd name="f130" fmla="*/ f103 1 f72"/>
                  <a:gd name="f131" fmla="*/ f104 1 f71"/>
                  <a:gd name="f132" fmla="*/ f105 1 f72"/>
                  <a:gd name="f133" fmla="*/ f106 1 f71"/>
                  <a:gd name="f134" fmla="*/ f107 1 f72"/>
                  <a:gd name="f135" fmla="*/ f108 1 f71"/>
                  <a:gd name="f136" fmla="*/ f109 1 f72"/>
                  <a:gd name="f137" fmla="*/ f110 1 f71"/>
                  <a:gd name="f138" fmla="*/ f111 1 f72"/>
                  <a:gd name="f139" fmla="*/ f112 1 f71"/>
                  <a:gd name="f140" fmla="*/ f113 1 f72"/>
                  <a:gd name="f141" fmla="*/ f114 1 f71"/>
                  <a:gd name="f142" fmla="*/ f115 1 f72"/>
                  <a:gd name="f143" fmla="*/ f116 1 f71"/>
                  <a:gd name="f144" fmla="*/ f117 1 f72"/>
                  <a:gd name="f145" fmla="*/ f118 f66 1"/>
                  <a:gd name="f146" fmla="*/ f119 f66 1"/>
                  <a:gd name="f147" fmla="*/ f121 f67 1"/>
                  <a:gd name="f148" fmla="*/ f120 f67 1"/>
                  <a:gd name="f149" fmla="*/ f123 f66 1"/>
                  <a:gd name="f150" fmla="*/ f124 f67 1"/>
                  <a:gd name="f151" fmla="*/ f125 f66 1"/>
                  <a:gd name="f152" fmla="*/ f126 f67 1"/>
                  <a:gd name="f153" fmla="*/ f127 f66 1"/>
                  <a:gd name="f154" fmla="*/ f128 f67 1"/>
                  <a:gd name="f155" fmla="*/ f129 f66 1"/>
                  <a:gd name="f156" fmla="*/ f130 f67 1"/>
                  <a:gd name="f157" fmla="*/ f131 f66 1"/>
                  <a:gd name="f158" fmla="*/ f132 f67 1"/>
                  <a:gd name="f159" fmla="*/ f133 f66 1"/>
                  <a:gd name="f160" fmla="*/ f134 f67 1"/>
                  <a:gd name="f161" fmla="*/ f135 f66 1"/>
                  <a:gd name="f162" fmla="*/ f136 f67 1"/>
                  <a:gd name="f163" fmla="*/ f137 f66 1"/>
                  <a:gd name="f164" fmla="*/ f138 f67 1"/>
                  <a:gd name="f165" fmla="*/ f139 f66 1"/>
                  <a:gd name="f166" fmla="*/ f140 f67 1"/>
                  <a:gd name="f167" fmla="*/ f141 f66 1"/>
                  <a:gd name="f168" fmla="*/ f142 f67 1"/>
                  <a:gd name="f169" fmla="*/ f143 f66 1"/>
                  <a:gd name="f170" fmla="*/ f144 f67 1"/>
                </a:gdLst>
                <a:ahLst/>
                <a:cxnLst>
                  <a:cxn ang="3cd4">
                    <a:pos x="hc" y="t"/>
                  </a:cxn>
                  <a:cxn ang="0">
                    <a:pos x="r" y="vc"/>
                  </a:cxn>
                  <a:cxn ang="cd4">
                    <a:pos x="hc" y="b"/>
                  </a:cxn>
                  <a:cxn ang="cd2">
                    <a:pos x="l" y="vc"/>
                  </a:cxn>
                  <a:cxn ang="f122">
                    <a:pos x="f149" y="f150"/>
                  </a:cxn>
                  <a:cxn ang="f122">
                    <a:pos x="f151" y="f152"/>
                  </a:cxn>
                  <a:cxn ang="f122">
                    <a:pos x="f153" y="f154"/>
                  </a:cxn>
                  <a:cxn ang="f122">
                    <a:pos x="f155" y="f156"/>
                  </a:cxn>
                  <a:cxn ang="f122">
                    <a:pos x="f157" y="f158"/>
                  </a:cxn>
                  <a:cxn ang="f122">
                    <a:pos x="f159" y="f160"/>
                  </a:cxn>
                  <a:cxn ang="f122">
                    <a:pos x="f161" y="f162"/>
                  </a:cxn>
                  <a:cxn ang="f122">
                    <a:pos x="f163" y="f164"/>
                  </a:cxn>
                  <a:cxn ang="f122">
                    <a:pos x="f165" y="f166"/>
                  </a:cxn>
                  <a:cxn ang="f122">
                    <a:pos x="f167" y="f168"/>
                  </a:cxn>
                  <a:cxn ang="f122">
                    <a:pos x="f169" y="f170"/>
                  </a:cxn>
                </a:cxnLst>
                <a:rect l="f145" t="f148" r="f146" b="f147"/>
                <a:pathLst>
                  <a:path w="2907315" h="1544764">
                    <a:moveTo>
                      <a:pt x="f5" y="f7"/>
                    </a:moveTo>
                    <a:cubicBezTo>
                      <a:pt x="f5" y="f7"/>
                      <a:pt x="f8" y="f9"/>
                      <a:pt x="f10" y="f11"/>
                    </a:cubicBezTo>
                    <a:cubicBezTo>
                      <a:pt x="f12" y="f13"/>
                      <a:pt x="f14" y="f15"/>
                      <a:pt x="f16" y="f17"/>
                    </a:cubicBezTo>
                    <a:cubicBezTo>
                      <a:pt x="f18" y="f19"/>
                      <a:pt x="f20" y="f21"/>
                      <a:pt x="f22" y="f23"/>
                    </a:cubicBezTo>
                    <a:cubicBezTo>
                      <a:pt x="f24" y="f25"/>
                      <a:pt x="f26" y="f27"/>
                      <a:pt x="f28" y="f29"/>
                    </a:cubicBezTo>
                    <a:cubicBezTo>
                      <a:pt x="f30" y="f31"/>
                      <a:pt x="f32" y="f33"/>
                      <a:pt x="f34" y="f35"/>
                    </a:cubicBezTo>
                    <a:cubicBezTo>
                      <a:pt x="f36" y="f37"/>
                      <a:pt x="f38" y="f39"/>
                      <a:pt x="f40" y="f41"/>
                    </a:cubicBezTo>
                    <a:cubicBezTo>
                      <a:pt x="f42" y="f43"/>
                      <a:pt x="f44" y="f45"/>
                      <a:pt x="f46" y="f47"/>
                    </a:cubicBezTo>
                    <a:cubicBezTo>
                      <a:pt x="f48" y="f49"/>
                      <a:pt x="f50" y="f51"/>
                      <a:pt x="f52" y="f53"/>
                    </a:cubicBezTo>
                    <a:cubicBezTo>
                      <a:pt x="f54" y="f55"/>
                      <a:pt x="f56" y="f57"/>
                      <a:pt x="f58" y="f59"/>
                    </a:cubicBezTo>
                    <a:cubicBezTo>
                      <a:pt x="f60" y="f61"/>
                      <a:pt x="f62" y="f63"/>
                      <a:pt x="f64"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4" name="Freeform: Shape 32">
                <a:extLst>
                  <a:ext uri="{FF2B5EF4-FFF2-40B4-BE49-F238E27FC236}">
                    <a16:creationId xmlns:a16="http://schemas.microsoft.com/office/drawing/2014/main" id="{7D38115A-498B-45EB-8091-DB3AE11B42EC}"/>
                  </a:ext>
                </a:extLst>
              </p:cNvPr>
              <p:cNvSpPr/>
              <p:nvPr/>
            </p:nvSpPr>
            <p:spPr>
              <a:xfrm>
                <a:off x="9369335" y="5113178"/>
                <a:ext cx="2822579" cy="1744821"/>
              </a:xfrm>
              <a:custGeom>
                <a:avLst/>
                <a:gdLst>
                  <a:gd name="f0" fmla="val 10800000"/>
                  <a:gd name="f1" fmla="val 5400000"/>
                  <a:gd name="f2" fmla="val 180"/>
                  <a:gd name="f3" fmla="val w"/>
                  <a:gd name="f4" fmla="val h"/>
                  <a:gd name="f5" fmla="val 0"/>
                  <a:gd name="f6" fmla="val 3168300"/>
                  <a:gd name="f7" fmla="val 1952434"/>
                  <a:gd name="f8" fmla="val 1952435"/>
                  <a:gd name="f9" fmla="val 91059"/>
                  <a:gd name="f10" fmla="val 1796415"/>
                  <a:gd name="f11" fmla="val 202121"/>
                  <a:gd name="f12" fmla="val 1687068"/>
                  <a:gd name="f13" fmla="val 301943"/>
                  <a:gd name="f14" fmla="val 1588675"/>
                  <a:gd name="f15" fmla="val 416528"/>
                  <a:gd name="f16" fmla="val 1505617"/>
                  <a:gd name="f17" fmla="val 545116"/>
                  <a:gd name="f18" fmla="val 1450277"/>
                  <a:gd name="f19" fmla="val 659987"/>
                  <a:gd name="f20" fmla="val 1400747"/>
                  <a:gd name="f21" fmla="val 783622"/>
                  <a:gd name="f22" fmla="val 1377601"/>
                  <a:gd name="f23" fmla="val 906780"/>
                  <a:gd name="f24" fmla="val 1354455"/>
                  <a:gd name="f25" fmla="val 1048036"/>
                  <a:gd name="f26" fmla="val 1327976"/>
                  <a:gd name="f27" fmla="val 1189482"/>
                  <a:gd name="f28" fmla="val 1301972"/>
                  <a:gd name="f29" fmla="val 1332262"/>
                  <a:gd name="f30" fmla="val 1285304"/>
                  <a:gd name="f31" fmla="val 1452182"/>
                  <a:gd name="f32" fmla="val 1271302"/>
                  <a:gd name="f33" fmla="val 1573340"/>
                  <a:gd name="f34" fmla="val 1265873"/>
                  <a:gd name="f35" fmla="val 1691259"/>
                  <a:gd name="f36" fmla="val 1240060"/>
                  <a:gd name="f37" fmla="val 1800035"/>
                  <a:gd name="f38" fmla="val 1216247"/>
                  <a:gd name="f39" fmla="val 1904619"/>
                  <a:gd name="f40" fmla="val 1176718"/>
                  <a:gd name="f41" fmla="val 2010346"/>
                  <a:gd name="f42" fmla="val 1141667"/>
                  <a:gd name="f43" fmla="val 2136743"/>
                  <a:gd name="f44" fmla="val 1099661"/>
                  <a:gd name="f45" fmla="val 2265902"/>
                  <a:gd name="f46" fmla="val 1066229"/>
                  <a:gd name="f47" fmla="val 2393252"/>
                  <a:gd name="f48" fmla="val 1027271"/>
                  <a:gd name="f49" fmla="val 2457450"/>
                  <a:gd name="f50" fmla="val 1007650"/>
                  <a:gd name="f51" fmla="val 2521744"/>
                  <a:gd name="f52" fmla="val 987552"/>
                  <a:gd name="f53" fmla="val 2582037"/>
                  <a:gd name="f54" fmla="val 958120"/>
                  <a:gd name="f55" fmla="val 2648807"/>
                  <a:gd name="f56" fmla="val 925449"/>
                  <a:gd name="f57" fmla="val 2710815"/>
                  <a:gd name="f58" fmla="val 883349"/>
                  <a:gd name="f59" fmla="val 2760155"/>
                  <a:gd name="f60" fmla="val 827723"/>
                  <a:gd name="f61" fmla="val 2827496"/>
                  <a:gd name="f62" fmla="val 751904"/>
                  <a:gd name="f63" fmla="val 2867978"/>
                  <a:gd name="f64" fmla="val 657511"/>
                  <a:gd name="f65" fmla="val 2914364"/>
                  <a:gd name="f66" fmla="val 567023"/>
                  <a:gd name="f67" fmla="val 2972753"/>
                  <a:gd name="f68" fmla="val 453200"/>
                  <a:gd name="f69" fmla="val 3119152"/>
                  <a:gd name="f70" fmla="val 118015"/>
                  <a:gd name="f71" fmla="val 3168301"/>
                  <a:gd name="f72" fmla="+- 0 0 -90"/>
                  <a:gd name="f73" fmla="*/ f3 1 3168300"/>
                  <a:gd name="f74" fmla="*/ f4 1 1952434"/>
                  <a:gd name="f75" fmla="+- f7 0 f5"/>
                  <a:gd name="f76" fmla="+- f6 0 f5"/>
                  <a:gd name="f77" fmla="*/ f72 f0 1"/>
                  <a:gd name="f78" fmla="*/ f76 1 3168300"/>
                  <a:gd name="f79" fmla="*/ f75 1 1952434"/>
                  <a:gd name="f80" fmla="*/ 0 f76 1"/>
                  <a:gd name="f81" fmla="*/ 1952435 f75 1"/>
                  <a:gd name="f82" fmla="*/ 202121 f76 1"/>
                  <a:gd name="f83" fmla="*/ 1687068 f75 1"/>
                  <a:gd name="f84" fmla="*/ 545116 f76 1"/>
                  <a:gd name="f85" fmla="*/ 1450277 f75 1"/>
                  <a:gd name="f86" fmla="*/ 906780 f76 1"/>
                  <a:gd name="f87" fmla="*/ 1354455 f75 1"/>
                  <a:gd name="f88" fmla="*/ 1332262 f76 1"/>
                  <a:gd name="f89" fmla="*/ 1285304 f75 1"/>
                  <a:gd name="f90" fmla="*/ 1691259 f76 1"/>
                  <a:gd name="f91" fmla="*/ 1240060 f75 1"/>
                  <a:gd name="f92" fmla="*/ 2010346 f76 1"/>
                  <a:gd name="f93" fmla="*/ 1141667 f75 1"/>
                  <a:gd name="f94" fmla="*/ 2393252 f76 1"/>
                  <a:gd name="f95" fmla="*/ 1027271 f75 1"/>
                  <a:gd name="f96" fmla="*/ 2582037 f76 1"/>
                  <a:gd name="f97" fmla="*/ 958120 f75 1"/>
                  <a:gd name="f98" fmla="*/ 2760155 f76 1"/>
                  <a:gd name="f99" fmla="*/ 827723 f75 1"/>
                  <a:gd name="f100" fmla="*/ 2914364 f76 1"/>
                  <a:gd name="f101" fmla="*/ 567023 f75 1"/>
                  <a:gd name="f102" fmla="*/ 3168301 f76 1"/>
                  <a:gd name="f103" fmla="*/ 0 f75 1"/>
                  <a:gd name="f104" fmla="*/ f77 1 f2"/>
                  <a:gd name="f105" fmla="*/ f80 1 3168300"/>
                  <a:gd name="f106" fmla="*/ f81 1 1952434"/>
                  <a:gd name="f107" fmla="*/ f82 1 3168300"/>
                  <a:gd name="f108" fmla="*/ f83 1 1952434"/>
                  <a:gd name="f109" fmla="*/ f84 1 3168300"/>
                  <a:gd name="f110" fmla="*/ f85 1 1952434"/>
                  <a:gd name="f111" fmla="*/ f86 1 3168300"/>
                  <a:gd name="f112" fmla="*/ f87 1 1952434"/>
                  <a:gd name="f113" fmla="*/ f88 1 3168300"/>
                  <a:gd name="f114" fmla="*/ f89 1 1952434"/>
                  <a:gd name="f115" fmla="*/ f90 1 3168300"/>
                  <a:gd name="f116" fmla="*/ f91 1 1952434"/>
                  <a:gd name="f117" fmla="*/ f92 1 3168300"/>
                  <a:gd name="f118" fmla="*/ f93 1 1952434"/>
                  <a:gd name="f119" fmla="*/ f94 1 3168300"/>
                  <a:gd name="f120" fmla="*/ f95 1 1952434"/>
                  <a:gd name="f121" fmla="*/ f96 1 3168300"/>
                  <a:gd name="f122" fmla="*/ f97 1 1952434"/>
                  <a:gd name="f123" fmla="*/ f98 1 3168300"/>
                  <a:gd name="f124" fmla="*/ f99 1 1952434"/>
                  <a:gd name="f125" fmla="*/ f100 1 3168300"/>
                  <a:gd name="f126" fmla="*/ f101 1 1952434"/>
                  <a:gd name="f127" fmla="*/ f102 1 3168300"/>
                  <a:gd name="f128" fmla="*/ f103 1 1952434"/>
                  <a:gd name="f129" fmla="*/ f5 1 f78"/>
                  <a:gd name="f130" fmla="*/ f6 1 f78"/>
                  <a:gd name="f131" fmla="*/ f5 1 f79"/>
                  <a:gd name="f132" fmla="*/ f7 1 f79"/>
                  <a:gd name="f133" fmla="+- f104 0 f1"/>
                  <a:gd name="f134" fmla="*/ f105 1 f78"/>
                  <a:gd name="f135" fmla="*/ f106 1 f79"/>
                  <a:gd name="f136" fmla="*/ f107 1 f78"/>
                  <a:gd name="f137" fmla="*/ f108 1 f79"/>
                  <a:gd name="f138" fmla="*/ f109 1 f78"/>
                  <a:gd name="f139" fmla="*/ f110 1 f79"/>
                  <a:gd name="f140" fmla="*/ f111 1 f78"/>
                  <a:gd name="f141" fmla="*/ f112 1 f79"/>
                  <a:gd name="f142" fmla="*/ f113 1 f78"/>
                  <a:gd name="f143" fmla="*/ f114 1 f79"/>
                  <a:gd name="f144" fmla="*/ f115 1 f78"/>
                  <a:gd name="f145" fmla="*/ f116 1 f79"/>
                  <a:gd name="f146" fmla="*/ f117 1 f78"/>
                  <a:gd name="f147" fmla="*/ f118 1 f79"/>
                  <a:gd name="f148" fmla="*/ f119 1 f78"/>
                  <a:gd name="f149" fmla="*/ f120 1 f79"/>
                  <a:gd name="f150" fmla="*/ f121 1 f78"/>
                  <a:gd name="f151" fmla="*/ f122 1 f79"/>
                  <a:gd name="f152" fmla="*/ f123 1 f78"/>
                  <a:gd name="f153" fmla="*/ f124 1 f79"/>
                  <a:gd name="f154" fmla="*/ f125 1 f78"/>
                  <a:gd name="f155" fmla="*/ f126 1 f79"/>
                  <a:gd name="f156" fmla="*/ f127 1 f78"/>
                  <a:gd name="f157" fmla="*/ f128 1 f79"/>
                  <a:gd name="f158" fmla="*/ f129 f73 1"/>
                  <a:gd name="f159" fmla="*/ f130 f73 1"/>
                  <a:gd name="f160" fmla="*/ f132 f74 1"/>
                  <a:gd name="f161" fmla="*/ f131 f74 1"/>
                  <a:gd name="f162" fmla="*/ f134 f73 1"/>
                  <a:gd name="f163" fmla="*/ f135 f74 1"/>
                  <a:gd name="f164" fmla="*/ f136 f73 1"/>
                  <a:gd name="f165" fmla="*/ f137 f74 1"/>
                  <a:gd name="f166" fmla="*/ f138 f73 1"/>
                  <a:gd name="f167" fmla="*/ f139 f74 1"/>
                  <a:gd name="f168" fmla="*/ f140 f73 1"/>
                  <a:gd name="f169" fmla="*/ f141 f74 1"/>
                  <a:gd name="f170" fmla="*/ f142 f73 1"/>
                  <a:gd name="f171" fmla="*/ f143 f74 1"/>
                  <a:gd name="f172" fmla="*/ f144 f73 1"/>
                  <a:gd name="f173" fmla="*/ f145 f74 1"/>
                  <a:gd name="f174" fmla="*/ f146 f73 1"/>
                  <a:gd name="f175" fmla="*/ f147 f74 1"/>
                  <a:gd name="f176" fmla="*/ f148 f73 1"/>
                  <a:gd name="f177" fmla="*/ f149 f74 1"/>
                  <a:gd name="f178" fmla="*/ f150 f73 1"/>
                  <a:gd name="f179" fmla="*/ f151 f74 1"/>
                  <a:gd name="f180" fmla="*/ f152 f73 1"/>
                  <a:gd name="f181" fmla="*/ f153 f74 1"/>
                  <a:gd name="f182" fmla="*/ f154 f73 1"/>
                  <a:gd name="f183" fmla="*/ f155 f74 1"/>
                  <a:gd name="f184" fmla="*/ f156 f73 1"/>
                  <a:gd name="f185" fmla="*/ f157 f74 1"/>
                </a:gdLst>
                <a:ahLst/>
                <a:cxnLst>
                  <a:cxn ang="3cd4">
                    <a:pos x="hc" y="t"/>
                  </a:cxn>
                  <a:cxn ang="0">
                    <a:pos x="r" y="vc"/>
                  </a:cxn>
                  <a:cxn ang="cd4">
                    <a:pos x="hc" y="b"/>
                  </a:cxn>
                  <a:cxn ang="cd2">
                    <a:pos x="l" y="vc"/>
                  </a:cxn>
                  <a:cxn ang="f133">
                    <a:pos x="f162" y="f163"/>
                  </a:cxn>
                  <a:cxn ang="f133">
                    <a:pos x="f164" y="f165"/>
                  </a:cxn>
                  <a:cxn ang="f133">
                    <a:pos x="f166" y="f167"/>
                  </a:cxn>
                  <a:cxn ang="f133">
                    <a:pos x="f168" y="f169"/>
                  </a:cxn>
                  <a:cxn ang="f133">
                    <a:pos x="f170" y="f171"/>
                  </a:cxn>
                  <a:cxn ang="f133">
                    <a:pos x="f172" y="f173"/>
                  </a:cxn>
                  <a:cxn ang="f133">
                    <a:pos x="f174" y="f175"/>
                  </a:cxn>
                  <a:cxn ang="f133">
                    <a:pos x="f176" y="f177"/>
                  </a:cxn>
                  <a:cxn ang="f133">
                    <a:pos x="f178" y="f179"/>
                  </a:cxn>
                  <a:cxn ang="f133">
                    <a:pos x="f180" y="f181"/>
                  </a:cxn>
                  <a:cxn ang="f133">
                    <a:pos x="f182" y="f183"/>
                  </a:cxn>
                  <a:cxn ang="f133">
                    <a:pos x="f184" y="f185"/>
                  </a:cxn>
                </a:cxnLst>
                <a:rect l="f158" t="f161" r="f159" b="f160"/>
                <a:pathLst>
                  <a:path w="3168300" h="1952434">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35" y="f36"/>
                    </a:cubicBezTo>
                    <a:cubicBezTo>
                      <a:pt x="f37" y="f38"/>
                      <a:pt x="f39" y="f40"/>
                      <a:pt x="f41" y="f42"/>
                    </a:cubicBezTo>
                    <a:cubicBezTo>
                      <a:pt x="f43" y="f44"/>
                      <a:pt x="f45" y="f46"/>
                      <a:pt x="f47" y="f48"/>
                    </a:cubicBezTo>
                    <a:cubicBezTo>
                      <a:pt x="f49" y="f50"/>
                      <a:pt x="f51" y="f52"/>
                      <a:pt x="f53" y="f54"/>
                    </a:cubicBezTo>
                    <a:cubicBezTo>
                      <a:pt x="f55" y="f56"/>
                      <a:pt x="f57" y="f58"/>
                      <a:pt x="f59" y="f60"/>
                    </a:cubicBezTo>
                    <a:cubicBezTo>
                      <a:pt x="f61" y="f62"/>
                      <a:pt x="f63" y="f64"/>
                      <a:pt x="f65" y="f66"/>
                    </a:cubicBezTo>
                    <a:cubicBezTo>
                      <a:pt x="f67" y="f68"/>
                      <a:pt x="f69" y="f70"/>
                      <a:pt x="f71"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sp>
            <p:nvSpPr>
              <p:cNvPr id="25" name="Freeform: Shape 33">
                <a:extLst>
                  <a:ext uri="{FF2B5EF4-FFF2-40B4-BE49-F238E27FC236}">
                    <a16:creationId xmlns:a16="http://schemas.microsoft.com/office/drawing/2014/main" id="{AA0FB59B-50B4-4F44-903F-FAE075683628}"/>
                  </a:ext>
                </a:extLst>
              </p:cNvPr>
              <p:cNvSpPr/>
              <p:nvPr/>
            </p:nvSpPr>
            <p:spPr>
              <a:xfrm>
                <a:off x="9188339" y="4664253"/>
                <a:ext cx="2990508" cy="2191277"/>
              </a:xfrm>
              <a:custGeom>
                <a:avLst/>
                <a:gdLst>
                  <a:gd name="f0" fmla="val 10800000"/>
                  <a:gd name="f1" fmla="val 5400000"/>
                  <a:gd name="f2" fmla="val 180"/>
                  <a:gd name="f3" fmla="val w"/>
                  <a:gd name="f4" fmla="val h"/>
                  <a:gd name="f5" fmla="val 0"/>
                  <a:gd name="f6" fmla="val 3356800"/>
                  <a:gd name="f7" fmla="val 2452020"/>
                  <a:gd name="f8" fmla="val 2452021"/>
                  <a:gd name="f9" fmla="val 57150"/>
                  <a:gd name="f10" fmla="val 2344198"/>
                  <a:gd name="f11" fmla="val 130874"/>
                  <a:gd name="f12" fmla="val 2247710"/>
                  <a:gd name="f13" fmla="val 218694"/>
                  <a:gd name="f14" fmla="val 2132648"/>
                  <a:gd name="f15" fmla="val 328136"/>
                  <a:gd name="f16" fmla="val 2036635"/>
                  <a:gd name="f17" fmla="val 437197"/>
                  <a:gd name="f18" fmla="val 1941195"/>
                  <a:gd name="f19" fmla="val 529304"/>
                  <a:gd name="f20" fmla="val 1860709"/>
                  <a:gd name="f21" fmla="val 623030"/>
                  <a:gd name="f22" fmla="val 1779556"/>
                  <a:gd name="f23" fmla="val 737140"/>
                  <a:gd name="f24" fmla="val 1736884"/>
                  <a:gd name="f25" fmla="val 830866"/>
                  <a:gd name="f26" fmla="val 1701736"/>
                  <a:gd name="f27" fmla="val 932021"/>
                  <a:gd name="f28" fmla="val 1695450"/>
                  <a:gd name="f29" fmla="val 1031843"/>
                  <a:gd name="f30" fmla="val 1685068"/>
                  <a:gd name="f31" fmla="val 1117092"/>
                  <a:gd name="f32" fmla="val 1676210"/>
                  <a:gd name="f33" fmla="val 1202055"/>
                  <a:gd name="f34" fmla="val 1665160"/>
                  <a:gd name="f35" fmla="val 1287304"/>
                  <a:gd name="f36" fmla="val 1655826"/>
                  <a:gd name="f37" fmla="val 1348931"/>
                  <a:gd name="f38" fmla="val 1649063"/>
                  <a:gd name="f39" fmla="val 1410653"/>
                  <a:gd name="f40" fmla="val 1643539"/>
                  <a:gd name="f41" fmla="val 1471994"/>
                  <a:gd name="f42" fmla="val 1634300"/>
                  <a:gd name="f43" fmla="val 1618679"/>
                  <a:gd name="f44" fmla="val 1612011"/>
                  <a:gd name="f45" fmla="val 1761935"/>
                  <a:gd name="f46" fmla="val 1571149"/>
                  <a:gd name="f47" fmla="val 1898237"/>
                  <a:gd name="f48" fmla="val 1512665"/>
                  <a:gd name="f49" fmla="val 2010442"/>
                  <a:gd name="f50" fmla="val 1464564"/>
                  <a:gd name="f51" fmla="val 2117503"/>
                  <a:gd name="f52" fmla="val 1405128"/>
                  <a:gd name="f53" fmla="val 2229136"/>
                  <a:gd name="f54" fmla="val 1355598"/>
                  <a:gd name="f55" fmla="val 2322481"/>
                  <a:gd name="f56" fmla="val 1314164"/>
                  <a:gd name="f57" fmla="val 2418969"/>
                  <a:gd name="f58" fmla="val 1280160"/>
                  <a:gd name="f59" fmla="val 2512314"/>
                  <a:gd name="f60" fmla="val 1238631"/>
                  <a:gd name="f61" fmla="val 2599087"/>
                  <a:gd name="f62" fmla="val 1199960"/>
                  <a:gd name="f63" fmla="val 2683193"/>
                  <a:gd name="f64" fmla="val 1154811"/>
                  <a:gd name="f65" fmla="val 2758535"/>
                  <a:gd name="f66" fmla="val 1096994"/>
                  <a:gd name="f67" fmla="val 2825020"/>
                  <a:gd name="f68" fmla="val 1046035"/>
                  <a:gd name="f69" fmla="val 2883789"/>
                  <a:gd name="f70" fmla="val 985837"/>
                  <a:gd name="f71" fmla="val 2935510"/>
                  <a:gd name="f72" fmla="val 919925"/>
                  <a:gd name="f73" fmla="val 2992184"/>
                  <a:gd name="f74" fmla="val 847725"/>
                  <a:gd name="f75" fmla="val 3039904"/>
                  <a:gd name="f76" fmla="val 769144"/>
                  <a:gd name="f77" fmla="val 3081719"/>
                  <a:gd name="f78" fmla="val 687419"/>
                  <a:gd name="f79" fmla="val 3138297"/>
                  <a:gd name="f80" fmla="val 576739"/>
                  <a:gd name="f81" fmla="val 3314129"/>
                  <a:gd name="f82" fmla="val 116776"/>
                  <a:gd name="f83" fmla="+- 0 0 -90"/>
                  <a:gd name="f84" fmla="*/ f3 1 3356800"/>
                  <a:gd name="f85" fmla="*/ f4 1 2452020"/>
                  <a:gd name="f86" fmla="+- f7 0 f5"/>
                  <a:gd name="f87" fmla="+- f6 0 f5"/>
                  <a:gd name="f88" fmla="*/ f83 f0 1"/>
                  <a:gd name="f89" fmla="*/ f87 1 3356800"/>
                  <a:gd name="f90" fmla="*/ f86 1 2452020"/>
                  <a:gd name="f91" fmla="*/ 0 f87 1"/>
                  <a:gd name="f92" fmla="*/ 2452021 f86 1"/>
                  <a:gd name="f93" fmla="*/ 130874 f87 1"/>
                  <a:gd name="f94" fmla="*/ 2247710 f86 1"/>
                  <a:gd name="f95" fmla="*/ 437197 f87 1"/>
                  <a:gd name="f96" fmla="*/ 1941195 f86 1"/>
                  <a:gd name="f97" fmla="*/ 737140 f87 1"/>
                  <a:gd name="f98" fmla="*/ 1736884 f86 1"/>
                  <a:gd name="f99" fmla="*/ 1031843 f87 1"/>
                  <a:gd name="f100" fmla="*/ 1685068 f86 1"/>
                  <a:gd name="f101" fmla="*/ 1287304 f87 1"/>
                  <a:gd name="f102" fmla="*/ 1655826 f86 1"/>
                  <a:gd name="f103" fmla="*/ 1471994 f87 1"/>
                  <a:gd name="f104" fmla="*/ 1634300 f86 1"/>
                  <a:gd name="f105" fmla="*/ 1898237 f87 1"/>
                  <a:gd name="f106" fmla="*/ 1512665 f86 1"/>
                  <a:gd name="f107" fmla="*/ 2229136 f87 1"/>
                  <a:gd name="f108" fmla="*/ 1355598 f86 1"/>
                  <a:gd name="f109" fmla="*/ 2512314 f87 1"/>
                  <a:gd name="f110" fmla="*/ 1238631 f86 1"/>
                  <a:gd name="f111" fmla="*/ 2758535 f87 1"/>
                  <a:gd name="f112" fmla="*/ 1096994 f86 1"/>
                  <a:gd name="f113" fmla="*/ 2935510 f87 1"/>
                  <a:gd name="f114" fmla="*/ 919925 f86 1"/>
                  <a:gd name="f115" fmla="*/ 3081719 f87 1"/>
                  <a:gd name="f116" fmla="*/ 687419 f86 1"/>
                  <a:gd name="f117" fmla="*/ 3356800 f87 1"/>
                  <a:gd name="f118" fmla="*/ 0 f86 1"/>
                  <a:gd name="f119" fmla="*/ f88 1 f2"/>
                  <a:gd name="f120" fmla="*/ f91 1 3356800"/>
                  <a:gd name="f121" fmla="*/ f92 1 2452020"/>
                  <a:gd name="f122" fmla="*/ f93 1 3356800"/>
                  <a:gd name="f123" fmla="*/ f94 1 2452020"/>
                  <a:gd name="f124" fmla="*/ f95 1 3356800"/>
                  <a:gd name="f125" fmla="*/ f96 1 2452020"/>
                  <a:gd name="f126" fmla="*/ f97 1 3356800"/>
                  <a:gd name="f127" fmla="*/ f98 1 2452020"/>
                  <a:gd name="f128" fmla="*/ f99 1 3356800"/>
                  <a:gd name="f129" fmla="*/ f100 1 2452020"/>
                  <a:gd name="f130" fmla="*/ f101 1 3356800"/>
                  <a:gd name="f131" fmla="*/ f102 1 2452020"/>
                  <a:gd name="f132" fmla="*/ f103 1 3356800"/>
                  <a:gd name="f133" fmla="*/ f104 1 2452020"/>
                  <a:gd name="f134" fmla="*/ f105 1 3356800"/>
                  <a:gd name="f135" fmla="*/ f106 1 2452020"/>
                  <a:gd name="f136" fmla="*/ f107 1 3356800"/>
                  <a:gd name="f137" fmla="*/ f108 1 2452020"/>
                  <a:gd name="f138" fmla="*/ f109 1 3356800"/>
                  <a:gd name="f139" fmla="*/ f110 1 2452020"/>
                  <a:gd name="f140" fmla="*/ f111 1 3356800"/>
                  <a:gd name="f141" fmla="*/ f112 1 2452020"/>
                  <a:gd name="f142" fmla="*/ f113 1 3356800"/>
                  <a:gd name="f143" fmla="*/ f114 1 2452020"/>
                  <a:gd name="f144" fmla="*/ f115 1 3356800"/>
                  <a:gd name="f145" fmla="*/ f116 1 2452020"/>
                  <a:gd name="f146" fmla="*/ f117 1 3356800"/>
                  <a:gd name="f147" fmla="*/ f118 1 2452020"/>
                  <a:gd name="f148" fmla="*/ f5 1 f89"/>
                  <a:gd name="f149" fmla="*/ f6 1 f89"/>
                  <a:gd name="f150" fmla="*/ f5 1 f90"/>
                  <a:gd name="f151" fmla="*/ f7 1 f90"/>
                  <a:gd name="f152" fmla="+- f119 0 f1"/>
                  <a:gd name="f153" fmla="*/ f120 1 f89"/>
                  <a:gd name="f154" fmla="*/ f121 1 f90"/>
                  <a:gd name="f155" fmla="*/ f122 1 f89"/>
                  <a:gd name="f156" fmla="*/ f123 1 f90"/>
                  <a:gd name="f157" fmla="*/ f124 1 f89"/>
                  <a:gd name="f158" fmla="*/ f125 1 f90"/>
                  <a:gd name="f159" fmla="*/ f126 1 f89"/>
                  <a:gd name="f160" fmla="*/ f127 1 f90"/>
                  <a:gd name="f161" fmla="*/ f128 1 f89"/>
                  <a:gd name="f162" fmla="*/ f129 1 f90"/>
                  <a:gd name="f163" fmla="*/ f130 1 f89"/>
                  <a:gd name="f164" fmla="*/ f131 1 f90"/>
                  <a:gd name="f165" fmla="*/ f132 1 f89"/>
                  <a:gd name="f166" fmla="*/ f133 1 f90"/>
                  <a:gd name="f167" fmla="*/ f134 1 f89"/>
                  <a:gd name="f168" fmla="*/ f135 1 f90"/>
                  <a:gd name="f169" fmla="*/ f136 1 f89"/>
                  <a:gd name="f170" fmla="*/ f137 1 f90"/>
                  <a:gd name="f171" fmla="*/ f138 1 f89"/>
                  <a:gd name="f172" fmla="*/ f139 1 f90"/>
                  <a:gd name="f173" fmla="*/ f140 1 f89"/>
                  <a:gd name="f174" fmla="*/ f141 1 f90"/>
                  <a:gd name="f175" fmla="*/ f142 1 f89"/>
                  <a:gd name="f176" fmla="*/ f143 1 f90"/>
                  <a:gd name="f177" fmla="*/ f144 1 f89"/>
                  <a:gd name="f178" fmla="*/ f145 1 f90"/>
                  <a:gd name="f179" fmla="*/ f146 1 f89"/>
                  <a:gd name="f180" fmla="*/ f147 1 f90"/>
                  <a:gd name="f181" fmla="*/ f148 f84 1"/>
                  <a:gd name="f182" fmla="*/ f149 f84 1"/>
                  <a:gd name="f183" fmla="*/ f151 f85 1"/>
                  <a:gd name="f184" fmla="*/ f150 f85 1"/>
                  <a:gd name="f185" fmla="*/ f153 f84 1"/>
                  <a:gd name="f186" fmla="*/ f154 f85 1"/>
                  <a:gd name="f187" fmla="*/ f155 f84 1"/>
                  <a:gd name="f188" fmla="*/ f156 f85 1"/>
                  <a:gd name="f189" fmla="*/ f157 f84 1"/>
                  <a:gd name="f190" fmla="*/ f158 f85 1"/>
                  <a:gd name="f191" fmla="*/ f159 f84 1"/>
                  <a:gd name="f192" fmla="*/ f160 f85 1"/>
                  <a:gd name="f193" fmla="*/ f161 f84 1"/>
                  <a:gd name="f194" fmla="*/ f162 f85 1"/>
                  <a:gd name="f195" fmla="*/ f163 f84 1"/>
                  <a:gd name="f196" fmla="*/ f164 f85 1"/>
                  <a:gd name="f197" fmla="*/ f165 f84 1"/>
                  <a:gd name="f198" fmla="*/ f166 f85 1"/>
                  <a:gd name="f199" fmla="*/ f167 f84 1"/>
                  <a:gd name="f200" fmla="*/ f168 f85 1"/>
                  <a:gd name="f201" fmla="*/ f169 f84 1"/>
                  <a:gd name="f202" fmla="*/ f170 f85 1"/>
                  <a:gd name="f203" fmla="*/ f171 f84 1"/>
                  <a:gd name="f204" fmla="*/ f172 f85 1"/>
                  <a:gd name="f205" fmla="*/ f173 f84 1"/>
                  <a:gd name="f206" fmla="*/ f174 f85 1"/>
                  <a:gd name="f207" fmla="*/ f175 f84 1"/>
                  <a:gd name="f208" fmla="*/ f176 f85 1"/>
                  <a:gd name="f209" fmla="*/ f177 f84 1"/>
                  <a:gd name="f210" fmla="*/ f178 f85 1"/>
                  <a:gd name="f211" fmla="*/ f179 f84 1"/>
                  <a:gd name="f212" fmla="*/ f180 f85 1"/>
                </a:gdLst>
                <a:ahLst/>
                <a:cxnLst>
                  <a:cxn ang="3cd4">
                    <a:pos x="hc" y="t"/>
                  </a:cxn>
                  <a:cxn ang="0">
                    <a:pos x="r" y="vc"/>
                  </a:cxn>
                  <a:cxn ang="cd4">
                    <a:pos x="hc" y="b"/>
                  </a:cxn>
                  <a:cxn ang="cd2">
                    <a:pos x="l" y="vc"/>
                  </a:cxn>
                  <a:cxn ang="f152">
                    <a:pos x="f185" y="f186"/>
                  </a:cxn>
                  <a:cxn ang="f152">
                    <a:pos x="f187" y="f188"/>
                  </a:cxn>
                  <a:cxn ang="f152">
                    <a:pos x="f189" y="f190"/>
                  </a:cxn>
                  <a:cxn ang="f152">
                    <a:pos x="f191" y="f192"/>
                  </a:cxn>
                  <a:cxn ang="f152">
                    <a:pos x="f193" y="f194"/>
                  </a:cxn>
                  <a:cxn ang="f152">
                    <a:pos x="f195" y="f196"/>
                  </a:cxn>
                  <a:cxn ang="f152">
                    <a:pos x="f197" y="f198"/>
                  </a:cxn>
                  <a:cxn ang="f152">
                    <a:pos x="f199" y="f200"/>
                  </a:cxn>
                  <a:cxn ang="f152">
                    <a:pos x="f201" y="f202"/>
                  </a:cxn>
                  <a:cxn ang="f152">
                    <a:pos x="f203" y="f204"/>
                  </a:cxn>
                  <a:cxn ang="f152">
                    <a:pos x="f205" y="f206"/>
                  </a:cxn>
                  <a:cxn ang="f152">
                    <a:pos x="f207" y="f208"/>
                  </a:cxn>
                  <a:cxn ang="f152">
                    <a:pos x="f209" y="f210"/>
                  </a:cxn>
                  <a:cxn ang="f152">
                    <a:pos x="f211" y="f212"/>
                  </a:cxn>
                </a:cxnLst>
                <a:rect l="f181" t="f184" r="f182" b="f183"/>
                <a:pathLst>
                  <a:path w="3356800" h="2452020">
                    <a:moveTo>
                      <a:pt x="f5" y="f8"/>
                    </a:moveTo>
                    <a:cubicBezTo>
                      <a:pt x="f5" y="f8"/>
                      <a:pt x="f9" y="f10"/>
                      <a:pt x="f11" y="f12"/>
                    </a:cubicBezTo>
                    <a:cubicBezTo>
                      <a:pt x="f13" y="f14"/>
                      <a:pt x="f15" y="f16"/>
                      <a:pt x="f17" y="f18"/>
                    </a:cubicBezTo>
                    <a:cubicBezTo>
                      <a:pt x="f19" y="f20"/>
                      <a:pt x="f21" y="f22"/>
                      <a:pt x="f23" y="f24"/>
                    </a:cubicBezTo>
                    <a:cubicBezTo>
                      <a:pt x="f25" y="f26"/>
                      <a:pt x="f27" y="f28"/>
                      <a:pt x="f29" y="f30"/>
                    </a:cubicBezTo>
                    <a:cubicBezTo>
                      <a:pt x="f31" y="f32"/>
                      <a:pt x="f33" y="f34"/>
                      <a:pt x="f35" y="f36"/>
                    </a:cubicBezTo>
                    <a:cubicBezTo>
                      <a:pt x="f37" y="f38"/>
                      <a:pt x="f39" y="f40"/>
                      <a:pt x="f41" y="f42"/>
                    </a:cubicBezTo>
                    <a:cubicBezTo>
                      <a:pt x="f43" y="f44"/>
                      <a:pt x="f45" y="f46"/>
                      <a:pt x="f47" y="f48"/>
                    </a:cubicBezTo>
                    <a:cubicBezTo>
                      <a:pt x="f49" y="f50"/>
                      <a:pt x="f51" y="f52"/>
                      <a:pt x="f53" y="f54"/>
                    </a:cubicBezTo>
                    <a:cubicBezTo>
                      <a:pt x="f55" y="f56"/>
                      <a:pt x="f57" y="f58"/>
                      <a:pt x="f59" y="f60"/>
                    </a:cubicBezTo>
                    <a:cubicBezTo>
                      <a:pt x="f61" y="f62"/>
                      <a:pt x="f63" y="f64"/>
                      <a:pt x="f65" y="f66"/>
                    </a:cubicBezTo>
                    <a:cubicBezTo>
                      <a:pt x="f67" y="f68"/>
                      <a:pt x="f69" y="f70"/>
                      <a:pt x="f71" y="f72"/>
                    </a:cubicBezTo>
                    <a:cubicBezTo>
                      <a:pt x="f73" y="f74"/>
                      <a:pt x="f75" y="f76"/>
                      <a:pt x="f77" y="f78"/>
                    </a:cubicBezTo>
                    <a:cubicBezTo>
                      <a:pt x="f79" y="f80"/>
                      <a:pt x="f81" y="f82"/>
                      <a:pt x="f6" y="f5"/>
                    </a:cubicBezTo>
                  </a:path>
                </a:pathLst>
              </a:custGeom>
              <a:noFill/>
              <a:ln w="9528" cap="rnd">
                <a:solidFill>
                  <a:srgbClr val="4D4EE6">
                    <a:alpha val="35000"/>
                  </a:srgbClr>
                </a:solidFill>
                <a:custDash>
                  <a:ds d="999717" sp="0"/>
                </a:custDash>
                <a:roun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Segoe UI"/>
                </a:endParaRPr>
              </a:p>
            </p:txBody>
          </p:sp>
        </p:grpSp>
        <p:sp>
          <p:nvSpPr>
            <p:cNvPr id="26" name="Freeform: Shape 26">
              <a:extLst>
                <a:ext uri="{FF2B5EF4-FFF2-40B4-BE49-F238E27FC236}">
                  <a16:creationId xmlns:a16="http://schemas.microsoft.com/office/drawing/2014/main" id="{AB8C0727-037E-4F9C-A0E6-FBA55AD336B5}"/>
                </a:ext>
              </a:extLst>
            </p:cNvPr>
            <p:cNvSpPr/>
            <p:nvPr/>
          </p:nvSpPr>
          <p:spPr>
            <a:xfrm>
              <a:off x="7980398" y="5197175"/>
              <a:ext cx="4211598" cy="1660824"/>
            </a:xfrm>
            <a:custGeom>
              <a:avLst/>
              <a:gdLst>
                <a:gd name="f0" fmla="val 10800000"/>
                <a:gd name="f1" fmla="val 5400000"/>
                <a:gd name="f2" fmla="val 180"/>
                <a:gd name="f3" fmla="val w"/>
                <a:gd name="f4" fmla="val h"/>
                <a:gd name="f5" fmla="val 0"/>
                <a:gd name="f6" fmla="val 4211600"/>
                <a:gd name="f7" fmla="val 1660822"/>
                <a:gd name="f8" fmla="val 58430"/>
                <a:gd name="f9" fmla="val 4136524"/>
                <a:gd name="f10" fmla="val 208808"/>
                <a:gd name="f11" fmla="val 4089791"/>
                <a:gd name="f12" fmla="val 287770"/>
                <a:gd name="f13" fmla="val 4030588"/>
                <a:gd name="f14" fmla="val 363780"/>
                <a:gd name="f15" fmla="val 3973354"/>
                <a:gd name="f16" fmla="val 437313"/>
                <a:gd name="f17" fmla="val 3943819"/>
                <a:gd name="f18" fmla="val 475222"/>
                <a:gd name="f19" fmla="val 3913231"/>
                <a:gd name="f20" fmla="val 514465"/>
                <a:gd name="f21" fmla="val 3884746"/>
                <a:gd name="f22" fmla="val 553613"/>
                <a:gd name="f23" fmla="val 3872801"/>
                <a:gd name="f24" fmla="val 569996"/>
                <a:gd name="f25" fmla="val 3861119"/>
                <a:gd name="f26" fmla="val 586569"/>
                <a:gd name="f27" fmla="val 3849435"/>
                <a:gd name="f28" fmla="val 603143"/>
                <a:gd name="f29" fmla="val 3796665"/>
                <a:gd name="f30" fmla="val 678009"/>
                <a:gd name="f31" fmla="val 3742187"/>
                <a:gd name="f32" fmla="val 755352"/>
                <a:gd name="f33" fmla="val 3661849"/>
                <a:gd name="f34" fmla="val 819075"/>
                <a:gd name="f35" fmla="val 3596214"/>
                <a:gd name="f36" fmla="val 871176"/>
                <a:gd name="f37" fmla="val 3509050"/>
                <a:gd name="f38" fmla="val 916230"/>
                <a:gd name="f39" fmla="val 3402589"/>
                <a:gd name="f40" fmla="val 952996"/>
                <a:gd name="f41" fmla="val 3312406"/>
                <a:gd name="f42" fmla="val 984048"/>
                <a:gd name="f43" fmla="val 3215660"/>
                <a:gd name="f44" fmla="val 1005003"/>
                <a:gd name="f45" fmla="val 3130202"/>
                <a:gd name="f46" fmla="val 1023386"/>
                <a:gd name="f47" fmla="val 3058529"/>
                <a:gd name="f48" fmla="val 1038816"/>
                <a:gd name="f49" fmla="val 2985412"/>
                <a:gd name="f50" fmla="val 1053675"/>
                <a:gd name="f51" fmla="val 2914657"/>
                <a:gd name="f52" fmla="val 1068058"/>
                <a:gd name="f53" fmla="val 2805176"/>
                <a:gd name="f54" fmla="val 1090251"/>
                <a:gd name="f55" fmla="val 2692021"/>
                <a:gd name="f56" fmla="val 1113207"/>
                <a:gd name="f57" fmla="val 2582149"/>
                <a:gd name="f58" fmla="val 1138924"/>
                <a:gd name="f59" fmla="val 2549330"/>
                <a:gd name="f60" fmla="val 1146639"/>
                <a:gd name="f61" fmla="val 2516644"/>
                <a:gd name="f62" fmla="val 1154450"/>
                <a:gd name="f63" fmla="val 2483958"/>
                <a:gd name="f64" fmla="val 1162356"/>
                <a:gd name="f65" fmla="val 2367257"/>
                <a:gd name="f66" fmla="val 1190550"/>
                <a:gd name="f67" fmla="val 2246621"/>
                <a:gd name="f68" fmla="val 1219601"/>
                <a:gd name="f69" fmla="val 2123750"/>
                <a:gd name="f70" fmla="val 1238651"/>
                <a:gd name="f71" fmla="val 2004294"/>
                <a:gd name="f72" fmla="val 1257129"/>
                <a:gd name="f73" fmla="val 1880769"/>
                <a:gd name="f74" fmla="val 1265416"/>
                <a:gd name="f75" fmla="val 1761444"/>
                <a:gd name="f76" fmla="val 1273417"/>
                <a:gd name="f77" fmla="val 1711167"/>
                <a:gd name="f78" fmla="val 1276751"/>
                <a:gd name="f79" fmla="val 1659184"/>
                <a:gd name="f80" fmla="val 1280275"/>
                <a:gd name="f81" fmla="val 1608382"/>
                <a:gd name="f82" fmla="val 1284466"/>
                <a:gd name="f83" fmla="val 1408589"/>
                <a:gd name="f84" fmla="val 1300944"/>
                <a:gd name="f85" fmla="val 1214570"/>
                <a:gd name="f86" fmla="val 1325805"/>
                <a:gd name="f87" fmla="val 999942"/>
                <a:gd name="f88" fmla="val 1354284"/>
                <a:gd name="f89" fmla="val 826403"/>
                <a:gd name="f90" fmla="val 1377240"/>
                <a:gd name="f91" fmla="val 647744"/>
                <a:gd name="f92" fmla="val 1400957"/>
                <a:gd name="f93" fmla="val 484705"/>
                <a:gd name="f94" fmla="val 1450487"/>
                <a:gd name="f95" fmla="val 355831"/>
                <a:gd name="f96" fmla="val 1489635"/>
                <a:gd name="f97" fmla="val 231387"/>
                <a:gd name="f98" fmla="val 1544374"/>
                <a:gd name="f99" fmla="val 113310"/>
                <a:gd name="f100" fmla="val 1613700"/>
                <a:gd name="f101" fmla="val 39668"/>
                <a:gd name="f102" fmla="val 96701"/>
                <a:gd name="f103" fmla="val 1598934"/>
                <a:gd name="f104" fmla="val 216635"/>
                <a:gd name="f105" fmla="val 1528533"/>
                <a:gd name="f106" fmla="val 343196"/>
                <a:gd name="f107" fmla="val 1472919"/>
                <a:gd name="f108" fmla="val 474335"/>
                <a:gd name="f109" fmla="val 1433056"/>
                <a:gd name="f110" fmla="val 639999"/>
                <a:gd name="f111" fmla="val 1382669"/>
                <a:gd name="f112" fmla="val 820102"/>
                <a:gd name="f113" fmla="val 1358856"/>
                <a:gd name="f114" fmla="val 994299"/>
                <a:gd name="f115" fmla="val 1335806"/>
                <a:gd name="f116" fmla="val 1210239"/>
                <a:gd name="f117" fmla="val 1307231"/>
                <a:gd name="f118" fmla="val 1404650"/>
                <a:gd name="f119" fmla="val 1282275"/>
                <a:gd name="f120" fmla="val 1605231"/>
                <a:gd name="f121" fmla="val 1265702"/>
                <a:gd name="f122" fmla="val 1656428"/>
                <a:gd name="f123" fmla="val 1261511"/>
                <a:gd name="f124" fmla="val 1708411"/>
                <a:gd name="f125" fmla="val 1257987"/>
                <a:gd name="f126" fmla="val 1758819"/>
                <a:gd name="f127" fmla="val 1254558"/>
                <a:gd name="f128" fmla="val 1877487"/>
                <a:gd name="f129" fmla="val 1246557"/>
                <a:gd name="f130" fmla="val 2000094"/>
                <a:gd name="f131" fmla="val 1238365"/>
                <a:gd name="f132" fmla="val 2118106"/>
                <a:gd name="f133" fmla="val 1220077"/>
                <a:gd name="f134" fmla="val 2239531"/>
                <a:gd name="f135" fmla="val 1201313"/>
                <a:gd name="f136" fmla="val 2359513"/>
                <a:gd name="f137" fmla="val 1172357"/>
                <a:gd name="f138" fmla="val 2475557"/>
                <a:gd name="f139" fmla="val 1144353"/>
                <a:gd name="f140" fmla="val 2508243"/>
                <a:gd name="f141" fmla="val 1136448"/>
                <a:gd name="f142" fmla="val 2541060"/>
                <a:gd name="f143" fmla="val 1128542"/>
                <a:gd name="f144" fmla="val 2573878"/>
                <a:gd name="f145" fmla="val 1120827"/>
                <a:gd name="f146" fmla="val 2684276"/>
                <a:gd name="f147" fmla="val 1094919"/>
                <a:gd name="f148" fmla="val 2797694"/>
                <a:gd name="f149" fmla="val 1071963"/>
                <a:gd name="f150" fmla="val 2907437"/>
                <a:gd name="f151" fmla="val 1049675"/>
                <a:gd name="f152" fmla="val 2978061"/>
                <a:gd name="f153" fmla="val 1035387"/>
                <a:gd name="f154" fmla="val 3051178"/>
                <a:gd name="f155" fmla="val 1020528"/>
                <a:gd name="f156" fmla="val 3122589"/>
                <a:gd name="f157" fmla="val 1005098"/>
                <a:gd name="f158" fmla="val 3206997"/>
                <a:gd name="f159" fmla="val 986810"/>
                <a:gd name="f160" fmla="val 3302823"/>
                <a:gd name="f161" fmla="val 966141"/>
                <a:gd name="f162" fmla="val 3391169"/>
                <a:gd name="f163" fmla="val 935756"/>
                <a:gd name="f164" fmla="val 3494479"/>
                <a:gd name="f165" fmla="val 900132"/>
                <a:gd name="f166" fmla="val 3578886"/>
                <a:gd name="f167" fmla="val 856508"/>
                <a:gd name="f168" fmla="val 3642290"/>
                <a:gd name="f169" fmla="val 806216"/>
                <a:gd name="f170" fmla="val 3720133"/>
                <a:gd name="f171" fmla="val 744303"/>
                <a:gd name="f172" fmla="val 3773953"/>
                <a:gd name="f173" fmla="val 668103"/>
                <a:gd name="f174" fmla="val 3825937"/>
                <a:gd name="f175" fmla="val 594475"/>
                <a:gd name="f176" fmla="val 3837621"/>
                <a:gd name="f177" fmla="val 577902"/>
                <a:gd name="f178" fmla="val 561233"/>
                <a:gd name="f179" fmla="val 3861381"/>
                <a:gd name="f180" fmla="val 544755"/>
                <a:gd name="f181" fmla="val 3889997"/>
                <a:gd name="f182" fmla="val 505416"/>
                <a:gd name="f183" fmla="val 3920715"/>
                <a:gd name="f184" fmla="val 465983"/>
                <a:gd name="f185" fmla="val 3950381"/>
                <a:gd name="f186" fmla="val 427978"/>
                <a:gd name="f187" fmla="val 4007353"/>
                <a:gd name="f188" fmla="val 354921"/>
                <a:gd name="f189" fmla="val 4066163"/>
                <a:gd name="f190" fmla="val 279388"/>
                <a:gd name="f191" fmla="val 4112370"/>
                <a:gd name="f192" fmla="val 201378"/>
                <a:gd name="f193" fmla="val 4144662"/>
                <a:gd name="f194" fmla="val 146800"/>
                <a:gd name="f195" fmla="val 4170785"/>
                <a:gd name="f196" fmla="val 89364"/>
                <a:gd name="f197" fmla="val 4195989"/>
                <a:gd name="f198" fmla="val 33834"/>
                <a:gd name="f199" fmla="+- 0 0 -90"/>
                <a:gd name="f200" fmla="*/ f3 1 4211600"/>
                <a:gd name="f201" fmla="*/ f4 1 1660822"/>
                <a:gd name="f202" fmla="+- f7 0 f5"/>
                <a:gd name="f203" fmla="+- f6 0 f5"/>
                <a:gd name="f204" fmla="*/ f199 f0 1"/>
                <a:gd name="f205" fmla="*/ f203 1 4211600"/>
                <a:gd name="f206" fmla="*/ f202 1 1660822"/>
                <a:gd name="f207" fmla="*/ 4211600 f203 1"/>
                <a:gd name="f208" fmla="*/ 0 f202 1"/>
                <a:gd name="f209" fmla="*/ 58430 f202 1"/>
                <a:gd name="f210" fmla="*/ 4136524 f203 1"/>
                <a:gd name="f211" fmla="*/ 208808 f202 1"/>
                <a:gd name="f212" fmla="*/ 3973354 f203 1"/>
                <a:gd name="f213" fmla="*/ 437313 f202 1"/>
                <a:gd name="f214" fmla="*/ 3884746 f203 1"/>
                <a:gd name="f215" fmla="*/ 553613 f202 1"/>
                <a:gd name="f216" fmla="*/ 3849435 f203 1"/>
                <a:gd name="f217" fmla="*/ 603143 f202 1"/>
                <a:gd name="f218" fmla="*/ 3661849 f203 1"/>
                <a:gd name="f219" fmla="*/ 819075 f202 1"/>
                <a:gd name="f220" fmla="*/ 3402589 f203 1"/>
                <a:gd name="f221" fmla="*/ 952996 f202 1"/>
                <a:gd name="f222" fmla="*/ 3130202 f203 1"/>
                <a:gd name="f223" fmla="*/ 1023386 f202 1"/>
                <a:gd name="f224" fmla="*/ 2914657 f203 1"/>
                <a:gd name="f225" fmla="*/ 1068058 f202 1"/>
                <a:gd name="f226" fmla="*/ 2582149 f203 1"/>
                <a:gd name="f227" fmla="*/ 1138924 f202 1"/>
                <a:gd name="f228" fmla="*/ 2483958 f203 1"/>
                <a:gd name="f229" fmla="*/ 1162356 f202 1"/>
                <a:gd name="f230" fmla="*/ 2123750 f203 1"/>
                <a:gd name="f231" fmla="*/ 1238651 f202 1"/>
                <a:gd name="f232" fmla="*/ 1761444 f203 1"/>
                <a:gd name="f233" fmla="*/ 1273417 f202 1"/>
                <a:gd name="f234" fmla="*/ 1608382 f203 1"/>
                <a:gd name="f235" fmla="*/ 1284466 f202 1"/>
                <a:gd name="f236" fmla="*/ 999942 f203 1"/>
                <a:gd name="f237" fmla="*/ 1354284 f202 1"/>
                <a:gd name="f238" fmla="*/ 484705 f203 1"/>
                <a:gd name="f239" fmla="*/ 1450487 f202 1"/>
                <a:gd name="f240" fmla="*/ 113310 f203 1"/>
                <a:gd name="f241" fmla="*/ 1613700 f202 1"/>
                <a:gd name="f242" fmla="*/ 39668 f203 1"/>
                <a:gd name="f243" fmla="*/ 1660822 f202 1"/>
                <a:gd name="f244" fmla="*/ 0 f203 1"/>
                <a:gd name="f245" fmla="*/ 96701 f203 1"/>
                <a:gd name="f246" fmla="*/ 1598934 f202 1"/>
                <a:gd name="f247" fmla="*/ 474335 f203 1"/>
                <a:gd name="f248" fmla="*/ 1433056 f202 1"/>
                <a:gd name="f249" fmla="*/ 994299 f203 1"/>
                <a:gd name="f250" fmla="*/ 1335806 f202 1"/>
                <a:gd name="f251" fmla="*/ 1605231 f203 1"/>
                <a:gd name="f252" fmla="*/ 1265702 f202 1"/>
                <a:gd name="f253" fmla="*/ 1758819 f203 1"/>
                <a:gd name="f254" fmla="*/ 1254558 f202 1"/>
                <a:gd name="f255" fmla="*/ 2118106 f203 1"/>
                <a:gd name="f256" fmla="*/ 1220077 f202 1"/>
                <a:gd name="f257" fmla="*/ 2475557 f203 1"/>
                <a:gd name="f258" fmla="*/ 1144353 f202 1"/>
                <a:gd name="f259" fmla="*/ 2573878 f203 1"/>
                <a:gd name="f260" fmla="*/ 1120827 f202 1"/>
                <a:gd name="f261" fmla="*/ 2907437 f203 1"/>
                <a:gd name="f262" fmla="*/ 1049675 f202 1"/>
                <a:gd name="f263" fmla="*/ 3122589 f203 1"/>
                <a:gd name="f264" fmla="*/ 1005098 f202 1"/>
                <a:gd name="f265" fmla="*/ 3391169 f203 1"/>
                <a:gd name="f266" fmla="*/ 935756 f202 1"/>
                <a:gd name="f267" fmla="*/ 3642290 f203 1"/>
                <a:gd name="f268" fmla="*/ 806216 f202 1"/>
                <a:gd name="f269" fmla="*/ 3825937 f203 1"/>
                <a:gd name="f270" fmla="*/ 594475 f202 1"/>
                <a:gd name="f271" fmla="*/ 3861381 f203 1"/>
                <a:gd name="f272" fmla="*/ 544755 f202 1"/>
                <a:gd name="f273" fmla="*/ 3950381 f203 1"/>
                <a:gd name="f274" fmla="*/ 427978 f202 1"/>
                <a:gd name="f275" fmla="*/ 4112370 f203 1"/>
                <a:gd name="f276" fmla="*/ 201378 f202 1"/>
                <a:gd name="f277" fmla="*/ 4195989 f203 1"/>
                <a:gd name="f278" fmla="*/ 33834 f202 1"/>
                <a:gd name="f279" fmla="*/ f204 1 f2"/>
                <a:gd name="f280" fmla="*/ f207 1 4211600"/>
                <a:gd name="f281" fmla="*/ f208 1 1660822"/>
                <a:gd name="f282" fmla="*/ f209 1 1660822"/>
                <a:gd name="f283" fmla="*/ f210 1 4211600"/>
                <a:gd name="f284" fmla="*/ f211 1 1660822"/>
                <a:gd name="f285" fmla="*/ f212 1 4211600"/>
                <a:gd name="f286" fmla="*/ f213 1 1660822"/>
                <a:gd name="f287" fmla="*/ f214 1 4211600"/>
                <a:gd name="f288" fmla="*/ f215 1 1660822"/>
                <a:gd name="f289" fmla="*/ f216 1 4211600"/>
                <a:gd name="f290" fmla="*/ f217 1 1660822"/>
                <a:gd name="f291" fmla="*/ f218 1 4211600"/>
                <a:gd name="f292" fmla="*/ f219 1 1660822"/>
                <a:gd name="f293" fmla="*/ f220 1 4211600"/>
                <a:gd name="f294" fmla="*/ f221 1 1660822"/>
                <a:gd name="f295" fmla="*/ f222 1 4211600"/>
                <a:gd name="f296" fmla="*/ f223 1 1660822"/>
                <a:gd name="f297" fmla="*/ f224 1 4211600"/>
                <a:gd name="f298" fmla="*/ f225 1 1660822"/>
                <a:gd name="f299" fmla="*/ f226 1 4211600"/>
                <a:gd name="f300" fmla="*/ f227 1 1660822"/>
                <a:gd name="f301" fmla="*/ f228 1 4211600"/>
                <a:gd name="f302" fmla="*/ f229 1 1660822"/>
                <a:gd name="f303" fmla="*/ f230 1 4211600"/>
                <a:gd name="f304" fmla="*/ f231 1 1660822"/>
                <a:gd name="f305" fmla="*/ f232 1 4211600"/>
                <a:gd name="f306" fmla="*/ f233 1 1660822"/>
                <a:gd name="f307" fmla="*/ f234 1 4211600"/>
                <a:gd name="f308" fmla="*/ f235 1 1660822"/>
                <a:gd name="f309" fmla="*/ f236 1 4211600"/>
                <a:gd name="f310" fmla="*/ f237 1 1660822"/>
                <a:gd name="f311" fmla="*/ f238 1 4211600"/>
                <a:gd name="f312" fmla="*/ f239 1 1660822"/>
                <a:gd name="f313" fmla="*/ f240 1 4211600"/>
                <a:gd name="f314" fmla="*/ f241 1 1660822"/>
                <a:gd name="f315" fmla="*/ f242 1 4211600"/>
                <a:gd name="f316" fmla="*/ f243 1 1660822"/>
                <a:gd name="f317" fmla="*/ f244 1 4211600"/>
                <a:gd name="f318" fmla="*/ f245 1 4211600"/>
                <a:gd name="f319" fmla="*/ f246 1 1660822"/>
                <a:gd name="f320" fmla="*/ f247 1 4211600"/>
                <a:gd name="f321" fmla="*/ f248 1 1660822"/>
                <a:gd name="f322" fmla="*/ f249 1 4211600"/>
                <a:gd name="f323" fmla="*/ f250 1 1660822"/>
                <a:gd name="f324" fmla="*/ f251 1 4211600"/>
                <a:gd name="f325" fmla="*/ f252 1 1660822"/>
                <a:gd name="f326" fmla="*/ f253 1 4211600"/>
                <a:gd name="f327" fmla="*/ f254 1 1660822"/>
                <a:gd name="f328" fmla="*/ f255 1 4211600"/>
                <a:gd name="f329" fmla="*/ f256 1 1660822"/>
                <a:gd name="f330" fmla="*/ f257 1 4211600"/>
                <a:gd name="f331" fmla="*/ f258 1 1660822"/>
                <a:gd name="f332" fmla="*/ f259 1 4211600"/>
                <a:gd name="f333" fmla="*/ f260 1 1660822"/>
                <a:gd name="f334" fmla="*/ f261 1 4211600"/>
                <a:gd name="f335" fmla="*/ f262 1 1660822"/>
                <a:gd name="f336" fmla="*/ f263 1 4211600"/>
                <a:gd name="f337" fmla="*/ f264 1 1660822"/>
                <a:gd name="f338" fmla="*/ f265 1 4211600"/>
                <a:gd name="f339" fmla="*/ f266 1 1660822"/>
                <a:gd name="f340" fmla="*/ f267 1 4211600"/>
                <a:gd name="f341" fmla="*/ f268 1 1660822"/>
                <a:gd name="f342" fmla="*/ f269 1 4211600"/>
                <a:gd name="f343" fmla="*/ f270 1 1660822"/>
                <a:gd name="f344" fmla="*/ f271 1 4211600"/>
                <a:gd name="f345" fmla="*/ f272 1 1660822"/>
                <a:gd name="f346" fmla="*/ f273 1 4211600"/>
                <a:gd name="f347" fmla="*/ f274 1 1660822"/>
                <a:gd name="f348" fmla="*/ f275 1 4211600"/>
                <a:gd name="f349" fmla="*/ f276 1 1660822"/>
                <a:gd name="f350" fmla="*/ f277 1 4211600"/>
                <a:gd name="f351" fmla="*/ f278 1 1660822"/>
                <a:gd name="f352" fmla="*/ f5 1 f205"/>
                <a:gd name="f353" fmla="*/ f6 1 f205"/>
                <a:gd name="f354" fmla="*/ f5 1 f206"/>
                <a:gd name="f355" fmla="*/ f7 1 f206"/>
                <a:gd name="f356" fmla="+- f279 0 f1"/>
                <a:gd name="f357" fmla="*/ f280 1 f205"/>
                <a:gd name="f358" fmla="*/ f281 1 f206"/>
                <a:gd name="f359" fmla="*/ f282 1 f206"/>
                <a:gd name="f360" fmla="*/ f283 1 f205"/>
                <a:gd name="f361" fmla="*/ f284 1 f206"/>
                <a:gd name="f362" fmla="*/ f285 1 f205"/>
                <a:gd name="f363" fmla="*/ f286 1 f206"/>
                <a:gd name="f364" fmla="*/ f287 1 f205"/>
                <a:gd name="f365" fmla="*/ f288 1 f206"/>
                <a:gd name="f366" fmla="*/ f289 1 f205"/>
                <a:gd name="f367" fmla="*/ f290 1 f206"/>
                <a:gd name="f368" fmla="*/ f291 1 f205"/>
                <a:gd name="f369" fmla="*/ f292 1 f206"/>
                <a:gd name="f370" fmla="*/ f293 1 f205"/>
                <a:gd name="f371" fmla="*/ f294 1 f206"/>
                <a:gd name="f372" fmla="*/ f295 1 f205"/>
                <a:gd name="f373" fmla="*/ f296 1 f206"/>
                <a:gd name="f374" fmla="*/ f297 1 f205"/>
                <a:gd name="f375" fmla="*/ f298 1 f206"/>
                <a:gd name="f376" fmla="*/ f299 1 f205"/>
                <a:gd name="f377" fmla="*/ f300 1 f206"/>
                <a:gd name="f378" fmla="*/ f301 1 f205"/>
                <a:gd name="f379" fmla="*/ f302 1 f206"/>
                <a:gd name="f380" fmla="*/ f303 1 f205"/>
                <a:gd name="f381" fmla="*/ f304 1 f206"/>
                <a:gd name="f382" fmla="*/ f305 1 f205"/>
                <a:gd name="f383" fmla="*/ f306 1 f206"/>
                <a:gd name="f384" fmla="*/ f307 1 f205"/>
                <a:gd name="f385" fmla="*/ f308 1 f206"/>
                <a:gd name="f386" fmla="*/ f309 1 f205"/>
                <a:gd name="f387" fmla="*/ f310 1 f206"/>
                <a:gd name="f388" fmla="*/ f311 1 f205"/>
                <a:gd name="f389" fmla="*/ f312 1 f206"/>
                <a:gd name="f390" fmla="*/ f313 1 f205"/>
                <a:gd name="f391" fmla="*/ f314 1 f206"/>
                <a:gd name="f392" fmla="*/ f315 1 f205"/>
                <a:gd name="f393" fmla="*/ f316 1 f206"/>
                <a:gd name="f394" fmla="*/ f317 1 f205"/>
                <a:gd name="f395" fmla="*/ f318 1 f205"/>
                <a:gd name="f396" fmla="*/ f319 1 f206"/>
                <a:gd name="f397" fmla="*/ f320 1 f205"/>
                <a:gd name="f398" fmla="*/ f321 1 f206"/>
                <a:gd name="f399" fmla="*/ f322 1 f205"/>
                <a:gd name="f400" fmla="*/ f323 1 f206"/>
                <a:gd name="f401" fmla="*/ f324 1 f205"/>
                <a:gd name="f402" fmla="*/ f325 1 f206"/>
                <a:gd name="f403" fmla="*/ f326 1 f205"/>
                <a:gd name="f404" fmla="*/ f327 1 f206"/>
                <a:gd name="f405" fmla="*/ f328 1 f205"/>
                <a:gd name="f406" fmla="*/ f329 1 f206"/>
                <a:gd name="f407" fmla="*/ f330 1 f205"/>
                <a:gd name="f408" fmla="*/ f331 1 f206"/>
                <a:gd name="f409" fmla="*/ f332 1 f205"/>
                <a:gd name="f410" fmla="*/ f333 1 f206"/>
                <a:gd name="f411" fmla="*/ f334 1 f205"/>
                <a:gd name="f412" fmla="*/ f335 1 f206"/>
                <a:gd name="f413" fmla="*/ f336 1 f205"/>
                <a:gd name="f414" fmla="*/ f337 1 f206"/>
                <a:gd name="f415" fmla="*/ f338 1 f205"/>
                <a:gd name="f416" fmla="*/ f339 1 f206"/>
                <a:gd name="f417" fmla="*/ f340 1 f205"/>
                <a:gd name="f418" fmla="*/ f341 1 f206"/>
                <a:gd name="f419" fmla="*/ f342 1 f205"/>
                <a:gd name="f420" fmla="*/ f343 1 f206"/>
                <a:gd name="f421" fmla="*/ f344 1 f205"/>
                <a:gd name="f422" fmla="*/ f345 1 f206"/>
                <a:gd name="f423" fmla="*/ f346 1 f205"/>
                <a:gd name="f424" fmla="*/ f347 1 f206"/>
                <a:gd name="f425" fmla="*/ f348 1 f205"/>
                <a:gd name="f426" fmla="*/ f349 1 f206"/>
                <a:gd name="f427" fmla="*/ f350 1 f205"/>
                <a:gd name="f428" fmla="*/ f351 1 f206"/>
                <a:gd name="f429" fmla="*/ f352 f200 1"/>
                <a:gd name="f430" fmla="*/ f353 f200 1"/>
                <a:gd name="f431" fmla="*/ f355 f201 1"/>
                <a:gd name="f432" fmla="*/ f354 f201 1"/>
                <a:gd name="f433" fmla="*/ f357 f200 1"/>
                <a:gd name="f434" fmla="*/ f358 f201 1"/>
                <a:gd name="f435" fmla="*/ f359 f201 1"/>
                <a:gd name="f436" fmla="*/ f360 f200 1"/>
                <a:gd name="f437" fmla="*/ f361 f201 1"/>
                <a:gd name="f438" fmla="*/ f362 f200 1"/>
                <a:gd name="f439" fmla="*/ f363 f201 1"/>
                <a:gd name="f440" fmla="*/ f364 f200 1"/>
                <a:gd name="f441" fmla="*/ f365 f201 1"/>
                <a:gd name="f442" fmla="*/ f366 f200 1"/>
                <a:gd name="f443" fmla="*/ f367 f201 1"/>
                <a:gd name="f444" fmla="*/ f368 f200 1"/>
                <a:gd name="f445" fmla="*/ f369 f201 1"/>
                <a:gd name="f446" fmla="*/ f370 f200 1"/>
                <a:gd name="f447" fmla="*/ f371 f201 1"/>
                <a:gd name="f448" fmla="*/ f372 f200 1"/>
                <a:gd name="f449" fmla="*/ f373 f201 1"/>
                <a:gd name="f450" fmla="*/ f374 f200 1"/>
                <a:gd name="f451" fmla="*/ f375 f201 1"/>
                <a:gd name="f452" fmla="*/ f376 f200 1"/>
                <a:gd name="f453" fmla="*/ f377 f201 1"/>
                <a:gd name="f454" fmla="*/ f378 f200 1"/>
                <a:gd name="f455" fmla="*/ f379 f201 1"/>
                <a:gd name="f456" fmla="*/ f380 f200 1"/>
                <a:gd name="f457" fmla="*/ f381 f201 1"/>
                <a:gd name="f458" fmla="*/ f382 f200 1"/>
                <a:gd name="f459" fmla="*/ f383 f201 1"/>
                <a:gd name="f460" fmla="*/ f384 f200 1"/>
                <a:gd name="f461" fmla="*/ f385 f201 1"/>
                <a:gd name="f462" fmla="*/ f386 f200 1"/>
                <a:gd name="f463" fmla="*/ f387 f201 1"/>
                <a:gd name="f464" fmla="*/ f388 f200 1"/>
                <a:gd name="f465" fmla="*/ f389 f201 1"/>
                <a:gd name="f466" fmla="*/ f390 f200 1"/>
                <a:gd name="f467" fmla="*/ f391 f201 1"/>
                <a:gd name="f468" fmla="*/ f392 f200 1"/>
                <a:gd name="f469" fmla="*/ f393 f201 1"/>
                <a:gd name="f470" fmla="*/ f394 f200 1"/>
                <a:gd name="f471" fmla="*/ f395 f200 1"/>
                <a:gd name="f472" fmla="*/ f396 f201 1"/>
                <a:gd name="f473" fmla="*/ f397 f200 1"/>
                <a:gd name="f474" fmla="*/ f398 f201 1"/>
                <a:gd name="f475" fmla="*/ f399 f200 1"/>
                <a:gd name="f476" fmla="*/ f400 f201 1"/>
                <a:gd name="f477" fmla="*/ f401 f200 1"/>
                <a:gd name="f478" fmla="*/ f402 f201 1"/>
                <a:gd name="f479" fmla="*/ f403 f200 1"/>
                <a:gd name="f480" fmla="*/ f404 f201 1"/>
                <a:gd name="f481" fmla="*/ f405 f200 1"/>
                <a:gd name="f482" fmla="*/ f406 f201 1"/>
                <a:gd name="f483" fmla="*/ f407 f200 1"/>
                <a:gd name="f484" fmla="*/ f408 f201 1"/>
                <a:gd name="f485" fmla="*/ f409 f200 1"/>
                <a:gd name="f486" fmla="*/ f410 f201 1"/>
                <a:gd name="f487" fmla="*/ f411 f200 1"/>
                <a:gd name="f488" fmla="*/ f412 f201 1"/>
                <a:gd name="f489" fmla="*/ f413 f200 1"/>
                <a:gd name="f490" fmla="*/ f414 f201 1"/>
                <a:gd name="f491" fmla="*/ f415 f200 1"/>
                <a:gd name="f492" fmla="*/ f416 f201 1"/>
                <a:gd name="f493" fmla="*/ f417 f200 1"/>
                <a:gd name="f494" fmla="*/ f418 f201 1"/>
                <a:gd name="f495" fmla="*/ f419 f200 1"/>
                <a:gd name="f496" fmla="*/ f420 f201 1"/>
                <a:gd name="f497" fmla="*/ f421 f200 1"/>
                <a:gd name="f498" fmla="*/ f422 f201 1"/>
                <a:gd name="f499" fmla="*/ f423 f200 1"/>
                <a:gd name="f500" fmla="*/ f424 f201 1"/>
                <a:gd name="f501" fmla="*/ f425 f200 1"/>
                <a:gd name="f502" fmla="*/ f426 f201 1"/>
                <a:gd name="f503" fmla="*/ f427 f200 1"/>
                <a:gd name="f504" fmla="*/ f428 f201 1"/>
              </a:gdLst>
              <a:ahLst/>
              <a:cxnLst>
                <a:cxn ang="3cd4">
                  <a:pos x="hc" y="t"/>
                </a:cxn>
                <a:cxn ang="0">
                  <a:pos x="r" y="vc"/>
                </a:cxn>
                <a:cxn ang="cd4">
                  <a:pos x="hc" y="b"/>
                </a:cxn>
                <a:cxn ang="cd2">
                  <a:pos x="l" y="vc"/>
                </a:cxn>
                <a:cxn ang="f356">
                  <a:pos x="f433" y="f434"/>
                </a:cxn>
                <a:cxn ang="f356">
                  <a:pos x="f433" y="f435"/>
                </a:cxn>
                <a:cxn ang="f356">
                  <a:pos x="f436" y="f437"/>
                </a:cxn>
                <a:cxn ang="f356">
                  <a:pos x="f438" y="f439"/>
                </a:cxn>
                <a:cxn ang="f356">
                  <a:pos x="f440" y="f441"/>
                </a:cxn>
                <a:cxn ang="f356">
                  <a:pos x="f442" y="f443"/>
                </a:cxn>
                <a:cxn ang="f356">
                  <a:pos x="f444" y="f445"/>
                </a:cxn>
                <a:cxn ang="f356">
                  <a:pos x="f446" y="f447"/>
                </a:cxn>
                <a:cxn ang="f356">
                  <a:pos x="f448" y="f449"/>
                </a:cxn>
                <a:cxn ang="f356">
                  <a:pos x="f450" y="f451"/>
                </a:cxn>
                <a:cxn ang="f356">
                  <a:pos x="f452" y="f453"/>
                </a:cxn>
                <a:cxn ang="f356">
                  <a:pos x="f454" y="f455"/>
                </a:cxn>
                <a:cxn ang="f356">
                  <a:pos x="f456" y="f457"/>
                </a:cxn>
                <a:cxn ang="f356">
                  <a:pos x="f458" y="f459"/>
                </a:cxn>
                <a:cxn ang="f356">
                  <a:pos x="f460" y="f461"/>
                </a:cxn>
                <a:cxn ang="f356">
                  <a:pos x="f462" y="f463"/>
                </a:cxn>
                <a:cxn ang="f356">
                  <a:pos x="f464" y="f465"/>
                </a:cxn>
                <a:cxn ang="f356">
                  <a:pos x="f466" y="f467"/>
                </a:cxn>
                <a:cxn ang="f356">
                  <a:pos x="f468" y="f469"/>
                </a:cxn>
                <a:cxn ang="f356">
                  <a:pos x="f470" y="f469"/>
                </a:cxn>
                <a:cxn ang="f356">
                  <a:pos x="f471" y="f472"/>
                </a:cxn>
                <a:cxn ang="f356">
                  <a:pos x="f473" y="f474"/>
                </a:cxn>
                <a:cxn ang="f356">
                  <a:pos x="f475" y="f476"/>
                </a:cxn>
                <a:cxn ang="f356">
                  <a:pos x="f477" y="f478"/>
                </a:cxn>
                <a:cxn ang="f356">
                  <a:pos x="f479" y="f480"/>
                </a:cxn>
                <a:cxn ang="f356">
                  <a:pos x="f481" y="f482"/>
                </a:cxn>
                <a:cxn ang="f356">
                  <a:pos x="f483" y="f484"/>
                </a:cxn>
                <a:cxn ang="f356">
                  <a:pos x="f485" y="f486"/>
                </a:cxn>
                <a:cxn ang="f356">
                  <a:pos x="f487" y="f488"/>
                </a:cxn>
                <a:cxn ang="f356">
                  <a:pos x="f489" y="f490"/>
                </a:cxn>
                <a:cxn ang="f356">
                  <a:pos x="f491" y="f492"/>
                </a:cxn>
                <a:cxn ang="f356">
                  <a:pos x="f493" y="f494"/>
                </a:cxn>
                <a:cxn ang="f356">
                  <a:pos x="f495" y="f496"/>
                </a:cxn>
                <a:cxn ang="f356">
                  <a:pos x="f497" y="f498"/>
                </a:cxn>
                <a:cxn ang="f356">
                  <a:pos x="f499" y="f500"/>
                </a:cxn>
                <a:cxn ang="f356">
                  <a:pos x="f501" y="f502"/>
                </a:cxn>
                <a:cxn ang="f356">
                  <a:pos x="f503" y="f504"/>
                </a:cxn>
              </a:cxnLst>
              <a:rect l="f429" t="f432" r="f430" b="f431"/>
              <a:pathLst>
                <a:path w="4211600" h="1660822">
                  <a:moveTo>
                    <a:pt x="f6" y="f5"/>
                  </a:moveTo>
                  <a:lnTo>
                    <a:pt x="f6" y="f8"/>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cubicBezTo>
                    <a:pt x="f53" y="f54"/>
                    <a:pt x="f55" y="f56"/>
                    <a:pt x="f57" y="f58"/>
                  </a:cubicBezTo>
                  <a:cubicBezTo>
                    <a:pt x="f59" y="f60"/>
                    <a:pt x="f61" y="f62"/>
                    <a:pt x="f63" y="f64"/>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lnTo>
                    <a:pt x="f101" y="f7"/>
                  </a:lnTo>
                  <a:lnTo>
                    <a:pt x="f5" y="f7"/>
                  </a:lnTo>
                  <a:lnTo>
                    <a:pt x="f102" y="f103"/>
                  </a:lnTo>
                  <a:cubicBezTo>
                    <a:pt x="f104" y="f105"/>
                    <a:pt x="f106" y="f107"/>
                    <a:pt x="f108" y="f109"/>
                  </a:cubicBezTo>
                  <a:cubicBezTo>
                    <a:pt x="f110" y="f111"/>
                    <a:pt x="f112" y="f113"/>
                    <a:pt x="f114" y="f115"/>
                  </a:cubicBezTo>
                  <a:cubicBezTo>
                    <a:pt x="f116" y="f117"/>
                    <a:pt x="f118" y="f119"/>
                    <a:pt x="f120" y="f121"/>
                  </a:cubicBezTo>
                  <a:cubicBezTo>
                    <a:pt x="f122" y="f123"/>
                    <a:pt x="f124" y="f125"/>
                    <a:pt x="f126" y="f127"/>
                  </a:cubicBezTo>
                  <a:cubicBezTo>
                    <a:pt x="f128" y="f129"/>
                    <a:pt x="f130" y="f131"/>
                    <a:pt x="f132" y="f133"/>
                  </a:cubicBezTo>
                  <a:cubicBezTo>
                    <a:pt x="f134" y="f135"/>
                    <a:pt x="f136" y="f137"/>
                    <a:pt x="f138" y="f139"/>
                  </a:cubicBezTo>
                  <a:cubicBezTo>
                    <a:pt x="f140" y="f141"/>
                    <a:pt x="f142" y="f143"/>
                    <a:pt x="f144" y="f145"/>
                  </a:cubicBezTo>
                  <a:cubicBezTo>
                    <a:pt x="f146" y="f147"/>
                    <a:pt x="f148" y="f149"/>
                    <a:pt x="f150" y="f151"/>
                  </a:cubicBezTo>
                  <a:cubicBezTo>
                    <a:pt x="f152" y="f153"/>
                    <a:pt x="f154" y="f155"/>
                    <a:pt x="f156" y="f157"/>
                  </a:cubicBezTo>
                  <a:cubicBezTo>
                    <a:pt x="f158" y="f159"/>
                    <a:pt x="f160" y="f161"/>
                    <a:pt x="f162" y="f163"/>
                  </a:cubicBezTo>
                  <a:cubicBezTo>
                    <a:pt x="f164" y="f165"/>
                    <a:pt x="f166" y="f167"/>
                    <a:pt x="f168" y="f169"/>
                  </a:cubicBezTo>
                  <a:cubicBezTo>
                    <a:pt x="f170" y="f171"/>
                    <a:pt x="f172" y="f173"/>
                    <a:pt x="f174" y="f175"/>
                  </a:cubicBezTo>
                  <a:cubicBezTo>
                    <a:pt x="f176" y="f177"/>
                    <a:pt x="f27" y="f178"/>
                    <a:pt x="f179" y="f180"/>
                  </a:cubicBezTo>
                  <a:cubicBezTo>
                    <a:pt x="f181" y="f182"/>
                    <a:pt x="f183" y="f184"/>
                    <a:pt x="f185" y="f186"/>
                  </a:cubicBezTo>
                  <a:cubicBezTo>
                    <a:pt x="f187" y="f188"/>
                    <a:pt x="f189" y="f190"/>
                    <a:pt x="f191" y="f192"/>
                  </a:cubicBezTo>
                  <a:cubicBezTo>
                    <a:pt x="f193" y="f194"/>
                    <a:pt x="f195" y="f196"/>
                    <a:pt x="f197" y="f198"/>
                  </a:cubicBezTo>
                  <a:close/>
                </a:path>
              </a:pathLst>
            </a:custGeom>
            <a:solidFill>
              <a:srgbClr val="E45221"/>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Segoe UI"/>
              </a:endParaRPr>
            </a:p>
          </p:txBody>
        </p:sp>
      </p:grpSp>
      <p:pic>
        <p:nvPicPr>
          <p:cNvPr id="28" name="Image 27">
            <a:extLst>
              <a:ext uri="{FF2B5EF4-FFF2-40B4-BE49-F238E27FC236}">
                <a16:creationId xmlns:a16="http://schemas.microsoft.com/office/drawing/2014/main" id="{2A3B3342-F1D4-79C9-FB6E-1FF1FD819CFD}"/>
              </a:ext>
            </a:extLst>
          </p:cNvPr>
          <p:cNvPicPr>
            <a:picLocks noChangeAspect="1"/>
          </p:cNvPicPr>
          <p:nvPr/>
        </p:nvPicPr>
        <p:blipFill>
          <a:blip r:embed="rId2"/>
          <a:stretch>
            <a:fillRect/>
          </a:stretch>
        </p:blipFill>
        <p:spPr>
          <a:xfrm>
            <a:off x="3179335" y="5072815"/>
            <a:ext cx="8988228" cy="1660824"/>
          </a:xfrm>
          <a:prstGeom prst="rect">
            <a:avLst/>
          </a:prstGeom>
        </p:spPr>
      </p:pic>
    </p:spTree>
    <p:extLst>
      <p:ext uri="{BB962C8B-B14F-4D97-AF65-F5344CB8AC3E}">
        <p14:creationId xmlns:p14="http://schemas.microsoft.com/office/powerpoint/2010/main" val="4143300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1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3381ED-720E-4D74-8A88-6A6CE285C088}"/>
              </a:ext>
            </a:extLst>
          </p:cNvPr>
          <p:cNvSpPr txBox="1">
            <a:spLocks noGrp="1"/>
          </p:cNvSpPr>
          <p:nvPr>
            <p:ph type="title"/>
          </p:nvPr>
        </p:nvSpPr>
        <p:spPr/>
        <p:txBody>
          <a:bodyPr>
            <a:noAutofit/>
          </a:bodyPr>
          <a:lstStyle/>
          <a:p>
            <a:r>
              <a:rPr lang="en-US" sz="3600" dirty="0"/>
              <a:t>Application STREAMLIT : </a:t>
            </a:r>
            <a:r>
              <a:rPr kumimoji="0" lang="fr-FR" altLang="fr-FR" sz="3600" i="0" u="none" strike="noStrike" cap="none" normalizeH="0" baseline="0" dirty="0">
                <a:ln>
                  <a:noFill/>
                </a:ln>
                <a:solidFill>
                  <a:schemeClr val="tx1"/>
                </a:solidFill>
                <a:effectLst/>
                <a:latin typeface="Arial" panose="020B0604020202020204" pitchFamily="34" charset="0"/>
              </a:rPr>
              <a:t>Architecture générale de l’application</a:t>
            </a:r>
            <a:br>
              <a:rPr kumimoji="0" lang="fr-FR" altLang="fr-FR" sz="3600" i="0" u="none" strike="noStrike" cap="none" normalizeH="0" baseline="0" dirty="0">
                <a:ln>
                  <a:noFill/>
                </a:ln>
                <a:solidFill>
                  <a:schemeClr val="tx1"/>
                </a:solidFill>
                <a:effectLst/>
                <a:latin typeface="Arial" panose="020B0604020202020204" pitchFamily="34" charset="0"/>
              </a:rPr>
            </a:br>
            <a:endParaRPr lang="en-US" sz="3600" dirty="0"/>
          </a:p>
        </p:txBody>
      </p:sp>
      <p:pic>
        <p:nvPicPr>
          <p:cNvPr id="7" name="Image 6">
            <a:extLst>
              <a:ext uri="{FF2B5EF4-FFF2-40B4-BE49-F238E27FC236}">
                <a16:creationId xmlns:a16="http://schemas.microsoft.com/office/drawing/2014/main" id="{35B093BF-2C80-DFCE-6F4A-6B3B2B465637}"/>
              </a:ext>
            </a:extLst>
          </p:cNvPr>
          <p:cNvPicPr>
            <a:picLocks noChangeAspect="1"/>
          </p:cNvPicPr>
          <p:nvPr/>
        </p:nvPicPr>
        <p:blipFill>
          <a:blip r:embed="rId2"/>
          <a:stretch>
            <a:fillRect/>
          </a:stretch>
        </p:blipFill>
        <p:spPr>
          <a:xfrm>
            <a:off x="838197" y="1505493"/>
            <a:ext cx="10880202" cy="516731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3381ED-720E-4D74-8A88-6A6CE285C088}"/>
              </a:ext>
            </a:extLst>
          </p:cNvPr>
          <p:cNvSpPr txBox="1">
            <a:spLocks noGrp="1"/>
          </p:cNvSpPr>
          <p:nvPr>
            <p:ph type="title"/>
          </p:nvPr>
        </p:nvSpPr>
        <p:spPr/>
        <p:txBody>
          <a:bodyPr>
            <a:noAutofit/>
          </a:bodyPr>
          <a:lstStyle/>
          <a:p>
            <a:r>
              <a:rPr lang="en-US" sz="3600" dirty="0"/>
              <a:t>Application STREAMLIT : </a:t>
            </a:r>
            <a:r>
              <a:rPr kumimoji="0" lang="fr-FR" altLang="fr-FR" sz="3600" i="0" u="none" strike="noStrike" cap="none" normalizeH="0" baseline="0" dirty="0">
                <a:ln>
                  <a:noFill/>
                </a:ln>
                <a:solidFill>
                  <a:schemeClr val="tx1"/>
                </a:solidFill>
                <a:effectLst/>
                <a:latin typeface="Arial" panose="020B0604020202020204" pitchFamily="34" charset="0"/>
              </a:rPr>
              <a:t>Architecture générale de l’application</a:t>
            </a:r>
            <a:br>
              <a:rPr kumimoji="0" lang="fr-FR" altLang="fr-FR" sz="3600" i="0" u="none" strike="noStrike" cap="none" normalizeH="0" baseline="0" dirty="0">
                <a:ln>
                  <a:noFill/>
                </a:ln>
                <a:solidFill>
                  <a:schemeClr val="tx1"/>
                </a:solidFill>
                <a:effectLst/>
                <a:latin typeface="Arial" panose="020B0604020202020204" pitchFamily="34" charset="0"/>
              </a:rPr>
            </a:br>
            <a:endParaRPr lang="en-US" sz="3600" dirty="0"/>
          </a:p>
        </p:txBody>
      </p:sp>
      <p:sp>
        <p:nvSpPr>
          <p:cNvPr id="4" name="Rectangle 1">
            <a:extLst>
              <a:ext uri="{FF2B5EF4-FFF2-40B4-BE49-F238E27FC236}">
                <a16:creationId xmlns:a16="http://schemas.microsoft.com/office/drawing/2014/main" id="{DD75FBBE-5AD3-30CF-BC15-D3E2AB010994}"/>
              </a:ext>
            </a:extLst>
          </p:cNvPr>
          <p:cNvSpPr>
            <a:spLocks noGrp="1" noChangeArrowheads="1"/>
          </p:cNvSpPr>
          <p:nvPr>
            <p:ph idx="1"/>
          </p:nvPr>
        </p:nvSpPr>
        <p:spPr bwMode="auto">
          <a:xfrm>
            <a:off x="196770" y="1645634"/>
            <a:ext cx="121920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i="0" u="none" strike="noStrike" cap="none" normalizeH="0" baseline="0" dirty="0">
                <a:ln>
                  <a:noFill/>
                </a:ln>
                <a:solidFill>
                  <a:schemeClr val="tx1"/>
                </a:solidFill>
                <a:effectLst/>
                <a:latin typeface="Arial" panose="020B0604020202020204" pitchFamily="34" charset="0"/>
              </a:rPr>
              <a:t>L’architecture de l’application est volontairement simple et facilement déployable.</a:t>
            </a:r>
          </a:p>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i="0" u="none" strike="noStrike" cap="none" normalizeH="0" baseline="0" dirty="0">
                <a:ln>
                  <a:noFill/>
                </a:ln>
                <a:solidFill>
                  <a:schemeClr val="tx1"/>
                </a:solidFill>
                <a:effectLst/>
                <a:latin typeface="Arial" panose="020B0604020202020204" pitchFamily="34" charset="0"/>
              </a:rPr>
            </a:br>
            <a:r>
              <a:rPr kumimoji="0" lang="fr-FR" altLang="fr-FR" sz="1800" i="0" u="none" strike="noStrike" cap="none" normalizeH="0" baseline="0" dirty="0">
                <a:ln>
                  <a:noFill/>
                </a:ln>
                <a:solidFill>
                  <a:schemeClr val="tx1"/>
                </a:solidFill>
                <a:effectLst/>
                <a:latin typeface="Arial" panose="020B0604020202020204" pitchFamily="34" charset="0"/>
              </a:rPr>
              <a:t>En entrée, on a un fichier CSV qui contient le catalogue complet des parfums, avec les prix pour 10, 20 et 30 ml, la catégorie et l’identifiant d’image.</a:t>
            </a:r>
          </a:p>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i="0" u="none" strike="noStrike" cap="none" normalizeH="0" baseline="0" dirty="0">
                <a:ln>
                  <a:noFill/>
                </a:ln>
                <a:solidFill>
                  <a:schemeClr val="tx1"/>
                </a:solidFill>
                <a:effectLst/>
                <a:latin typeface="Arial" panose="020B0604020202020204" pitchFamily="34" charset="0"/>
              </a:rPr>
            </a:br>
            <a:r>
              <a:rPr kumimoji="0" lang="fr-FR" altLang="fr-FR" sz="1800" i="0" u="none" strike="noStrike" cap="none" normalizeH="0" baseline="0" dirty="0">
                <a:ln>
                  <a:noFill/>
                </a:ln>
                <a:solidFill>
                  <a:schemeClr val="tx1"/>
                </a:solidFill>
                <a:effectLst/>
                <a:latin typeface="Arial" panose="020B0604020202020204" pitchFamily="34" charset="0"/>
              </a:rPr>
              <a:t>Les images des parfums sont stockées sur </a:t>
            </a:r>
            <a:r>
              <a:rPr kumimoji="0" lang="fr-FR" altLang="fr-FR" sz="1800" i="0" u="none" strike="noStrike" cap="none" normalizeH="0" baseline="0" dirty="0" err="1">
                <a:ln>
                  <a:noFill/>
                </a:ln>
                <a:solidFill>
                  <a:schemeClr val="tx1"/>
                </a:solidFill>
                <a:effectLst/>
                <a:latin typeface="Arial" panose="020B0604020202020204" pitchFamily="34" charset="0"/>
              </a:rPr>
              <a:t>github</a:t>
            </a:r>
            <a:r>
              <a:rPr kumimoji="0" lang="fr-FR" altLang="fr-FR" sz="1800" i="0" u="none" strike="noStrike" cap="none" normalizeH="0" baseline="0" dirty="0">
                <a:ln>
                  <a:noFill/>
                </a:ln>
                <a:solidFill>
                  <a:schemeClr val="tx1"/>
                </a:solidFill>
                <a:effectLst/>
                <a:latin typeface="Arial" panose="020B0604020202020204" pitchFamily="34" charset="0"/>
              </a:rPr>
              <a:t> dans un dossier, et l’application reconstruit automatiquement le chemin de chaque image à partir de l’index du CSV.</a:t>
            </a:r>
          </a:p>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i="0" u="none" strike="noStrike" cap="none" normalizeH="0" baseline="0" dirty="0">
                <a:ln>
                  <a:noFill/>
                </a:ln>
                <a:solidFill>
                  <a:schemeClr val="tx1"/>
                </a:solidFill>
                <a:effectLst/>
                <a:latin typeface="Arial" panose="020B0604020202020204" pitchFamily="34" charset="0"/>
              </a:rPr>
            </a:br>
            <a:r>
              <a:rPr kumimoji="0" lang="fr-FR" altLang="fr-FR" sz="1800" i="0" u="none" strike="noStrike" cap="none" normalizeH="0" baseline="0" dirty="0">
                <a:ln>
                  <a:noFill/>
                </a:ln>
                <a:solidFill>
                  <a:schemeClr val="tx1"/>
                </a:solidFill>
                <a:effectLst/>
                <a:latin typeface="Arial" panose="020B0604020202020204" pitchFamily="34" charset="0"/>
              </a:rPr>
              <a:t>Pour les utilisateurs, je n’utilise pas de base de données lourde mais un fichier </a:t>
            </a:r>
            <a:r>
              <a:rPr kumimoji="0" lang="fr-FR" altLang="fr-FR" sz="1800" i="0" u="none" strike="noStrike" cap="none" normalizeH="0" baseline="0" dirty="0" err="1">
                <a:ln>
                  <a:noFill/>
                </a:ln>
                <a:solidFill>
                  <a:schemeClr val="tx1"/>
                </a:solidFill>
                <a:effectLst/>
                <a:latin typeface="Arial Unicode MS"/>
              </a:rPr>
              <a:t>users.json</a:t>
            </a:r>
            <a:r>
              <a:rPr kumimoji="0" lang="fr-FR" altLang="fr-FR" sz="1800" i="0" u="none" strike="noStrike" cap="none" normalizeH="0" baseline="0" dirty="0">
                <a:ln>
                  <a:noFill/>
                </a:ln>
                <a:solidFill>
                  <a:schemeClr val="tx1"/>
                </a:solidFill>
                <a:effectLst/>
              </a:rPr>
              <a:t>. Il contient le mot de passe, le panier, les favoris et l’historique d’achat de chaque compte.</a:t>
            </a:r>
          </a:p>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i="0" u="none" strike="noStrike" cap="none" normalizeH="0" baseline="0" dirty="0">
                <a:ln>
                  <a:noFill/>
                </a:ln>
                <a:solidFill>
                  <a:schemeClr val="tx1"/>
                </a:solidFill>
                <a:effectLst/>
              </a:rPr>
            </a:br>
            <a:r>
              <a:rPr kumimoji="0" lang="fr-FR" altLang="fr-FR" sz="1800" i="0" u="none" strike="noStrike" cap="none" normalizeH="0" baseline="0" dirty="0">
                <a:ln>
                  <a:noFill/>
                </a:ln>
                <a:solidFill>
                  <a:schemeClr val="tx1"/>
                </a:solidFill>
                <a:effectLst/>
              </a:rPr>
              <a:t>L’assistant virtuel est intégré via un composant </a:t>
            </a:r>
            <a:r>
              <a:rPr kumimoji="0" lang="fr-FR" altLang="fr-FR" sz="1800" i="0" u="none" strike="noStrike" cap="none" normalizeH="0" baseline="0" dirty="0" err="1">
                <a:ln>
                  <a:noFill/>
                </a:ln>
                <a:solidFill>
                  <a:schemeClr val="tx1"/>
                </a:solidFill>
                <a:effectLst/>
              </a:rPr>
              <a:t>iframe</a:t>
            </a:r>
            <a:r>
              <a:rPr kumimoji="0" lang="fr-FR" altLang="fr-FR" sz="1800" i="0" u="none" strike="noStrike" cap="none" normalizeH="0" baseline="0" dirty="0">
                <a:ln>
                  <a:noFill/>
                </a:ln>
                <a:solidFill>
                  <a:schemeClr val="tx1"/>
                </a:solidFill>
                <a:effectLst/>
              </a:rPr>
              <a:t> qui charge le </a:t>
            </a:r>
            <a:r>
              <a:rPr kumimoji="0" lang="fr-FR" altLang="fr-FR" sz="1800" i="0" u="none" strike="noStrike" cap="none" normalizeH="0" baseline="0" dirty="0" err="1">
                <a:ln>
                  <a:noFill/>
                </a:ln>
                <a:solidFill>
                  <a:schemeClr val="tx1"/>
                </a:solidFill>
                <a:effectLst/>
              </a:rPr>
              <a:t>webchat</a:t>
            </a:r>
            <a:r>
              <a:rPr kumimoji="0" lang="fr-FR" altLang="fr-FR" sz="1800" i="0" u="none" strike="noStrike" cap="none" normalizeH="0" baseline="0" dirty="0">
                <a:ln>
                  <a:noFill/>
                </a:ln>
                <a:solidFill>
                  <a:schemeClr val="tx1"/>
                </a:solidFill>
                <a:effectLst/>
              </a:rPr>
              <a:t> </a:t>
            </a:r>
            <a:r>
              <a:rPr kumimoji="0" lang="fr-FR" altLang="fr-FR" sz="1800" i="0" u="none" strike="noStrike" cap="none" normalizeH="0" baseline="0" dirty="0" err="1">
                <a:ln>
                  <a:noFill/>
                </a:ln>
                <a:solidFill>
                  <a:schemeClr val="tx1"/>
                </a:solidFill>
                <a:effectLst/>
              </a:rPr>
              <a:t>Botpress</a:t>
            </a:r>
            <a:r>
              <a:rPr kumimoji="0" lang="fr-FR" altLang="fr-FR" sz="1800" i="0" u="none" strike="noStrike" cap="none" normalizeH="0" baseline="0" dirty="0">
                <a:ln>
                  <a:noFill/>
                </a:ln>
                <a:solidFill>
                  <a:schemeClr val="tx1"/>
                </a:solidFill>
                <a:effectLst/>
              </a:rPr>
              <a:t> à partir d’un lien </a:t>
            </a:r>
            <a:r>
              <a:rPr kumimoji="0" lang="fr-FR" altLang="fr-FR" sz="1800" i="0" u="none" strike="noStrike" cap="none" normalizeH="0" baseline="0" dirty="0" err="1">
                <a:ln>
                  <a:noFill/>
                </a:ln>
                <a:solidFill>
                  <a:schemeClr val="tx1"/>
                </a:solidFill>
                <a:effectLst/>
              </a:rPr>
              <a:t>shareable</a:t>
            </a:r>
            <a:r>
              <a:rPr kumimoji="0" lang="fr-FR" altLang="fr-FR" sz="1800" i="0" u="none" strike="noStrike" cap="none" normalizeH="0" baseline="0" dirty="0">
                <a:ln>
                  <a:noFill/>
                </a:ln>
                <a:solidFill>
                  <a:schemeClr val="tx1"/>
                </a:solidFill>
                <a:effectLst/>
              </a:rPr>
              <a:t>.</a:t>
            </a:r>
            <a:br>
              <a:rPr kumimoji="0" lang="fr-FR" altLang="fr-FR" sz="1800" i="0" u="none" strike="noStrike" cap="none" normalizeH="0" baseline="0" dirty="0">
                <a:ln>
                  <a:noFill/>
                </a:ln>
                <a:solidFill>
                  <a:schemeClr val="tx1"/>
                </a:solidFill>
                <a:effectLst/>
              </a:rPr>
            </a:br>
            <a:r>
              <a:rPr kumimoji="0" lang="fr-FR" altLang="fr-FR" sz="1800" i="0" u="none" strike="noStrike" cap="none" normalizeH="0" baseline="0" dirty="0">
                <a:ln>
                  <a:noFill/>
                </a:ln>
                <a:solidFill>
                  <a:schemeClr val="tx1"/>
                </a:solidFill>
                <a:effectLst/>
              </a:rPr>
              <a:t>Enfin, un module d’envoi d’e-mails via SMTP permet de traiter les messages reçus depuis la page “Me contacter”. </a:t>
            </a:r>
            <a:endParaRPr kumimoji="0" lang="fr-FR" altLang="fr-FR"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12669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3381ED-720E-4D74-8A88-6A6CE285C088}"/>
              </a:ext>
            </a:extLst>
          </p:cNvPr>
          <p:cNvSpPr txBox="1">
            <a:spLocks noGrp="1"/>
          </p:cNvSpPr>
          <p:nvPr>
            <p:ph type="title"/>
          </p:nvPr>
        </p:nvSpPr>
        <p:spPr/>
        <p:txBody>
          <a:bodyPr>
            <a:noAutofit/>
          </a:bodyPr>
          <a:lstStyle/>
          <a:p>
            <a:r>
              <a:rPr lang="en-US" sz="3600" dirty="0"/>
              <a:t>Application STREAMLIT : </a:t>
            </a:r>
            <a:r>
              <a:rPr lang="fr-FR" sz="3600" dirty="0"/>
              <a:t>Page d’accueil et expérience visuelle</a:t>
            </a:r>
            <a:endParaRPr lang="en-US" sz="3600" dirty="0"/>
          </a:p>
        </p:txBody>
      </p:sp>
      <p:sp>
        <p:nvSpPr>
          <p:cNvPr id="4" name="Rectangle 1">
            <a:extLst>
              <a:ext uri="{FF2B5EF4-FFF2-40B4-BE49-F238E27FC236}">
                <a16:creationId xmlns:a16="http://schemas.microsoft.com/office/drawing/2014/main" id="{DD75FBBE-5AD3-30CF-BC15-D3E2AB010994}"/>
              </a:ext>
            </a:extLst>
          </p:cNvPr>
          <p:cNvSpPr>
            <a:spLocks noGrp="1" noChangeArrowheads="1"/>
          </p:cNvSpPr>
          <p:nvPr>
            <p:ph idx="1"/>
          </p:nvPr>
        </p:nvSpPr>
        <p:spPr bwMode="auto">
          <a:xfrm>
            <a:off x="196770" y="2061133"/>
            <a:ext cx="121920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fr-FR" sz="1800" dirty="0"/>
              <a:t>La page d’accueil présente d’abord le concept de DJERIPERFUM : une boutique de </a:t>
            </a:r>
            <a:r>
              <a:rPr lang="fr-FR" sz="1800" dirty="0" err="1"/>
              <a:t>décants</a:t>
            </a:r>
            <a:r>
              <a:rPr lang="fr-FR" sz="1800" dirty="0"/>
              <a:t> associée à un conseiller virtuel.</a:t>
            </a:r>
            <a:br>
              <a:rPr lang="fr-FR" sz="1800" dirty="0"/>
            </a:br>
            <a:r>
              <a:rPr lang="fr-FR" sz="1800" dirty="0"/>
              <a:t>J’ai ajouté une animation de fond avec la librairie JavaScript particles.js, intégrée dans </a:t>
            </a:r>
            <a:r>
              <a:rPr lang="fr-FR" sz="1800" dirty="0" err="1"/>
              <a:t>Streamlit</a:t>
            </a:r>
            <a:r>
              <a:rPr lang="fr-FR" sz="1800" dirty="0"/>
              <a:t> via un composant HTML.</a:t>
            </a:r>
            <a:br>
              <a:rPr lang="fr-FR" sz="1800" dirty="0"/>
            </a:br>
            <a:r>
              <a:rPr lang="fr-FR" sz="1800" dirty="0"/>
              <a:t>Cette animation crée un effet de particules en mouvement qui donne un rendu plus moderne et plus professionnel à l’application, tout en restant discrète.</a:t>
            </a:r>
            <a:br>
              <a:rPr lang="fr-FR" sz="1800" dirty="0"/>
            </a:br>
            <a:r>
              <a:rPr lang="fr-FR" sz="1800" dirty="0"/>
              <a:t>Depuis la page d’accueil, l’utilisateur peut rapidement comprendre l’objectif de l’application et accéder au catalogue, aux promotions ou au </a:t>
            </a:r>
            <a:r>
              <a:rPr lang="fr-FR" sz="1800" dirty="0" err="1"/>
              <a:t>chatbot</a:t>
            </a:r>
            <a:r>
              <a:rPr lang="fr-FR" sz="1800" dirty="0"/>
              <a:t> grâce au menu latéral.</a:t>
            </a:r>
            <a:br>
              <a:rPr lang="fr-FR" sz="1800" dirty="0"/>
            </a:br>
            <a:r>
              <a:rPr lang="fr-FR" sz="1800" dirty="0"/>
              <a:t>L’idée principale, c’est que même si l’architecture est simple, l’expérience visuelle reste agréable, fluide et motivante pour le client</a:t>
            </a:r>
            <a:endParaRPr kumimoji="0" lang="fr-FR" altLang="fr-FR"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06683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3381ED-720E-4D74-8A88-6A6CE285C088}"/>
              </a:ext>
            </a:extLst>
          </p:cNvPr>
          <p:cNvSpPr txBox="1">
            <a:spLocks noGrp="1"/>
          </p:cNvSpPr>
          <p:nvPr>
            <p:ph type="title"/>
          </p:nvPr>
        </p:nvSpPr>
        <p:spPr/>
        <p:txBody>
          <a:bodyPr>
            <a:noAutofit/>
          </a:bodyPr>
          <a:lstStyle/>
          <a:p>
            <a:r>
              <a:rPr lang="en-US" sz="3600" dirty="0"/>
              <a:t>Application STREAMLIT : </a:t>
            </a:r>
            <a:r>
              <a:rPr lang="fr-FR" sz="3600" dirty="0"/>
              <a:t>Catalogue : catégories, recherche et tri</a:t>
            </a:r>
            <a:endParaRPr lang="en-US" sz="3600" dirty="0"/>
          </a:p>
        </p:txBody>
      </p:sp>
      <p:sp>
        <p:nvSpPr>
          <p:cNvPr id="4" name="Rectangle 1">
            <a:extLst>
              <a:ext uri="{FF2B5EF4-FFF2-40B4-BE49-F238E27FC236}">
                <a16:creationId xmlns:a16="http://schemas.microsoft.com/office/drawing/2014/main" id="{DD75FBBE-5AD3-30CF-BC15-D3E2AB010994}"/>
              </a:ext>
            </a:extLst>
          </p:cNvPr>
          <p:cNvSpPr>
            <a:spLocks noGrp="1" noChangeArrowheads="1"/>
          </p:cNvSpPr>
          <p:nvPr>
            <p:ph idx="1"/>
          </p:nvPr>
        </p:nvSpPr>
        <p:spPr bwMode="auto">
          <a:xfrm>
            <a:off x="196770" y="1645639"/>
            <a:ext cx="121920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fr-FR" sz="1800" dirty="0"/>
              <a:t>Le catalogue est organisé en trois grandes catégories : parfums homme, parfums femme, et parfums mixtes ou niche.</a:t>
            </a:r>
          </a:p>
          <a:p>
            <a:pPr marL="0" marR="0" lvl="0" indent="0" algn="l" defTabSz="914400" rtl="0" eaLnBrk="0" fontAlgn="base" latinLnBrk="0" hangingPunct="0">
              <a:lnSpc>
                <a:spcPct val="100000"/>
              </a:lnSpc>
              <a:spcBef>
                <a:spcPct val="0"/>
              </a:spcBef>
              <a:spcAft>
                <a:spcPct val="0"/>
              </a:spcAft>
              <a:buClrTx/>
              <a:buSzTx/>
              <a:buFontTx/>
              <a:buNone/>
              <a:tabLst/>
            </a:pPr>
            <a:br>
              <a:rPr lang="fr-FR" sz="1800" dirty="0"/>
            </a:br>
            <a:r>
              <a:rPr lang="fr-FR" sz="1800" dirty="0"/>
              <a:t>Pour chaque catégorie, l’utilisateur a accès à une liste de parfums construite à partir du fichier CSV.</a:t>
            </a:r>
          </a:p>
          <a:p>
            <a:pPr marL="0" marR="0" lvl="0" indent="0" algn="l" defTabSz="914400" rtl="0" eaLnBrk="0" fontAlgn="base" latinLnBrk="0" hangingPunct="0">
              <a:lnSpc>
                <a:spcPct val="100000"/>
              </a:lnSpc>
              <a:spcBef>
                <a:spcPct val="0"/>
              </a:spcBef>
              <a:spcAft>
                <a:spcPct val="0"/>
              </a:spcAft>
              <a:buClrTx/>
              <a:buSzTx/>
              <a:buFontTx/>
              <a:buNone/>
              <a:tabLst/>
            </a:pPr>
            <a:br>
              <a:rPr lang="fr-FR" sz="1800" dirty="0"/>
            </a:br>
            <a:r>
              <a:rPr lang="fr-FR" sz="1800" dirty="0"/>
              <a:t>Il peut rechercher un parfum par nom grâce à une barre de recherche, et trier les résultats soit par ordre alphabétique, soit par prix croissant ou décroissant pour le format voulu.</a:t>
            </a:r>
          </a:p>
          <a:p>
            <a:pPr marL="0" marR="0" lvl="0" indent="0" algn="l" defTabSz="914400" rtl="0" eaLnBrk="0" fontAlgn="base" latinLnBrk="0" hangingPunct="0">
              <a:lnSpc>
                <a:spcPct val="100000"/>
              </a:lnSpc>
              <a:spcBef>
                <a:spcPct val="0"/>
              </a:spcBef>
              <a:spcAft>
                <a:spcPct val="0"/>
              </a:spcAft>
              <a:buClrTx/>
              <a:buSzTx/>
              <a:buFontTx/>
              <a:buNone/>
              <a:tabLst/>
            </a:pPr>
            <a:br>
              <a:rPr lang="fr-FR" sz="1800" dirty="0"/>
            </a:br>
            <a:r>
              <a:rPr lang="fr-FR" sz="1800" dirty="0"/>
              <a:t>Chaque fiche résumée affiche le nom du parfum, les prix pour 10, 20 et 30 ml, ainsi que l’image associée.</a:t>
            </a:r>
          </a:p>
          <a:p>
            <a:pPr marL="0" marR="0" lvl="0" indent="0" algn="l" defTabSz="914400" rtl="0" eaLnBrk="0" fontAlgn="base" latinLnBrk="0" hangingPunct="0">
              <a:lnSpc>
                <a:spcPct val="100000"/>
              </a:lnSpc>
              <a:spcBef>
                <a:spcPct val="0"/>
              </a:spcBef>
              <a:spcAft>
                <a:spcPct val="0"/>
              </a:spcAft>
              <a:buClrTx/>
              <a:buSzTx/>
              <a:buFontTx/>
              <a:buNone/>
              <a:tabLst/>
            </a:pPr>
            <a:br>
              <a:rPr lang="fr-FR" sz="1800" dirty="0"/>
            </a:br>
            <a:r>
              <a:rPr lang="fr-FR" sz="1800" dirty="0"/>
              <a:t>Un lien “voir la fiche détaillée” permet d’ouvrir une page dédiée au parfum, en utilisant un paramètre dans l’URL pour identifier le produit.</a:t>
            </a:r>
          </a:p>
          <a:p>
            <a:pPr marL="0" marR="0" lvl="0" indent="0" algn="l" defTabSz="914400" rtl="0" eaLnBrk="0" fontAlgn="base" latinLnBrk="0" hangingPunct="0">
              <a:lnSpc>
                <a:spcPct val="100000"/>
              </a:lnSpc>
              <a:spcBef>
                <a:spcPct val="0"/>
              </a:spcBef>
              <a:spcAft>
                <a:spcPct val="0"/>
              </a:spcAft>
              <a:buClrTx/>
              <a:buSzTx/>
              <a:buFontTx/>
              <a:buNone/>
              <a:tabLst/>
            </a:pPr>
            <a:br>
              <a:rPr lang="fr-FR" sz="1800" dirty="0"/>
            </a:br>
            <a:r>
              <a:rPr lang="fr-FR" sz="1800" dirty="0"/>
              <a:t>Cette structure couvre les besoins de base d’un petit site e-commerce tout en restant simple à maintenir.</a:t>
            </a:r>
            <a:endParaRPr kumimoji="0" lang="fr-FR" altLang="fr-FR" sz="4000" i="0" u="none" strike="noStrike" cap="none" normalizeH="0" baseline="0" dirty="0">
              <a:ln>
                <a:noFill/>
              </a:ln>
              <a:solidFill>
                <a:schemeClr val="tx1"/>
              </a:solidFill>
              <a:effectLst/>
              <a:latin typeface="Arial" panose="020B0604020202020204" pitchFamily="34" charset="0"/>
            </a:endParaRPr>
          </a:p>
        </p:txBody>
      </p:sp>
      <p:pic>
        <p:nvPicPr>
          <p:cNvPr id="5" name="Image 4">
            <a:extLst>
              <a:ext uri="{FF2B5EF4-FFF2-40B4-BE49-F238E27FC236}">
                <a16:creationId xmlns:a16="http://schemas.microsoft.com/office/drawing/2014/main" id="{98C520BC-46BF-A3A7-EF23-FFE9342D7366}"/>
              </a:ext>
            </a:extLst>
          </p:cNvPr>
          <p:cNvPicPr>
            <a:picLocks noChangeAspect="1"/>
          </p:cNvPicPr>
          <p:nvPr/>
        </p:nvPicPr>
        <p:blipFill>
          <a:blip r:embed="rId2"/>
          <a:stretch>
            <a:fillRect/>
          </a:stretch>
        </p:blipFill>
        <p:spPr>
          <a:xfrm>
            <a:off x="9707880" y="5592961"/>
            <a:ext cx="2362200" cy="1265039"/>
          </a:xfrm>
          <a:prstGeom prst="rect">
            <a:avLst/>
          </a:prstGeom>
        </p:spPr>
      </p:pic>
    </p:spTree>
    <p:extLst>
      <p:ext uri="{BB962C8B-B14F-4D97-AF65-F5344CB8AC3E}">
        <p14:creationId xmlns:p14="http://schemas.microsoft.com/office/powerpoint/2010/main" val="2333741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3381ED-720E-4D74-8A88-6A6CE285C088}"/>
              </a:ext>
            </a:extLst>
          </p:cNvPr>
          <p:cNvSpPr txBox="1">
            <a:spLocks noGrp="1"/>
          </p:cNvSpPr>
          <p:nvPr>
            <p:ph type="title"/>
          </p:nvPr>
        </p:nvSpPr>
        <p:spPr/>
        <p:txBody>
          <a:bodyPr>
            <a:noAutofit/>
          </a:bodyPr>
          <a:lstStyle/>
          <a:p>
            <a:r>
              <a:rPr lang="en-US" sz="3600" dirty="0"/>
              <a:t>Application STREAMLIT : </a:t>
            </a:r>
            <a:r>
              <a:rPr lang="fr-FR" sz="3600" dirty="0"/>
              <a:t>Fiche détaillée et composition olfactive</a:t>
            </a:r>
            <a:endParaRPr lang="en-US" sz="3600" dirty="0"/>
          </a:p>
        </p:txBody>
      </p:sp>
      <p:sp>
        <p:nvSpPr>
          <p:cNvPr id="4" name="Rectangle 1">
            <a:extLst>
              <a:ext uri="{FF2B5EF4-FFF2-40B4-BE49-F238E27FC236}">
                <a16:creationId xmlns:a16="http://schemas.microsoft.com/office/drawing/2014/main" id="{DD75FBBE-5AD3-30CF-BC15-D3E2AB010994}"/>
              </a:ext>
            </a:extLst>
          </p:cNvPr>
          <p:cNvSpPr>
            <a:spLocks noGrp="1" noChangeArrowheads="1"/>
          </p:cNvSpPr>
          <p:nvPr>
            <p:ph idx="1"/>
          </p:nvPr>
        </p:nvSpPr>
        <p:spPr bwMode="auto">
          <a:xfrm>
            <a:off x="196770" y="2061136"/>
            <a:ext cx="121920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fr-FR" sz="1800" dirty="0"/>
              <a:t>Quand l’utilisateur clique sur un parfum, l’application affiche une fiche détaillée construite à partir de l’identifiant du produit dans le catalogue.</a:t>
            </a:r>
          </a:p>
          <a:p>
            <a:pPr marL="0" marR="0" lvl="0" indent="0" algn="l" defTabSz="914400" rtl="0" eaLnBrk="0" fontAlgn="base" latinLnBrk="0" hangingPunct="0">
              <a:lnSpc>
                <a:spcPct val="100000"/>
              </a:lnSpc>
              <a:spcBef>
                <a:spcPct val="0"/>
              </a:spcBef>
              <a:spcAft>
                <a:spcPct val="0"/>
              </a:spcAft>
              <a:buClrTx/>
              <a:buSzTx/>
              <a:buFontTx/>
              <a:buNone/>
              <a:tabLst/>
            </a:pPr>
            <a:br>
              <a:rPr lang="fr-FR" sz="1800" dirty="0"/>
            </a:br>
            <a:r>
              <a:rPr lang="fr-FR" sz="1800" dirty="0"/>
              <a:t>Sur cette page, on trouve une image plus grande du parfum, les prix détaillés pour les trois volumes, et des contrôles pour choisir la quantité en millilitres et le nombre de flacons à ajouter au panier.</a:t>
            </a:r>
          </a:p>
          <a:p>
            <a:pPr marL="0" marR="0" lvl="0" indent="0" algn="l" defTabSz="914400" rtl="0" eaLnBrk="0" fontAlgn="base" latinLnBrk="0" hangingPunct="0">
              <a:lnSpc>
                <a:spcPct val="100000"/>
              </a:lnSpc>
              <a:spcBef>
                <a:spcPct val="0"/>
              </a:spcBef>
              <a:spcAft>
                <a:spcPct val="0"/>
              </a:spcAft>
              <a:buClrTx/>
              <a:buSzTx/>
              <a:buFontTx/>
              <a:buNone/>
              <a:tabLst/>
            </a:pPr>
            <a:br>
              <a:rPr lang="fr-FR" sz="1800" dirty="0"/>
            </a:br>
            <a:r>
              <a:rPr lang="fr-FR" sz="1800" dirty="0"/>
              <a:t>En plus des informations commerciales, j’ai intégré un système de composition olfactive à partir d’un fichier texte.</a:t>
            </a:r>
            <a:br>
              <a:rPr lang="fr-FR" sz="1800" dirty="0"/>
            </a:br>
            <a:r>
              <a:rPr lang="fr-FR" sz="1800" dirty="0"/>
              <a:t>Ce fichier contient des sections par parfum, avec la famille olfactive, les notes de tête, de cœur et de fond.</a:t>
            </a:r>
            <a:br>
              <a:rPr lang="fr-FR" sz="1800" dirty="0"/>
            </a:br>
            <a:r>
              <a:rPr lang="fr-FR" sz="1800" dirty="0"/>
              <a:t>L’application lit ce fichier au démarrage et affiche la composition correspondante si elle est disponible.</a:t>
            </a:r>
            <a:br>
              <a:rPr lang="fr-FR" sz="1800" dirty="0"/>
            </a:br>
            <a:r>
              <a:rPr lang="fr-FR" sz="1800" dirty="0"/>
              <a:t>Cela permet de donner au client une vision plus “expert” du parfum, comme sur les vrais sites spécialisés.</a:t>
            </a:r>
            <a:endParaRPr kumimoji="0" lang="fr-FR" altLang="fr-FR" sz="4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2675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3381ED-720E-4D74-8A88-6A6CE285C088}"/>
              </a:ext>
            </a:extLst>
          </p:cNvPr>
          <p:cNvSpPr txBox="1">
            <a:spLocks noGrp="1"/>
          </p:cNvSpPr>
          <p:nvPr>
            <p:ph type="title"/>
          </p:nvPr>
        </p:nvSpPr>
        <p:spPr/>
        <p:txBody>
          <a:bodyPr>
            <a:noAutofit/>
          </a:bodyPr>
          <a:lstStyle/>
          <a:p>
            <a:r>
              <a:rPr lang="en-US" sz="3600" dirty="0"/>
              <a:t>Application STREAMLIT : </a:t>
            </a:r>
            <a:r>
              <a:rPr lang="fr-FR" sz="3600" dirty="0"/>
              <a:t>Promotions et intégration avec le catalogue</a:t>
            </a:r>
            <a:endParaRPr lang="en-US" sz="3600" dirty="0"/>
          </a:p>
        </p:txBody>
      </p:sp>
      <p:sp>
        <p:nvSpPr>
          <p:cNvPr id="4" name="Rectangle 1">
            <a:extLst>
              <a:ext uri="{FF2B5EF4-FFF2-40B4-BE49-F238E27FC236}">
                <a16:creationId xmlns:a16="http://schemas.microsoft.com/office/drawing/2014/main" id="{DD75FBBE-5AD3-30CF-BC15-D3E2AB010994}"/>
              </a:ext>
            </a:extLst>
          </p:cNvPr>
          <p:cNvSpPr>
            <a:spLocks noGrp="1" noChangeArrowheads="1"/>
          </p:cNvSpPr>
          <p:nvPr>
            <p:ph idx="1"/>
          </p:nvPr>
        </p:nvSpPr>
        <p:spPr bwMode="auto">
          <a:xfrm>
            <a:off x="0" y="1517520"/>
            <a:ext cx="121920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fr-FR" sz="1800" dirty="0"/>
              <a:t>L’application propose aussi une page dédiée aux promotions du moment.</a:t>
            </a:r>
          </a:p>
          <a:p>
            <a:pPr marL="0" marR="0" lvl="0" indent="0" algn="l" defTabSz="914400" rtl="0" eaLnBrk="0" fontAlgn="base" latinLnBrk="0" hangingPunct="0">
              <a:lnSpc>
                <a:spcPct val="100000"/>
              </a:lnSpc>
              <a:spcBef>
                <a:spcPct val="0"/>
              </a:spcBef>
              <a:spcAft>
                <a:spcPct val="0"/>
              </a:spcAft>
              <a:buClrTx/>
              <a:buSzTx/>
              <a:buFontTx/>
              <a:buNone/>
              <a:tabLst/>
            </a:pPr>
            <a:br>
              <a:rPr lang="fr-FR" sz="1800" dirty="0"/>
            </a:br>
            <a:r>
              <a:rPr lang="fr-FR" sz="1800" dirty="0"/>
              <a:t>Les promotions sont définies dans un tableau Python, où chaque promotion possède un identifiant d’image, un libellé, une quantité en millilitres, l’ancien prix, le nouveau prix et une description marketing.</a:t>
            </a:r>
            <a:br>
              <a:rPr lang="fr-FR" sz="1800" dirty="0"/>
            </a:br>
            <a:r>
              <a:rPr lang="fr-FR" sz="1800" dirty="0"/>
              <a:t>Pour chaque promotion, l’application retrouve automatiquement la ligne correspondante dans le catalogue afin d’afficher le vrai nom du parfum et son image officielle.</a:t>
            </a:r>
            <a:br>
              <a:rPr lang="fr-FR" sz="1800" dirty="0"/>
            </a:br>
            <a:r>
              <a:rPr lang="fr-FR" sz="1800" dirty="0"/>
              <a:t>Sur l’interface, l’utilisateur voit l’ancien prix barré, le nouveau prix mis en avant, ainsi qu’un petit texte qui explique le positionnement de l’offre, par exemple “parfum frais moderne très demandé” ou “parfait pour les soirées”.</a:t>
            </a:r>
            <a:br>
              <a:rPr lang="fr-FR" sz="1800" dirty="0"/>
            </a:br>
            <a:r>
              <a:rPr lang="fr-FR" sz="1800" dirty="0"/>
              <a:t>Depuis cette page, un client connecté peut ajouter directement le parfum au panier au prix promotionnel, avec le nombre de flacons qu’il souhaite.</a:t>
            </a:r>
            <a:br>
              <a:rPr lang="fr-FR" sz="1800" dirty="0"/>
            </a:br>
            <a:r>
              <a:rPr lang="fr-FR" sz="1800" dirty="0"/>
              <a:t>Ce système montre comment on peut combiner logique métier et données du catalogue de façon cohérente</a:t>
            </a:r>
            <a:endParaRPr kumimoji="0" lang="fr-FR" altLang="fr-FR" sz="1800" i="0" u="none" strike="noStrike" cap="none" normalizeH="0" baseline="0" dirty="0">
              <a:ln>
                <a:noFill/>
              </a:ln>
              <a:solidFill>
                <a:schemeClr val="tx1"/>
              </a:solidFill>
              <a:effectLst/>
              <a:latin typeface="Arial" panose="020B0604020202020204" pitchFamily="34" charset="0"/>
            </a:endParaRPr>
          </a:p>
        </p:txBody>
      </p:sp>
      <p:pic>
        <p:nvPicPr>
          <p:cNvPr id="5" name="Image 4">
            <a:extLst>
              <a:ext uri="{FF2B5EF4-FFF2-40B4-BE49-F238E27FC236}">
                <a16:creationId xmlns:a16="http://schemas.microsoft.com/office/drawing/2014/main" id="{852C61C2-3D41-6851-3D22-F70DB1D8B7F1}"/>
              </a:ext>
            </a:extLst>
          </p:cNvPr>
          <p:cNvPicPr>
            <a:picLocks noChangeAspect="1"/>
          </p:cNvPicPr>
          <p:nvPr/>
        </p:nvPicPr>
        <p:blipFill>
          <a:blip r:embed="rId2"/>
          <a:stretch>
            <a:fillRect/>
          </a:stretch>
        </p:blipFill>
        <p:spPr>
          <a:xfrm>
            <a:off x="4739640" y="4971953"/>
            <a:ext cx="3703320" cy="1886047"/>
          </a:xfrm>
          <a:prstGeom prst="rect">
            <a:avLst/>
          </a:prstGeom>
        </p:spPr>
      </p:pic>
    </p:spTree>
    <p:extLst>
      <p:ext uri="{BB962C8B-B14F-4D97-AF65-F5344CB8AC3E}">
        <p14:creationId xmlns:p14="http://schemas.microsoft.com/office/powerpoint/2010/main" val="653913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3381ED-720E-4D74-8A88-6A6CE285C088}"/>
              </a:ext>
            </a:extLst>
          </p:cNvPr>
          <p:cNvSpPr txBox="1">
            <a:spLocks noGrp="1"/>
          </p:cNvSpPr>
          <p:nvPr>
            <p:ph type="title"/>
          </p:nvPr>
        </p:nvSpPr>
        <p:spPr/>
        <p:txBody>
          <a:bodyPr>
            <a:noAutofit/>
          </a:bodyPr>
          <a:lstStyle/>
          <a:p>
            <a:r>
              <a:rPr lang="en-US" sz="3600" dirty="0"/>
              <a:t>Application STREAMLIT : </a:t>
            </a:r>
            <a:r>
              <a:rPr lang="fr-FR" sz="3600" dirty="0"/>
              <a:t>Panier, validation d’achat et historique</a:t>
            </a:r>
            <a:endParaRPr lang="en-US" sz="3600" dirty="0"/>
          </a:p>
        </p:txBody>
      </p:sp>
      <p:sp>
        <p:nvSpPr>
          <p:cNvPr id="4" name="Rectangle 1">
            <a:extLst>
              <a:ext uri="{FF2B5EF4-FFF2-40B4-BE49-F238E27FC236}">
                <a16:creationId xmlns:a16="http://schemas.microsoft.com/office/drawing/2014/main" id="{DD75FBBE-5AD3-30CF-BC15-D3E2AB010994}"/>
              </a:ext>
            </a:extLst>
          </p:cNvPr>
          <p:cNvSpPr>
            <a:spLocks noGrp="1" noChangeArrowheads="1"/>
          </p:cNvSpPr>
          <p:nvPr>
            <p:ph idx="1"/>
          </p:nvPr>
        </p:nvSpPr>
        <p:spPr bwMode="auto">
          <a:xfrm>
            <a:off x="196770" y="1922633"/>
            <a:ext cx="121920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fr-FR" sz="1800" dirty="0"/>
              <a:t>Le module panier est réservé aux utilisateurs connectés.</a:t>
            </a:r>
            <a:br>
              <a:rPr lang="fr-FR" sz="1800" dirty="0"/>
            </a:br>
            <a:r>
              <a:rPr lang="fr-FR" sz="1800" dirty="0"/>
              <a:t>Lorsqu’un parfum est ajouté, l’application enregistre le nom, le prix unitaire, la quantité en millilitres et le nombre de flacons.</a:t>
            </a:r>
            <a:br>
              <a:rPr lang="fr-FR" sz="1800" dirty="0"/>
            </a:br>
            <a:r>
              <a:rPr lang="fr-FR" sz="1800" dirty="0"/>
              <a:t>Dans la page “Panier”, chaque ligne affiche l’image du parfum, le détail du volume, le nombre de flacons, le prix unitaire et le total de la ligne.</a:t>
            </a:r>
            <a:br>
              <a:rPr lang="fr-FR" sz="1800" dirty="0"/>
            </a:br>
            <a:r>
              <a:rPr lang="fr-FR" sz="1800" dirty="0"/>
              <a:t>L’utilisateur peut modifier le nombre de flacons, supprimer une ligne ou même vider complètement le panier.</a:t>
            </a:r>
            <a:br>
              <a:rPr lang="fr-FR" sz="1800" dirty="0"/>
            </a:br>
            <a:r>
              <a:rPr lang="fr-FR" sz="1800" dirty="0"/>
              <a:t>Le total général est recalculé automatiquement.</a:t>
            </a:r>
            <a:br>
              <a:rPr lang="fr-FR" sz="1800" dirty="0"/>
            </a:br>
            <a:r>
              <a:rPr lang="fr-FR" sz="1800" dirty="0"/>
              <a:t>Quand il valide l’achat, l’application enregistre la commande dans l’historique de l’utilisateur avec la date, l’heure, les produits et le montant total, puis vide le panier.</a:t>
            </a:r>
            <a:br>
              <a:rPr lang="fr-FR" sz="1800" dirty="0"/>
            </a:br>
            <a:r>
              <a:rPr lang="fr-FR" sz="1800" dirty="0"/>
              <a:t>La page “Historique d’achat” lui permet ensuite de consulter ses anciennes commandes avec les images des parfums et les liens vers leurs fiches</a:t>
            </a:r>
            <a:endParaRPr kumimoji="0" lang="fr-FR" altLang="fr-FR" sz="1800" i="0" u="none" strike="noStrike" cap="none" normalizeH="0" baseline="0" dirty="0">
              <a:ln>
                <a:noFill/>
              </a:ln>
              <a:solidFill>
                <a:schemeClr val="tx1"/>
              </a:solidFill>
              <a:effectLst/>
              <a:latin typeface="Arial" panose="020B0604020202020204" pitchFamily="34" charset="0"/>
            </a:endParaRPr>
          </a:p>
        </p:txBody>
      </p:sp>
      <p:pic>
        <p:nvPicPr>
          <p:cNvPr id="5" name="Image 4">
            <a:extLst>
              <a:ext uri="{FF2B5EF4-FFF2-40B4-BE49-F238E27FC236}">
                <a16:creationId xmlns:a16="http://schemas.microsoft.com/office/drawing/2014/main" id="{2D4482A0-F312-BB77-6608-B277808A833A}"/>
              </a:ext>
            </a:extLst>
          </p:cNvPr>
          <p:cNvPicPr>
            <a:picLocks noChangeAspect="1"/>
          </p:cNvPicPr>
          <p:nvPr/>
        </p:nvPicPr>
        <p:blipFill>
          <a:blip r:embed="rId2"/>
          <a:stretch>
            <a:fillRect/>
          </a:stretch>
        </p:blipFill>
        <p:spPr>
          <a:xfrm>
            <a:off x="0" y="5227585"/>
            <a:ext cx="2773680" cy="1501571"/>
          </a:xfrm>
          <a:prstGeom prst="rect">
            <a:avLst/>
          </a:prstGeom>
        </p:spPr>
      </p:pic>
      <p:pic>
        <p:nvPicPr>
          <p:cNvPr id="7" name="Image 6">
            <a:extLst>
              <a:ext uri="{FF2B5EF4-FFF2-40B4-BE49-F238E27FC236}">
                <a16:creationId xmlns:a16="http://schemas.microsoft.com/office/drawing/2014/main" id="{77BC463B-7C80-ECDD-6A1F-365DDF3FFD0A}"/>
              </a:ext>
            </a:extLst>
          </p:cNvPr>
          <p:cNvPicPr>
            <a:picLocks noChangeAspect="1"/>
          </p:cNvPicPr>
          <p:nvPr/>
        </p:nvPicPr>
        <p:blipFill>
          <a:blip r:embed="rId3"/>
          <a:stretch>
            <a:fillRect/>
          </a:stretch>
        </p:blipFill>
        <p:spPr>
          <a:xfrm>
            <a:off x="3688080" y="5150798"/>
            <a:ext cx="2993360" cy="1707202"/>
          </a:xfrm>
          <a:prstGeom prst="rect">
            <a:avLst/>
          </a:prstGeom>
        </p:spPr>
      </p:pic>
    </p:spTree>
    <p:extLst>
      <p:ext uri="{BB962C8B-B14F-4D97-AF65-F5344CB8AC3E}">
        <p14:creationId xmlns:p14="http://schemas.microsoft.com/office/powerpoint/2010/main" val="2930143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3381ED-720E-4D74-8A88-6A6CE285C088}"/>
              </a:ext>
            </a:extLst>
          </p:cNvPr>
          <p:cNvSpPr txBox="1">
            <a:spLocks noGrp="1"/>
          </p:cNvSpPr>
          <p:nvPr>
            <p:ph type="title"/>
          </p:nvPr>
        </p:nvSpPr>
        <p:spPr/>
        <p:txBody>
          <a:bodyPr>
            <a:noAutofit/>
          </a:bodyPr>
          <a:lstStyle/>
          <a:p>
            <a:r>
              <a:rPr lang="en-US" sz="3600" dirty="0"/>
              <a:t>Application STREAMLIT : </a:t>
            </a:r>
            <a:r>
              <a:rPr lang="fr-FR" sz="3600" dirty="0"/>
              <a:t>Favoris, compte utilisateur et persistance</a:t>
            </a:r>
            <a:endParaRPr lang="en-US" sz="3600" dirty="0"/>
          </a:p>
        </p:txBody>
      </p:sp>
      <p:sp>
        <p:nvSpPr>
          <p:cNvPr id="5" name="Rectangle 2">
            <a:extLst>
              <a:ext uri="{FF2B5EF4-FFF2-40B4-BE49-F238E27FC236}">
                <a16:creationId xmlns:a16="http://schemas.microsoft.com/office/drawing/2014/main" id="{1C64D186-914D-6349-B8CE-470F5B26AD18}"/>
              </a:ext>
            </a:extLst>
          </p:cNvPr>
          <p:cNvSpPr>
            <a:spLocks noGrp="1" noChangeArrowheads="1"/>
          </p:cNvSpPr>
          <p:nvPr>
            <p:ph idx="1"/>
          </p:nvPr>
        </p:nvSpPr>
        <p:spPr bwMode="auto">
          <a:xfrm>
            <a:off x="0" y="1690688"/>
            <a:ext cx="1179702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Arial" panose="020B0604020202020204" pitchFamily="34" charset="0"/>
              </a:rPr>
              <a:t>En plus du panier, l’application propose un système de favoris.</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Depuis les listes de parfums ou les fiches détaillées, un utilisateur connecté peut ajouter un parfum à ses favoris.</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La page “Favoris” lui permet de retrouver la liste de ses parfums préférés, avec les images et les liens vers les fiches détaillées.</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Côté authentification, j’ai mis en place deux onglets : un onglet Login pour se connecter avec nom d’utilisateur et mot de passe, et un onglet </a:t>
            </a:r>
            <a:r>
              <a:rPr kumimoji="0" lang="fr-FR" altLang="fr-FR" sz="1800" b="0" i="0" u="none" strike="noStrike" cap="none" normalizeH="0" baseline="0" dirty="0" err="1">
                <a:ln>
                  <a:noFill/>
                </a:ln>
                <a:solidFill>
                  <a:schemeClr val="tx1"/>
                </a:solidFill>
                <a:effectLst/>
                <a:latin typeface="Arial" panose="020B0604020202020204" pitchFamily="34" charset="0"/>
              </a:rPr>
              <a:t>Signup</a:t>
            </a:r>
            <a:r>
              <a:rPr kumimoji="0" lang="fr-FR" altLang="fr-FR" sz="1800" b="0" i="0" u="none" strike="noStrike" cap="none" normalizeH="0" baseline="0" dirty="0">
                <a:ln>
                  <a:noFill/>
                </a:ln>
                <a:solidFill>
                  <a:schemeClr val="tx1"/>
                </a:solidFill>
                <a:effectLst/>
                <a:latin typeface="Arial" panose="020B0604020202020204" pitchFamily="34" charset="0"/>
              </a:rPr>
              <a:t> pour créer un nouveau compte.</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Toutes les informations liées au compte – mot de passe, panier, favoris, historique – sont sauvegardées dans le fichier </a:t>
            </a:r>
            <a:r>
              <a:rPr kumimoji="0" lang="fr-FR" altLang="fr-FR" sz="1800" b="0" i="0" u="none" strike="noStrike" cap="none" normalizeH="0" baseline="0" dirty="0" err="1">
                <a:ln>
                  <a:noFill/>
                </a:ln>
                <a:solidFill>
                  <a:schemeClr val="tx1"/>
                </a:solidFill>
                <a:effectLst/>
                <a:latin typeface="Arial Unicode MS"/>
              </a:rPr>
              <a:t>users.json</a:t>
            </a:r>
            <a:r>
              <a:rPr kumimoji="0" lang="fr-FR" altLang="fr-FR" sz="1800" b="0" i="0" u="none" strike="noStrike" cap="none" normalizeH="0" baseline="0" dirty="0">
                <a:ln>
                  <a:noFill/>
                </a:ln>
                <a:solidFill>
                  <a:schemeClr val="tx1"/>
                </a:solidFill>
                <a:effectLst/>
              </a:rPr>
              <a:t>.</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Cela permet à l’utilisateur de retrouver son état même après avoir fermé l’application, et c’est suffisant pour un prototype de petite boutique. » </a:t>
            </a:r>
          </a:p>
        </p:txBody>
      </p:sp>
      <p:pic>
        <p:nvPicPr>
          <p:cNvPr id="9" name="Image 8">
            <a:extLst>
              <a:ext uri="{FF2B5EF4-FFF2-40B4-BE49-F238E27FC236}">
                <a16:creationId xmlns:a16="http://schemas.microsoft.com/office/drawing/2014/main" id="{6AFE4A49-AE87-8D77-907C-85442766AA0F}"/>
              </a:ext>
            </a:extLst>
          </p:cNvPr>
          <p:cNvPicPr>
            <a:picLocks noChangeAspect="1"/>
          </p:cNvPicPr>
          <p:nvPr/>
        </p:nvPicPr>
        <p:blipFill>
          <a:blip r:embed="rId2"/>
          <a:stretch>
            <a:fillRect/>
          </a:stretch>
        </p:blipFill>
        <p:spPr>
          <a:xfrm>
            <a:off x="4643675" y="4865109"/>
            <a:ext cx="2904649" cy="2026920"/>
          </a:xfrm>
          <a:prstGeom prst="rect">
            <a:avLst/>
          </a:prstGeom>
        </p:spPr>
      </p:pic>
    </p:spTree>
    <p:extLst>
      <p:ext uri="{BB962C8B-B14F-4D97-AF65-F5344CB8AC3E}">
        <p14:creationId xmlns:p14="http://schemas.microsoft.com/office/powerpoint/2010/main" val="25443775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3381ED-720E-4D74-8A88-6A6CE285C088}"/>
              </a:ext>
            </a:extLst>
          </p:cNvPr>
          <p:cNvSpPr txBox="1">
            <a:spLocks noGrp="1"/>
          </p:cNvSpPr>
          <p:nvPr>
            <p:ph type="title"/>
          </p:nvPr>
        </p:nvSpPr>
        <p:spPr/>
        <p:txBody>
          <a:bodyPr>
            <a:noAutofit/>
          </a:bodyPr>
          <a:lstStyle/>
          <a:p>
            <a:r>
              <a:rPr lang="en-US" sz="3600" dirty="0"/>
              <a:t>Application STREAMLIT : </a:t>
            </a:r>
            <a:r>
              <a:rPr lang="fr-FR" sz="3600" dirty="0" err="1"/>
              <a:t>Chatbot</a:t>
            </a:r>
            <a:r>
              <a:rPr lang="fr-FR" sz="3600" dirty="0"/>
              <a:t> </a:t>
            </a:r>
            <a:r>
              <a:rPr lang="fr-FR" sz="3600" dirty="0" err="1"/>
              <a:t>Botpress</a:t>
            </a:r>
            <a:r>
              <a:rPr lang="fr-FR" sz="3600" dirty="0"/>
              <a:t> intégré à </a:t>
            </a:r>
            <a:r>
              <a:rPr lang="fr-FR" sz="3600" dirty="0" err="1"/>
              <a:t>Streamlit</a:t>
            </a:r>
            <a:endParaRPr lang="en-US" sz="3600" dirty="0"/>
          </a:p>
        </p:txBody>
      </p:sp>
      <p:sp>
        <p:nvSpPr>
          <p:cNvPr id="5" name="Rectangle 2">
            <a:extLst>
              <a:ext uri="{FF2B5EF4-FFF2-40B4-BE49-F238E27FC236}">
                <a16:creationId xmlns:a16="http://schemas.microsoft.com/office/drawing/2014/main" id="{1C64D186-914D-6349-B8CE-470F5B26AD18}"/>
              </a:ext>
            </a:extLst>
          </p:cNvPr>
          <p:cNvSpPr>
            <a:spLocks noGrp="1" noChangeArrowheads="1"/>
          </p:cNvSpPr>
          <p:nvPr>
            <p:ph idx="1"/>
          </p:nvPr>
        </p:nvSpPr>
        <p:spPr bwMode="auto">
          <a:xfrm>
            <a:off x="196850" y="2380007"/>
            <a:ext cx="1199515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fr-FR" sz="1800" dirty="0"/>
              <a:t>Un des éléments centraux du projet est l’intégration du </a:t>
            </a:r>
            <a:r>
              <a:rPr lang="fr-FR" sz="1800" dirty="0" err="1"/>
              <a:t>chatbot</a:t>
            </a:r>
            <a:r>
              <a:rPr lang="fr-FR" sz="1800" dirty="0"/>
              <a:t> DJERIPERFUM développé avec </a:t>
            </a:r>
            <a:r>
              <a:rPr lang="fr-FR" sz="1800" dirty="0" err="1"/>
              <a:t>Botpress</a:t>
            </a:r>
            <a:r>
              <a:rPr lang="fr-FR" sz="1800" dirty="0"/>
              <a:t>.</a:t>
            </a:r>
            <a:br>
              <a:rPr lang="fr-FR" sz="1800" dirty="0"/>
            </a:br>
            <a:r>
              <a:rPr lang="fr-FR" sz="1800" dirty="0"/>
              <a:t>Le bot est accessible depuis plusieurs pages via un bouton qui redirige vers la page “</a:t>
            </a:r>
            <a:r>
              <a:rPr lang="fr-FR" sz="1800" dirty="0" err="1"/>
              <a:t>Chatbot</a:t>
            </a:r>
            <a:r>
              <a:rPr lang="fr-FR" sz="1800" dirty="0"/>
              <a:t>”.</a:t>
            </a:r>
            <a:br>
              <a:rPr lang="fr-FR" sz="1800" dirty="0"/>
            </a:br>
            <a:r>
              <a:rPr lang="fr-FR" sz="1800" dirty="0"/>
              <a:t>Sur cette page, j’intègre directement le </a:t>
            </a:r>
            <a:r>
              <a:rPr lang="fr-FR" sz="1800" dirty="0" err="1"/>
              <a:t>webchat</a:t>
            </a:r>
            <a:r>
              <a:rPr lang="fr-FR" sz="1800" dirty="0"/>
              <a:t> </a:t>
            </a:r>
            <a:r>
              <a:rPr lang="fr-FR" sz="1800" dirty="0" err="1"/>
              <a:t>Botpress</a:t>
            </a:r>
            <a:r>
              <a:rPr lang="fr-FR" sz="1800" dirty="0"/>
              <a:t> grâce à une </a:t>
            </a:r>
            <a:r>
              <a:rPr lang="fr-FR" sz="1800" dirty="0" err="1"/>
              <a:t>iframe</a:t>
            </a:r>
            <a:r>
              <a:rPr lang="fr-FR" sz="1800" dirty="0"/>
              <a:t> qui pointe vers une configuration hébergée dans le cloud </a:t>
            </a:r>
            <a:r>
              <a:rPr lang="fr-FR" sz="1800" dirty="0" err="1"/>
              <a:t>Botpress</a:t>
            </a:r>
            <a:r>
              <a:rPr lang="fr-FR" sz="1800" dirty="0"/>
              <a:t>.</a:t>
            </a:r>
            <a:br>
              <a:rPr lang="fr-FR" sz="1800" dirty="0"/>
            </a:br>
            <a:r>
              <a:rPr lang="fr-FR" sz="1800" dirty="0"/>
              <a:t>Le rôle du bot est de conseiller le client sur le choix de parfum, en fonction de son genre, de l’occasion, de son budget, de la saison ou de l’intensité qu’il recherche.</a:t>
            </a:r>
            <a:br>
              <a:rPr lang="fr-FR" sz="1800" dirty="0"/>
            </a:br>
            <a:r>
              <a:rPr lang="fr-FR" sz="1800" dirty="0"/>
              <a:t>Le </a:t>
            </a:r>
            <a:r>
              <a:rPr lang="fr-FR" sz="1800" dirty="0" err="1"/>
              <a:t>chatbot</a:t>
            </a:r>
            <a:r>
              <a:rPr lang="fr-FR" sz="1800" dirty="0"/>
              <a:t> peut par exemple proposer des idées pour un parfum de cours, un parfum de soirée ou un cadeau, et renvoyer les noms de parfums qui se trouvent réellement dans mon catalogue.</a:t>
            </a:r>
            <a:br>
              <a:rPr lang="fr-FR" sz="1800" dirty="0"/>
            </a:br>
            <a:r>
              <a:rPr lang="fr-FR" sz="1800" dirty="0"/>
              <a:t>Cette intégration montre comment on peut connecter une interface </a:t>
            </a:r>
            <a:r>
              <a:rPr lang="fr-FR" sz="1800" dirty="0" err="1"/>
              <a:t>low</a:t>
            </a:r>
            <a:r>
              <a:rPr lang="fr-FR" sz="1800" dirty="0"/>
              <a:t>-code de type </a:t>
            </a:r>
            <a:r>
              <a:rPr lang="fr-FR" sz="1800" dirty="0" err="1"/>
              <a:t>Botpress</a:t>
            </a:r>
            <a:r>
              <a:rPr lang="fr-FR" sz="1800" dirty="0"/>
              <a:t> à une application Python personnalisée.</a:t>
            </a:r>
            <a:endParaRPr kumimoji="0" lang="fr-FR" altLang="fr-FR" b="0" i="0" u="none" strike="noStrike" cap="none" normalizeH="0" baseline="0" dirty="0">
              <a:ln>
                <a:noFill/>
              </a:ln>
              <a:solidFill>
                <a:schemeClr val="tx1"/>
              </a:solidFill>
              <a:effectLst/>
              <a:latin typeface="Arial" panose="020B0604020202020204" pitchFamily="34" charset="0"/>
            </a:endParaRPr>
          </a:p>
        </p:txBody>
      </p:sp>
      <p:pic>
        <p:nvPicPr>
          <p:cNvPr id="4" name="Image 3">
            <a:extLst>
              <a:ext uri="{FF2B5EF4-FFF2-40B4-BE49-F238E27FC236}">
                <a16:creationId xmlns:a16="http://schemas.microsoft.com/office/drawing/2014/main" id="{4780359C-5B94-650E-F249-3460FFD14368}"/>
              </a:ext>
            </a:extLst>
          </p:cNvPr>
          <p:cNvPicPr>
            <a:picLocks noChangeAspect="1"/>
          </p:cNvPicPr>
          <p:nvPr/>
        </p:nvPicPr>
        <p:blipFill>
          <a:blip r:embed="rId2"/>
          <a:stretch>
            <a:fillRect/>
          </a:stretch>
        </p:blipFill>
        <p:spPr>
          <a:xfrm>
            <a:off x="3246119" y="4982837"/>
            <a:ext cx="3032761" cy="1866149"/>
          </a:xfrm>
          <a:prstGeom prst="rect">
            <a:avLst/>
          </a:prstGeom>
        </p:spPr>
      </p:pic>
    </p:spTree>
    <p:extLst>
      <p:ext uri="{BB962C8B-B14F-4D97-AF65-F5344CB8AC3E}">
        <p14:creationId xmlns:p14="http://schemas.microsoft.com/office/powerpoint/2010/main" val="9518074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3381ED-720E-4D74-8A88-6A6CE285C088}"/>
              </a:ext>
            </a:extLst>
          </p:cNvPr>
          <p:cNvSpPr txBox="1">
            <a:spLocks noGrp="1"/>
          </p:cNvSpPr>
          <p:nvPr>
            <p:ph type="title"/>
          </p:nvPr>
        </p:nvSpPr>
        <p:spPr/>
        <p:txBody>
          <a:bodyPr>
            <a:noAutofit/>
          </a:bodyPr>
          <a:lstStyle/>
          <a:p>
            <a:r>
              <a:rPr lang="en-US" sz="3600" dirty="0"/>
              <a:t>Application STREAMLIT :</a:t>
            </a:r>
            <a:r>
              <a:rPr lang="en-US" sz="3600" dirty="0" err="1"/>
              <a:t>Espace</a:t>
            </a:r>
            <a:r>
              <a:rPr lang="en-US" sz="3600" dirty="0"/>
              <a:t> </a:t>
            </a:r>
            <a:r>
              <a:rPr lang="en-US" sz="3600" dirty="0" err="1"/>
              <a:t>administrateur</a:t>
            </a:r>
            <a:r>
              <a:rPr lang="en-US" sz="3600" dirty="0"/>
              <a:t> et conclusion</a:t>
            </a:r>
          </a:p>
        </p:txBody>
      </p:sp>
      <p:sp>
        <p:nvSpPr>
          <p:cNvPr id="5" name="Rectangle 2">
            <a:extLst>
              <a:ext uri="{FF2B5EF4-FFF2-40B4-BE49-F238E27FC236}">
                <a16:creationId xmlns:a16="http://schemas.microsoft.com/office/drawing/2014/main" id="{1C64D186-914D-6349-B8CE-470F5B26AD18}"/>
              </a:ext>
            </a:extLst>
          </p:cNvPr>
          <p:cNvSpPr>
            <a:spLocks noGrp="1" noChangeArrowheads="1"/>
          </p:cNvSpPr>
          <p:nvPr>
            <p:ph idx="1"/>
          </p:nvPr>
        </p:nvSpPr>
        <p:spPr bwMode="auto">
          <a:xfrm>
            <a:off x="196850" y="2211028"/>
            <a:ext cx="1199515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fr-FR" sz="1800" dirty="0"/>
              <a:t>Enfin, l’application contient un espace “Admin” réservé à certains comptes.</a:t>
            </a:r>
            <a:br>
              <a:rPr lang="fr-FR" sz="1800" dirty="0"/>
            </a:br>
            <a:r>
              <a:rPr lang="fr-FR" sz="1800" dirty="0"/>
              <a:t>Dans cette section, l’administrateur peut consulter toutes les commandes passées par les utilisateurs.</a:t>
            </a:r>
            <a:br>
              <a:rPr lang="fr-FR" sz="1800" dirty="0"/>
            </a:br>
            <a:r>
              <a:rPr lang="fr-FR" sz="1800" dirty="0"/>
              <a:t>Les données sont présentées sous forme de tableau : nom du client, parfum, quantité, nombre de flacons, prix unitaire, total de la ligne et total de la commande.</a:t>
            </a:r>
            <a:br>
              <a:rPr lang="fr-FR" sz="1800" dirty="0"/>
            </a:br>
            <a:r>
              <a:rPr lang="fr-FR" sz="1800" dirty="0"/>
              <a:t>L’administrateur peut exporter ces informations en CSV pour faire des analyses ou un suivi des ventes, et une vue de résumé par client affiche par exemple le montant maximal de commande.</a:t>
            </a:r>
            <a:br>
              <a:rPr lang="fr-FR" sz="1800" dirty="0"/>
            </a:br>
            <a:r>
              <a:rPr lang="fr-FR" sz="1800" dirty="0"/>
              <a:t>Pour conclure, DJERIPERFUM combine plusieurs aspects : une interface e-commerce simple, une gestion d’utilisateurs, un système de promotions, un </a:t>
            </a:r>
            <a:r>
              <a:rPr lang="fr-FR" sz="1800" dirty="0" err="1"/>
              <a:t>chatbot</a:t>
            </a:r>
            <a:r>
              <a:rPr lang="fr-FR" sz="1800" dirty="0"/>
              <a:t> de recommandation et un back-office admin.</a:t>
            </a:r>
            <a:br>
              <a:rPr lang="fr-FR" sz="1800" dirty="0"/>
            </a:br>
            <a:r>
              <a:rPr lang="fr-FR" sz="1800" dirty="0"/>
              <a:t>Les perspectives d’amélioration possibles incluent l’ajout d’une vraie base de données, d’un système de paiement en ligne, et l’enrichissement du bot avec encore plus de connaissances sur les parfums</a:t>
            </a:r>
            <a:endParaRPr kumimoji="0" lang="fr-FR" altLang="fr-FR" sz="4000" b="0" i="0" u="none" strike="noStrike" cap="none" normalizeH="0" baseline="0" dirty="0">
              <a:ln>
                <a:noFill/>
              </a:ln>
              <a:solidFill>
                <a:schemeClr val="tx1"/>
              </a:solidFill>
              <a:effectLst/>
              <a:latin typeface="Arial" panose="020B0604020202020204" pitchFamily="34" charset="0"/>
            </a:endParaRPr>
          </a:p>
        </p:txBody>
      </p:sp>
      <p:pic>
        <p:nvPicPr>
          <p:cNvPr id="4" name="Image 3">
            <a:extLst>
              <a:ext uri="{FF2B5EF4-FFF2-40B4-BE49-F238E27FC236}">
                <a16:creationId xmlns:a16="http://schemas.microsoft.com/office/drawing/2014/main" id="{9980E828-BA09-B1FE-D296-896BCD311D6C}"/>
              </a:ext>
            </a:extLst>
          </p:cNvPr>
          <p:cNvPicPr>
            <a:picLocks noChangeAspect="1"/>
          </p:cNvPicPr>
          <p:nvPr/>
        </p:nvPicPr>
        <p:blipFill>
          <a:blip r:embed="rId2"/>
          <a:stretch>
            <a:fillRect/>
          </a:stretch>
        </p:blipFill>
        <p:spPr>
          <a:xfrm>
            <a:off x="4542535" y="5073350"/>
            <a:ext cx="3106929" cy="1840274"/>
          </a:xfrm>
          <a:prstGeom prst="rect">
            <a:avLst/>
          </a:prstGeom>
        </p:spPr>
      </p:pic>
    </p:spTree>
    <p:extLst>
      <p:ext uri="{BB962C8B-B14F-4D97-AF65-F5344CB8AC3E}">
        <p14:creationId xmlns:p14="http://schemas.microsoft.com/office/powerpoint/2010/main" val="14863620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046FC5-D6DB-D5C7-519B-7CF6F678A383}"/>
              </a:ext>
            </a:extLst>
          </p:cNvPr>
          <p:cNvSpPr>
            <a:spLocks noGrp="1"/>
          </p:cNvSpPr>
          <p:nvPr>
            <p:ph type="title"/>
          </p:nvPr>
        </p:nvSpPr>
        <p:spPr/>
        <p:txBody>
          <a:bodyPr>
            <a:normAutofit fontScale="90000"/>
          </a:bodyPr>
          <a:lstStyle/>
          <a:p>
            <a:r>
              <a:rPr lang="fr-FR" dirty="0" err="1"/>
              <a:t>Creation</a:t>
            </a:r>
            <a:r>
              <a:rPr lang="fr-FR" dirty="0"/>
              <a:t> d ’ un page </a:t>
            </a:r>
            <a:r>
              <a:rPr lang="fr-FR" dirty="0" err="1"/>
              <a:t>instagram</a:t>
            </a:r>
            <a:r>
              <a:rPr lang="fr-FR" dirty="0"/>
              <a:t> pour l entreprise de vente de parfum + </a:t>
            </a:r>
            <a:r>
              <a:rPr lang="fr-FR" dirty="0" err="1"/>
              <a:t>integration</a:t>
            </a:r>
            <a:r>
              <a:rPr lang="fr-FR" dirty="0"/>
              <a:t> du </a:t>
            </a:r>
            <a:r>
              <a:rPr lang="fr-FR" dirty="0" err="1"/>
              <a:t>chatbot</a:t>
            </a:r>
            <a:r>
              <a:rPr lang="fr-FR" dirty="0"/>
              <a:t> </a:t>
            </a:r>
            <a:r>
              <a:rPr lang="fr-FR" dirty="0" err="1"/>
              <a:t>botpress</a:t>
            </a:r>
            <a:r>
              <a:rPr lang="fr-FR" dirty="0"/>
              <a:t> </a:t>
            </a:r>
          </a:p>
        </p:txBody>
      </p:sp>
      <p:pic>
        <p:nvPicPr>
          <p:cNvPr id="5" name="Espace réservé du contenu 4">
            <a:extLst>
              <a:ext uri="{FF2B5EF4-FFF2-40B4-BE49-F238E27FC236}">
                <a16:creationId xmlns:a16="http://schemas.microsoft.com/office/drawing/2014/main" id="{8284CD2F-50C8-C736-F21E-65C72AA86657}"/>
              </a:ext>
            </a:extLst>
          </p:cNvPr>
          <p:cNvPicPr>
            <a:picLocks noGrp="1" noChangeAspect="1"/>
          </p:cNvPicPr>
          <p:nvPr>
            <p:ph idx="1"/>
          </p:nvPr>
        </p:nvPicPr>
        <p:blipFill>
          <a:blip r:embed="rId2"/>
          <a:stretch>
            <a:fillRect/>
          </a:stretch>
        </p:blipFill>
        <p:spPr>
          <a:xfrm>
            <a:off x="10100001" y="3544681"/>
            <a:ext cx="2091999" cy="3313318"/>
          </a:xfrm>
        </p:spPr>
      </p:pic>
      <p:pic>
        <p:nvPicPr>
          <p:cNvPr id="9" name="Image 8">
            <a:extLst>
              <a:ext uri="{FF2B5EF4-FFF2-40B4-BE49-F238E27FC236}">
                <a16:creationId xmlns:a16="http://schemas.microsoft.com/office/drawing/2014/main" id="{4305DB64-42B5-6F82-7E0F-7631AAED470E}"/>
              </a:ext>
            </a:extLst>
          </p:cNvPr>
          <p:cNvPicPr>
            <a:picLocks noChangeAspect="1"/>
          </p:cNvPicPr>
          <p:nvPr/>
        </p:nvPicPr>
        <p:blipFill>
          <a:blip r:embed="rId3"/>
          <a:stretch>
            <a:fillRect/>
          </a:stretch>
        </p:blipFill>
        <p:spPr>
          <a:xfrm>
            <a:off x="10677833" y="1303643"/>
            <a:ext cx="1514168" cy="2391244"/>
          </a:xfrm>
          <a:prstGeom prst="rect">
            <a:avLst/>
          </a:prstGeom>
        </p:spPr>
      </p:pic>
      <p:pic>
        <p:nvPicPr>
          <p:cNvPr id="11" name="Image 10">
            <a:extLst>
              <a:ext uri="{FF2B5EF4-FFF2-40B4-BE49-F238E27FC236}">
                <a16:creationId xmlns:a16="http://schemas.microsoft.com/office/drawing/2014/main" id="{AF329293-99CC-369C-7960-48FB242645C3}"/>
              </a:ext>
            </a:extLst>
          </p:cNvPr>
          <p:cNvPicPr>
            <a:picLocks noChangeAspect="1"/>
          </p:cNvPicPr>
          <p:nvPr/>
        </p:nvPicPr>
        <p:blipFill>
          <a:blip r:embed="rId4"/>
          <a:stretch>
            <a:fillRect/>
          </a:stretch>
        </p:blipFill>
        <p:spPr>
          <a:xfrm>
            <a:off x="2546264" y="2699955"/>
            <a:ext cx="7361966" cy="4206201"/>
          </a:xfrm>
          <a:prstGeom prst="rect">
            <a:avLst/>
          </a:prstGeom>
        </p:spPr>
      </p:pic>
      <p:pic>
        <p:nvPicPr>
          <p:cNvPr id="13" name="Image 12" descr="Une image contenant texte, capture d’écran, conception&#10;&#10;Description générée automatiquement">
            <a:extLst>
              <a:ext uri="{FF2B5EF4-FFF2-40B4-BE49-F238E27FC236}">
                <a16:creationId xmlns:a16="http://schemas.microsoft.com/office/drawing/2014/main" id="{582D637B-F4F4-17F7-B537-A0F46422FB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611" y="1913388"/>
            <a:ext cx="2286882" cy="4944612"/>
          </a:xfrm>
          <a:prstGeom prst="rect">
            <a:avLst/>
          </a:prstGeom>
        </p:spPr>
      </p:pic>
    </p:spTree>
    <p:extLst>
      <p:ext uri="{BB962C8B-B14F-4D97-AF65-F5344CB8AC3E}">
        <p14:creationId xmlns:p14="http://schemas.microsoft.com/office/powerpoint/2010/main" val="1231477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C978C6-738D-8E84-3AA0-F06664B57542}"/>
              </a:ext>
            </a:extLst>
          </p:cNvPr>
          <p:cNvSpPr>
            <a:spLocks noGrp="1"/>
          </p:cNvSpPr>
          <p:nvPr>
            <p:ph type="title"/>
          </p:nvPr>
        </p:nvSpPr>
        <p:spPr>
          <a:xfrm>
            <a:off x="5167135" y="2610354"/>
            <a:ext cx="1962870" cy="1834324"/>
          </a:xfrm>
        </p:spPr>
        <p:txBody>
          <a:bodyPr/>
          <a:lstStyle/>
          <a:p>
            <a:r>
              <a:rPr lang="fr-FR" dirty="0"/>
              <a:t>Merci!</a:t>
            </a:r>
          </a:p>
        </p:txBody>
      </p:sp>
    </p:spTree>
    <p:extLst>
      <p:ext uri="{BB962C8B-B14F-4D97-AF65-F5344CB8AC3E}">
        <p14:creationId xmlns:p14="http://schemas.microsoft.com/office/powerpoint/2010/main" val="1148212221"/>
      </p:ext>
    </p:extLst>
  </p:cSld>
  <p:clrMapOvr>
    <a:masterClrMapping/>
  </p:clrMapOvr>
</p:sld>
</file>

<file path=ppt/theme/theme1.xml><?xml version="1.0" encoding="utf-8"?>
<a:theme xmlns:a="http://schemas.openxmlformats.org/drawingml/2006/main" name="ExploreVTI">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532</TotalTime>
  <Words>3371</Words>
  <Application>Microsoft Office PowerPoint</Application>
  <PresentationFormat>Grand écran</PresentationFormat>
  <Paragraphs>103</Paragraphs>
  <Slides>25</Slides>
  <Notes>1</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25</vt:i4>
      </vt:variant>
    </vt:vector>
  </HeadingPairs>
  <TitlesOfParts>
    <vt:vector size="34" baseType="lpstr">
      <vt:lpstr>Aptos</vt:lpstr>
      <vt:lpstr>Arial</vt:lpstr>
      <vt:lpstr>Arial Unicode MS</vt:lpstr>
      <vt:lpstr>Avenir Next LT Pro</vt:lpstr>
      <vt:lpstr>AvenirNext LT Pro Medium</vt:lpstr>
      <vt:lpstr>Rockwell</vt:lpstr>
      <vt:lpstr>Segoe UI</vt:lpstr>
      <vt:lpstr>Segoe UI Semilight</vt:lpstr>
      <vt:lpstr>ExploreVTI</vt:lpstr>
      <vt:lpstr>DJERIPERFUM   Site de vente de parfum avec Assistant intelligent de recommandation de parfums</vt:lpstr>
      <vt:lpstr>DJERIPERFUM – Assistant intelligent de recommandation de parfums</vt:lpstr>
      <vt:lpstr>Contexte et motivation</vt:lpstr>
      <vt:lpstr>Objectifs du projet</vt:lpstr>
      <vt:lpstr>Stack technique utilisée</vt:lpstr>
      <vt:lpstr>Vue globale de l’Architecture du bot dans Botpress</vt:lpstr>
      <vt:lpstr>Architecture du bot dans Botpress</vt:lpstr>
      <vt:lpstr>Flow principal et scénarios de conversation</vt:lpstr>
      <vt:lpstr>Flow “Recommandation personnalisée”</vt:lpstr>
      <vt:lpstr>Flow “test de profil parfum”</vt:lpstr>
      <vt:lpstr>Flow “Poser une question sur les parfums que nous vendont ;Explorer les ingrédients et les notes des parfums”</vt:lpstr>
      <vt:lpstr>Flow “Voir les parfums en promotion”</vt:lpstr>
      <vt:lpstr>Flow “tester vos connaissances sur l'univers des parfum”</vt:lpstr>
      <vt:lpstr>Application STREAMLIT : Architecture générale de l’application </vt:lpstr>
      <vt:lpstr>Application STREAMLIT : Architecture générale de l’application </vt:lpstr>
      <vt:lpstr>Application STREAMLIT : Page d’accueil et expérience visuelle</vt:lpstr>
      <vt:lpstr>Application STREAMLIT : Catalogue : catégories, recherche et tri</vt:lpstr>
      <vt:lpstr>Application STREAMLIT : Fiche détaillée et composition olfactive</vt:lpstr>
      <vt:lpstr>Application STREAMLIT : Promotions et intégration avec le catalogue</vt:lpstr>
      <vt:lpstr>Application STREAMLIT : Panier, validation d’achat et historique</vt:lpstr>
      <vt:lpstr>Application STREAMLIT : Favoris, compte utilisateur et persistance</vt:lpstr>
      <vt:lpstr>Application STREAMLIT : Chatbot Botpress intégré à Streamlit</vt:lpstr>
      <vt:lpstr>Application STREAMLIT :Espace administrateur et conclusion</vt:lpstr>
      <vt:lpstr>Creation d ’ un page instagram pour l entreprise de vente de parfum + integration du chatbot botpress </vt:lpstr>
      <vt:lpstr>Merci!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DJERIPERFUM   Site de vente de parfum avec Assistant intelligent de recommandation de parfums</dc:title>
  <dc:creator>mine djeryala</dc:creator>
  <cp:lastModifiedBy>mine djeryala</cp:lastModifiedBy>
  <cp:revision>2</cp:revision>
  <dcterms:created xsi:type="dcterms:W3CDTF">2025-11-10T05:46:36Z</dcterms:created>
  <dcterms:modified xsi:type="dcterms:W3CDTF">2025-12-07T06:15:29Z</dcterms:modified>
</cp:coreProperties>
</file>